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B42D-F362-4292-B983-F4C618926657}" type="datetimeFigureOut">
              <a:rPr lang="zh-CN" altLang="en-US" smtClean="0"/>
              <a:t>2021/10/30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BBEA-8A48-4EDD-B408-48635AA53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25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B42D-F362-4292-B983-F4C618926657}" type="datetimeFigureOut">
              <a:rPr lang="zh-CN" altLang="en-US" smtClean="0"/>
              <a:t>2021/10/30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ABBEA-8A48-4EDD-B408-48635AA53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99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smtClean="0"/>
              <a:t>Introduction to Aerodynamics</a:t>
            </a:r>
            <a:endParaRPr lang="en-US" sz="4000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29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TOPICS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33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Definition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0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400" smtClean="0"/>
              <a:t>History of Flight: </a:t>
            </a:r>
            <a:br>
              <a:rPr lang="en-US" sz="4400" smtClean="0"/>
            </a:br>
            <a:r>
              <a:rPr lang="en-US" sz="4400" smtClean="0"/>
              <a:t>Abbas-ibn-Firnas (</a:t>
            </a:r>
            <a:r>
              <a:rPr lang="en-US" sz="4000" smtClean="0"/>
              <a:t>852</a:t>
            </a:r>
            <a:r>
              <a:rPr lang="en-US" sz="4400" smtClean="0"/>
              <a:t>)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0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/>
              <a:t>History of Flight</a:t>
            </a: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400" smtClean="0"/>
              <a:t>Leonardo da Vinci’s Ornithopter, 1490</a:t>
            </a:r>
            <a:br>
              <a:rPr lang="en-US" sz="2400" smtClean="0"/>
            </a:br>
            <a:r>
              <a:rPr lang="en-US" sz="3200" smtClean="0"/>
              <a:t/>
            </a:r>
            <a:br>
              <a:rPr lang="en-US" sz="3200" smtClean="0"/>
            </a:br>
            <a:endParaRPr lang="en-US" sz="3200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04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Cayley’s First Airplane (1804)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8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Otto Lilienthal’s Glider 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6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Doing in Wright!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90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Wright brothers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8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Wright brothers, success reasons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85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Wright brothers, success reasons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86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The Last Piece of the Puzzle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6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zh-CN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02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Today’s Micro Air Vehicles   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669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Drone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87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FORCES ACTING ON AN AIRPLANE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64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Standard 3-View Representation of Aircraft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2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VARIOUS DISCIPLINES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9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Axes of an Airplane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22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Roll: </a:t>
            </a:r>
            <a:r>
              <a:rPr lang="fa-IR" smtClean="0">
                <a:cs typeface="B Mitra" pitchFamily="2" charset="-78"/>
              </a:rPr>
              <a:t>غلتش</a:t>
            </a:r>
            <a:endParaRPr lang="en-US" dirty="0">
              <a:cs typeface="B Mitra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21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Yaw: </a:t>
            </a:r>
            <a:r>
              <a:rPr lang="fa-IR" smtClean="0">
                <a:cs typeface="B Mitra" pitchFamily="2" charset="-78"/>
              </a:rPr>
              <a:t>گردش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78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PITCH</a:t>
            </a:r>
            <a:r>
              <a:rPr lang="fa-IR" smtClean="0">
                <a:cs typeface="B Mitra" pitchFamily="2" charset="-78"/>
              </a:rPr>
              <a:t>گام</a:t>
            </a:r>
            <a:r>
              <a:rPr lang="fa-IR" smtClean="0"/>
              <a:t>: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21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smtClean="0"/>
              <a:t>AERODYNAMIC CONTROL SURFACES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99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AEROSPACE TERMINOLOGY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13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AEROSPACE TERMINOLOGY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6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THRUST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33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Lift and Drag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2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Lift and Weight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32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Lift Coefficient, C</a:t>
            </a:r>
            <a:r>
              <a:rPr lang="en-US" baseline="-25000" smtClean="0"/>
              <a:t>L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59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Drag Coefficient, C</a:t>
            </a:r>
            <a:r>
              <a:rPr lang="en-US" baseline="-25000" smtClean="0"/>
              <a:t>D</a:t>
            </a:r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31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Mach Number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747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mtClean="0"/>
              <a:t>Flow Regimes</a:t>
            </a:r>
            <a:endParaRPr lang="en-GB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20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REYNOLDS NUMBER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44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mtClean="0"/>
              <a:t>Lift</a:t>
            </a:r>
            <a:endParaRPr lang="en-GB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51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mtClean="0"/>
              <a:t>Airfoil</a:t>
            </a:r>
            <a:endParaRPr lang="en-GB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219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mtClean="0"/>
              <a:t>Airfoil</a:t>
            </a:r>
            <a:endParaRPr lang="en-GB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00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Airfoil Evolution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09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mtClean="0"/>
              <a:t>Take off and Landing</a:t>
            </a:r>
            <a:endParaRPr lang="en-GB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2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On-screen Show (4:3)</PresentationFormat>
  <Paragraphs>37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Introduction to Aerodynamics</vt:lpstr>
      <vt:lpstr>TOPICS</vt:lpstr>
      <vt:lpstr>Definition</vt:lpstr>
      <vt:lpstr>History of Flight:  Abbas-ibn-Firnas (852)</vt:lpstr>
      <vt:lpstr>History of Flight  Leonardo da Vinci’s Ornithopter, 1490  </vt:lpstr>
      <vt:lpstr>Cayley’s First Airplane (1804)</vt:lpstr>
      <vt:lpstr>Otto Lilienthal’s Glider </vt:lpstr>
      <vt:lpstr>Doing in Wright!</vt:lpstr>
      <vt:lpstr>Wright brothers</vt:lpstr>
      <vt:lpstr>Wright brothers, success reasons</vt:lpstr>
      <vt:lpstr>Wright brothers, success reasons</vt:lpstr>
      <vt:lpstr>The Last Piece of the Puzzle</vt:lpstr>
      <vt:lpstr>PowerPoint Presentation</vt:lpstr>
      <vt:lpstr>Today’s Micro Air Vehicles   </vt:lpstr>
      <vt:lpstr>Drone</vt:lpstr>
      <vt:lpstr>FORCES ACTING ON AN AIRPLANE</vt:lpstr>
      <vt:lpstr>Standard 3-View Representation of Aircraft</vt:lpstr>
      <vt:lpstr>VARIOUS DISCIPLINES</vt:lpstr>
      <vt:lpstr>Axes of an Airplane</vt:lpstr>
      <vt:lpstr>Roll: غلتش</vt:lpstr>
      <vt:lpstr>Yaw: گردش</vt:lpstr>
      <vt:lpstr>PITCHگام:</vt:lpstr>
      <vt:lpstr>AERODYNAMIC CONTROL SURFACES</vt:lpstr>
      <vt:lpstr>AEROSPACE TERMINOLOGY</vt:lpstr>
      <vt:lpstr>AEROSPACE TERMINOLOGY</vt:lpstr>
      <vt:lpstr>THRUST</vt:lpstr>
      <vt:lpstr>Lift and Drag</vt:lpstr>
      <vt:lpstr>Lift and Weight</vt:lpstr>
      <vt:lpstr>Lift Coefficient, CL</vt:lpstr>
      <vt:lpstr>Drag Coefficient, CD</vt:lpstr>
      <vt:lpstr>Mach Number</vt:lpstr>
      <vt:lpstr>Flow Regimes</vt:lpstr>
      <vt:lpstr>REYNOLDS NUMBER</vt:lpstr>
      <vt:lpstr>Lift</vt:lpstr>
      <vt:lpstr>Airfoil</vt:lpstr>
      <vt:lpstr>Airfoil</vt:lpstr>
      <vt:lpstr>Airfoil Evolution</vt:lpstr>
      <vt:lpstr>Take off and Landing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Aerodynamics</dc:title>
  <dc:creator>ehsan roohi</dc:creator>
  <cp:lastModifiedBy>ehsan roohi</cp:lastModifiedBy>
  <cp:revision>1</cp:revision>
  <dcterms:created xsi:type="dcterms:W3CDTF">2021-10-30T09:00:46Z</dcterms:created>
  <dcterms:modified xsi:type="dcterms:W3CDTF">2021-10-30T09:00:46Z</dcterms:modified>
</cp:coreProperties>
</file>