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4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397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7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5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366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98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65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3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9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54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57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6B9F6-5671-4DE5-A56B-E3F5CAB2EE07}" type="datetimeFigureOut">
              <a:rPr lang="en-US" smtClean="0"/>
              <a:t>11/13/2022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10D6C-9F66-4F50-AF5A-E6A8B4515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0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9995872"/>
              </p:ext>
            </p:extLst>
          </p:nvPr>
        </p:nvGraphicFramePr>
        <p:xfrm>
          <a:off x="1092199" y="1168929"/>
          <a:ext cx="6769321" cy="26918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3" imgW="4470120" imgH="1447560" progId="Equation.DSMT4">
                  <p:embed/>
                </p:oleObj>
              </mc:Choice>
              <mc:Fallback>
                <p:oleObj name="Equation" r:id="rId3" imgW="4470120" imgH="1447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92199" y="1168929"/>
                        <a:ext cx="6769321" cy="26918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739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MathType 7.0 Equation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</dc:creator>
  <cp:lastModifiedBy>Amir</cp:lastModifiedBy>
  <cp:revision>1</cp:revision>
  <dcterms:created xsi:type="dcterms:W3CDTF">2022-11-13T14:19:50Z</dcterms:created>
  <dcterms:modified xsi:type="dcterms:W3CDTF">2022-11-13T14:22:44Z</dcterms:modified>
</cp:coreProperties>
</file>