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797" y="2238703"/>
            <a:ext cx="8103475" cy="309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7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46" y="378372"/>
            <a:ext cx="9096702" cy="5044966"/>
          </a:xfrm>
        </p:spPr>
      </p:pic>
    </p:spTree>
    <p:extLst>
      <p:ext uri="{BB962C8B-B14F-4D97-AF65-F5344CB8AC3E}">
        <p14:creationId xmlns:p14="http://schemas.microsoft.com/office/powerpoint/2010/main" val="11758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567888"/>
            <a:ext cx="7598979" cy="5768427"/>
          </a:xfrm>
        </p:spPr>
      </p:pic>
    </p:spTree>
    <p:extLst>
      <p:ext uri="{BB962C8B-B14F-4D97-AF65-F5344CB8AC3E}">
        <p14:creationId xmlns:p14="http://schemas.microsoft.com/office/powerpoint/2010/main" val="321266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18" y="451945"/>
            <a:ext cx="8967284" cy="543242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18" y="236483"/>
            <a:ext cx="8986345" cy="564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53" y="252248"/>
            <a:ext cx="9092825" cy="528257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79" y="252248"/>
            <a:ext cx="9165999" cy="49346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78" y="252248"/>
            <a:ext cx="9165999" cy="560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7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544" y="2729706"/>
            <a:ext cx="7600950" cy="27432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8" y="378372"/>
            <a:ext cx="8976814" cy="50945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8" y="488731"/>
            <a:ext cx="9099060" cy="512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7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021" y="2160588"/>
            <a:ext cx="5707996" cy="388143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47" y="161488"/>
            <a:ext cx="8937401" cy="588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7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019" y="2658269"/>
            <a:ext cx="7620000" cy="288607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44" y="168303"/>
            <a:ext cx="8897404" cy="537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5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41" y="252249"/>
            <a:ext cx="9080938" cy="5391806"/>
          </a:xfrm>
        </p:spPr>
      </p:pic>
    </p:spTree>
    <p:extLst>
      <p:ext uri="{BB962C8B-B14F-4D97-AF65-F5344CB8AC3E}">
        <p14:creationId xmlns:p14="http://schemas.microsoft.com/office/powerpoint/2010/main" val="116306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76" y="0"/>
            <a:ext cx="8942926" cy="6164317"/>
          </a:xfrm>
        </p:spPr>
      </p:pic>
    </p:spTree>
    <p:extLst>
      <p:ext uri="{BB962C8B-B14F-4D97-AF65-F5344CB8AC3E}">
        <p14:creationId xmlns:p14="http://schemas.microsoft.com/office/powerpoint/2010/main" val="68506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10" y="220717"/>
            <a:ext cx="8958692" cy="6042025"/>
          </a:xfrm>
        </p:spPr>
      </p:pic>
    </p:spTree>
    <p:extLst>
      <p:ext uri="{BB962C8B-B14F-4D97-AF65-F5344CB8AC3E}">
        <p14:creationId xmlns:p14="http://schemas.microsoft.com/office/powerpoint/2010/main" val="47618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98" y="157656"/>
            <a:ext cx="9191297" cy="53088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98" y="0"/>
            <a:ext cx="9010816" cy="540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2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10" y="126124"/>
            <a:ext cx="9080938" cy="5549462"/>
          </a:xfrm>
        </p:spPr>
      </p:pic>
    </p:spTree>
    <p:extLst>
      <p:ext uri="{BB962C8B-B14F-4D97-AF65-F5344CB8AC3E}">
        <p14:creationId xmlns:p14="http://schemas.microsoft.com/office/powerpoint/2010/main" val="35246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07" y="252248"/>
            <a:ext cx="9049407" cy="5833242"/>
          </a:xfrm>
        </p:spPr>
      </p:pic>
    </p:spTree>
    <p:extLst>
      <p:ext uri="{BB962C8B-B14F-4D97-AF65-F5344CB8AC3E}">
        <p14:creationId xmlns:p14="http://schemas.microsoft.com/office/powerpoint/2010/main" val="347056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268" y="2160588"/>
            <a:ext cx="6295501" cy="388143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69" y="189185"/>
            <a:ext cx="7600000" cy="60539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76" y="189185"/>
            <a:ext cx="9096703" cy="605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2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83" y="227724"/>
            <a:ext cx="9207063" cy="518685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38" y="227723"/>
            <a:ext cx="9049407" cy="568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1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MIR COMPUTER</dc:creator>
  <cp:lastModifiedBy>MIR COMPUTER</cp:lastModifiedBy>
  <cp:revision>5</cp:revision>
  <dcterms:created xsi:type="dcterms:W3CDTF">2022-11-16T01:51:20Z</dcterms:created>
  <dcterms:modified xsi:type="dcterms:W3CDTF">2022-11-16T02:36:59Z</dcterms:modified>
</cp:coreProperties>
</file>