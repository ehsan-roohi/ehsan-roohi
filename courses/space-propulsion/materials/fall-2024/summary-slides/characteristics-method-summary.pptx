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8" r:id="rId3"/>
    <p:sldId id="263" r:id="rId4"/>
    <p:sldId id="265" r:id="rId5"/>
    <p:sldId id="267" r:id="rId6"/>
    <p:sldId id="272" r:id="rId7"/>
    <p:sldId id="274" r:id="rId8"/>
    <p:sldId id="27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11/3/2024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360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b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00"/>
    </mc:Choice>
    <mc:Fallback xmlns="">
      <p:transition spd="slow" advTm="66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816089-9146-4A75-BFCE-737F9434CDD5}"/>
              </a:ext>
            </a:extLst>
          </p:cNvPr>
          <p:cNvSpPr txBox="1"/>
          <p:nvPr/>
        </p:nvSpPr>
        <p:spPr>
          <a:xfrm>
            <a:off x="497540" y="258901"/>
            <a:ext cx="1102210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16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characteristics (MOC) for solving flow problems described by hyperbolic PDEs.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fa-IR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</a:pPr>
            <a:r>
              <a:rPr lang="en-US" b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1</a:t>
            </a:r>
            <a:r>
              <a:rPr lang="en-US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characteristic in a two-dimensional supersonic flow is a curve or line along which physical disturbances are propagated at the local speed of sound relative to the gas. </a:t>
            </a:r>
          </a:p>
          <a:p>
            <a:pPr algn="just">
              <a:buClr>
                <a:srgbClr val="C00000"/>
              </a:buClr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C00000"/>
              </a:buClr>
            </a:pPr>
            <a:endParaRPr lang="en-US" sz="1600" b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94759BF-A7BF-40EF-BC56-446FD7493757}"/>
              </a:ext>
            </a:extLst>
          </p:cNvPr>
          <p:cNvSpPr txBox="1">
            <a:spLocks/>
          </p:cNvSpPr>
          <p:nvPr/>
        </p:nvSpPr>
        <p:spPr>
          <a:xfrm>
            <a:off x="497540" y="1047054"/>
            <a:ext cx="10628695" cy="406235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Important properties of characteristics to derive the equations of MOC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44C81B-13C2-49C0-BD8B-489C9DE8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25" y="3419241"/>
            <a:ext cx="4307799" cy="15298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43F9F7-A5D0-456F-A55D-D3FEEE411651}"/>
              </a:ext>
            </a:extLst>
          </p:cNvPr>
          <p:cNvSpPr txBox="1"/>
          <p:nvPr/>
        </p:nvSpPr>
        <p:spPr>
          <a:xfrm>
            <a:off x="497539" y="2058296"/>
            <a:ext cx="1102210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Property 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A characteristic is a curve across which flow properties are continuous, although they may have discontinuous first derivatives, and along which the derivatives are indeterminate.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06F86-9998-4D11-8352-32B8886BBE44}"/>
              </a:ext>
            </a:extLst>
          </p:cNvPr>
          <p:cNvSpPr txBox="1"/>
          <p:nvPr/>
        </p:nvSpPr>
        <p:spPr>
          <a:xfrm>
            <a:off x="497538" y="2588803"/>
            <a:ext cx="11022106" cy="940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Low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Property 3: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A characteristic is a curve along which the governing partial differential equation(s) may be manipulated into an ordinary differential equation(s). (A characteristic is a curve along which the governing PDE becomes an ODE.) </a:t>
            </a:r>
          </a:p>
          <a:p>
            <a:pPr marL="0" marR="0" lvl="0" indent="0" algn="justLow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557A68-95BE-44E6-AA85-92983D74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4389441"/>
            <a:ext cx="7797982" cy="151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8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385"/>
    </mc:Choice>
    <mc:Fallback xmlns="">
      <p:transition spd="slow" advTm="115385"/>
    </mc:Fallback>
  </mc:AlternateContent>
  <p:extLst>
    <p:ext uri="{3A86A75C-4F4B-4683-9AE1-C65F6400EC91}">
      <p14:laserTraceLst xmlns:p14="http://schemas.microsoft.com/office/powerpoint/2010/main">
        <p14:tracePtLst>
          <p14:tracePt t="8407" x="3706813" y="6207125"/>
          <p14:tracePt t="8420" x="3898900" y="5376863"/>
          <p14:tracePt t="8436" x="4313238" y="3810000"/>
          <p14:tracePt t="8452" x="4654550" y="2855913"/>
          <p14:tracePt t="8464" x="4865688" y="2341563"/>
          <p14:tracePt t="8472" x="5038725" y="1927225"/>
          <p14:tracePt t="8495" x="5535613" y="1090613"/>
          <p14:tracePt t="8504" x="5672138" y="941388"/>
          <p14:tracePt t="8533" x="5919788" y="693738"/>
          <p14:tracePt t="8539" x="5981700" y="631825"/>
          <p14:tracePt t="8551" x="6056313" y="582613"/>
          <p14:tracePt t="8562" x="6142038" y="514350"/>
          <p14:tracePt t="8572" x="6223000" y="482600"/>
          <p14:tracePt t="8587" x="6291263" y="471488"/>
          <p14:tracePt t="8591" x="6303963" y="471488"/>
          <p14:tracePt t="8605" x="6334125" y="471488"/>
          <p14:tracePt t="8617" x="6359525" y="471488"/>
          <p14:tracePt t="8626" x="6402388" y="471488"/>
          <p14:tracePt t="8630" x="6415088" y="471488"/>
          <p14:tracePt t="8641" x="6440488" y="471488"/>
          <p14:tracePt t="8653" x="6457950" y="471488"/>
          <p14:tracePt t="8671" x="6489700" y="471488"/>
          <p14:tracePt t="8675" x="6508750" y="471488"/>
          <p14:tracePt t="8687" x="6519863" y="471488"/>
          <p14:tracePt t="8704" x="6519863" y="465138"/>
          <p14:tracePt t="8735" x="6526213" y="465138"/>
          <p14:tracePt t="8747" x="6526213" y="458788"/>
          <p14:tracePt t="8750" x="6532563" y="452438"/>
          <p14:tracePt t="8759" x="6538913" y="452438"/>
          <p14:tracePt t="8807" x="6538913" y="458788"/>
          <p14:tracePt t="8816" x="6538913" y="495300"/>
          <p14:tracePt t="8828" x="6538913" y="569913"/>
          <p14:tracePt t="8837" x="6538913" y="606425"/>
          <p14:tracePt t="8854" x="6538913" y="668338"/>
          <p14:tracePt t="8858" x="6526213" y="700088"/>
          <p14:tracePt t="8869" x="6526213" y="712788"/>
          <p14:tracePt t="8874" x="6519863" y="742950"/>
          <p14:tracePt t="8887" x="6502400" y="781050"/>
          <p14:tracePt t="8894" x="6464300" y="836613"/>
          <p14:tracePt t="8907" x="6434138" y="855663"/>
          <p14:tracePt t="8919" x="6365875" y="904875"/>
          <p14:tracePt t="8936" x="6346825" y="904875"/>
          <p14:tracePt t="8953" x="6310313" y="917575"/>
          <p14:tracePt t="8976" x="6284913" y="917575"/>
          <p14:tracePt t="8989" x="6272213" y="917575"/>
          <p14:tracePt t="9006" x="6265863" y="917575"/>
          <p14:tracePt t="9015" x="6259513" y="917575"/>
          <p14:tracePt t="9028" x="6254750" y="917575"/>
          <p14:tracePt t="9038" x="6248400" y="917575"/>
          <p14:tracePt t="9055" x="6235700" y="917575"/>
          <p14:tracePt t="9098" x="6229350" y="917575"/>
          <p14:tracePt t="9128" x="6229350" y="911225"/>
          <p14:tracePt t="9137" x="6223000" y="911225"/>
          <p14:tracePt t="9152" x="6216650" y="911225"/>
          <p14:tracePt t="9168" x="6210300" y="904875"/>
          <p14:tracePt t="9176" x="6203950" y="904875"/>
          <p14:tracePt t="9189" x="6186488" y="904875"/>
          <p14:tracePt t="9201" x="6180138" y="898525"/>
          <p14:tracePt t="9213" x="6173788" y="898525"/>
          <p14:tracePt t="9222" x="6161088" y="898525"/>
          <p14:tracePt t="9237" x="6129338" y="898525"/>
          <p14:tracePt t="9254" x="6092825" y="898525"/>
          <p14:tracePt t="9259" x="6073775" y="898525"/>
          <p14:tracePt t="9277" x="6043613" y="898525"/>
          <p14:tracePt t="9288" x="6037263" y="898525"/>
          <p14:tracePt t="9296" x="6030913" y="898525"/>
          <p14:tracePt t="9416" x="6030913" y="892175"/>
          <p14:tracePt t="9428" x="6056313" y="885825"/>
          <p14:tracePt t="9443" x="6105525" y="885825"/>
          <p14:tracePt t="9458" x="6180138" y="885825"/>
          <p14:tracePt t="9476" x="6297613" y="885825"/>
          <p14:tracePt t="9486" x="6323013" y="885825"/>
          <p14:tracePt t="9497" x="6457950" y="885825"/>
          <p14:tracePt t="9502" x="6526213" y="885825"/>
          <p14:tracePt t="9512" x="6607175" y="885825"/>
          <p14:tracePt t="9520" x="6688138" y="885825"/>
          <p14:tracePt t="9537" x="6811963" y="885825"/>
          <p14:tracePt t="9553" x="6929438" y="885825"/>
          <p14:tracePt t="9556" x="6954838" y="885825"/>
          <p14:tracePt t="9565" x="6991350" y="885825"/>
          <p14:tracePt t="9571" x="6997700" y="885825"/>
          <p14:tracePt t="9590" x="7010400" y="885825"/>
          <p14:tracePt t="9772" x="7023100" y="898525"/>
          <p14:tracePt t="9789" x="7040563" y="917575"/>
          <p14:tracePt t="9804" x="7046913" y="922338"/>
          <p14:tracePt t="9810" x="7065963" y="928688"/>
          <p14:tracePt t="9820" x="7108825" y="928688"/>
          <p14:tracePt t="9837" x="7170738" y="941388"/>
          <p14:tracePt t="9853" x="7245350" y="941388"/>
          <p14:tracePt t="9870" x="7375525" y="941388"/>
          <p14:tracePt t="9887" x="7512050" y="941388"/>
          <p14:tracePt t="9905" x="7605713" y="941388"/>
          <p14:tracePt t="9908" x="7654925" y="941388"/>
          <p14:tracePt t="9920" x="7680325" y="941388"/>
          <p14:tracePt t="9925" x="7704138" y="941388"/>
          <p14:tracePt t="9939" x="7742238" y="941388"/>
          <p14:tracePt t="9955" x="7748588" y="941388"/>
          <p14:tracePt t="9972" x="7753350" y="941388"/>
          <p14:tracePt t="9987" x="7759700" y="941388"/>
          <p14:tracePt t="10003" x="7766050" y="941388"/>
          <p14:tracePt t="10102" x="7772400" y="941388"/>
          <p14:tracePt t="10127" x="7785100" y="947738"/>
          <p14:tracePt t="10139" x="7791450" y="954088"/>
          <p14:tracePt t="10147" x="7797800" y="960438"/>
          <p14:tracePt t="10157" x="7804150" y="960438"/>
          <p14:tracePt t="10164" x="7810500" y="966788"/>
          <p14:tracePt t="10178" x="7834313" y="973138"/>
          <p14:tracePt t="10190" x="7847013" y="973138"/>
          <p14:tracePt t="10196" x="7866063" y="973138"/>
          <p14:tracePt t="10208" x="7908925" y="973138"/>
          <p14:tracePt t="10223" x="7958138" y="973138"/>
          <p14:tracePt t="10236" x="8045450" y="973138"/>
          <p14:tracePt t="10253" x="8139113" y="960438"/>
          <p14:tracePt t="10269" x="8224838" y="960438"/>
          <p14:tracePt t="10288" x="8250238" y="960438"/>
          <p14:tracePt t="10293" x="8256588" y="960438"/>
          <p14:tracePt t="10302" x="8262938" y="960438"/>
          <p14:tracePt t="10316" x="8269288" y="960438"/>
          <p14:tracePt t="10340" x="8274050" y="960438"/>
          <p14:tracePt t="10356" x="8293100" y="960438"/>
          <p14:tracePt t="10364" x="8299450" y="960438"/>
          <p14:tracePt t="10376" x="8305800" y="960438"/>
          <p14:tracePt t="10389" x="8312150" y="960438"/>
          <p14:tracePt t="10466" x="8318500" y="960438"/>
          <p14:tracePt t="10477" x="8324850" y="960438"/>
          <p14:tracePt t="10485" x="8342313" y="960438"/>
          <p14:tracePt t="10491" x="8348663" y="960438"/>
          <p14:tracePt t="10503" x="8361363" y="960438"/>
          <p14:tracePt t="10506" x="8374063" y="960438"/>
          <p14:tracePt t="10515" x="8380413" y="960438"/>
          <p14:tracePt t="10525" x="8386763" y="960438"/>
          <p14:tracePt t="10599" x="8380413" y="954088"/>
          <p14:tracePt t="10611" x="8367713" y="954088"/>
          <p14:tracePt t="10622" x="8361363" y="947738"/>
          <p14:tracePt t="10629" x="8355013" y="947738"/>
          <p14:tracePt t="10679" x="8348663" y="947738"/>
          <p14:tracePt t="10704" x="8342313" y="947738"/>
          <p14:tracePt t="10717" x="8331200" y="947738"/>
          <p14:tracePt t="10726" x="8318500" y="947738"/>
          <p14:tracePt t="10740" x="8312150" y="947738"/>
          <p14:tracePt t="10884" x="8305800" y="947738"/>
          <p14:tracePt t="10897" x="8293100" y="947738"/>
          <p14:tracePt t="11092" x="8299450" y="947738"/>
          <p14:tracePt t="11102" x="8305800" y="935038"/>
          <p14:tracePt t="11110" x="8318500" y="922338"/>
          <p14:tracePt t="11119" x="8355013" y="904875"/>
          <p14:tracePt t="11124" x="8374063" y="885825"/>
          <p14:tracePt t="11131" x="8397875" y="885825"/>
          <p14:tracePt t="11144" x="8435975" y="873125"/>
          <p14:tracePt t="11158" x="8523288" y="866775"/>
          <p14:tracePt t="11163" x="8553450" y="866775"/>
          <p14:tracePt t="11176" x="8566150" y="866775"/>
          <p14:tracePt t="11202" x="8578850" y="866775"/>
          <p14:tracePt t="11222" x="8578850" y="873125"/>
          <p14:tracePt t="11239" x="8578850" y="879475"/>
          <p14:tracePt t="11252" x="8578850" y="885825"/>
          <p14:tracePt t="11285" x="8572500" y="885825"/>
          <p14:tracePt t="11310" x="8566150" y="885825"/>
          <p14:tracePt t="11358" x="8566150" y="892175"/>
          <p14:tracePt t="13208" x="8553450" y="904875"/>
          <p14:tracePt t="13221" x="8540750" y="917575"/>
          <p14:tracePt t="13239" x="8510588" y="954088"/>
          <p14:tracePt t="13254" x="8485188" y="979488"/>
          <p14:tracePt t="13260" x="8466138" y="996950"/>
          <p14:tracePt t="13275" x="8461375" y="1009650"/>
          <p14:tracePt t="13288" x="8461375" y="1028700"/>
          <p14:tracePt t="13291" x="8461375" y="1035050"/>
          <p14:tracePt t="13304" x="8461375" y="1047750"/>
          <p14:tracePt t="13321" x="8478838" y="1071563"/>
          <p14:tracePt t="13325" x="8485188" y="1090613"/>
          <p14:tracePt t="13335" x="8491538" y="1109663"/>
          <p14:tracePt t="13347" x="8510588" y="1139825"/>
          <p14:tracePt t="13355" x="8510588" y="1158875"/>
          <p14:tracePt t="13364" x="8516938" y="1171575"/>
          <p14:tracePt t="13376" x="8528050" y="1201738"/>
          <p14:tracePt t="13392" x="8534400" y="1244600"/>
          <p14:tracePt t="13407" x="8547100" y="1295400"/>
          <p14:tracePt t="13421" x="8553450" y="1363663"/>
          <p14:tracePt t="13438" x="8559800" y="1400175"/>
          <p14:tracePt t="13455" x="8559800" y="1468438"/>
          <p14:tracePt t="13463" x="8559800" y="1504950"/>
          <p14:tracePt t="13470" x="8559800" y="1555750"/>
          <p14:tracePt t="13478" x="8559800" y="1604963"/>
          <p14:tracePt t="13489" x="8559800" y="1641475"/>
          <p14:tracePt t="13495" x="8547100" y="1660525"/>
          <p14:tracePt t="13503" x="8540750" y="1684338"/>
          <p14:tracePt t="13510" x="8540750" y="1716088"/>
          <p14:tracePt t="13522" x="8528050" y="1728788"/>
          <p14:tracePt t="13530" x="8516938" y="1741488"/>
          <p14:tracePt t="13538" x="8516938" y="1746250"/>
          <p14:tracePt t="13555" x="8504238" y="1752600"/>
          <p14:tracePt t="13569" x="8466138" y="1790700"/>
          <p14:tracePt t="13588" x="8380413" y="1865313"/>
          <p14:tracePt t="13597" x="8348663" y="1882775"/>
          <p14:tracePt t="13604" x="8237538" y="1963738"/>
          <p14:tracePt t="13614" x="8205788" y="1989138"/>
          <p14:tracePt t="13620" x="8181975" y="2006600"/>
          <p14:tracePt t="13631" x="8126413" y="2051050"/>
          <p14:tracePt t="13638" x="8107363" y="2068513"/>
          <p14:tracePt t="13648" x="8081963" y="2081213"/>
          <p14:tracePt t="13658" x="8051800" y="2100263"/>
          <p14:tracePt t="13671" x="8020050" y="2112963"/>
          <p14:tracePt t="13675" x="7996238" y="2125663"/>
          <p14:tracePt t="13688" x="7977188" y="2130425"/>
          <p14:tracePt t="13691" x="7927975" y="2143125"/>
          <p14:tracePt t="13706" x="7889875" y="2143125"/>
          <p14:tracePt t="13713" x="7821613" y="2149475"/>
          <p14:tracePt t="13720" x="7753350" y="2162175"/>
          <p14:tracePt t="13726" x="7685088" y="2174875"/>
          <p14:tracePt t="13730" x="7599363" y="2198688"/>
          <p14:tracePt t="13741" x="7512050" y="2211388"/>
          <p14:tracePt t="13754" x="7443788" y="2224088"/>
          <p14:tracePt t="13758" x="7339013" y="2236788"/>
          <p14:tracePt t="13772" x="7153275" y="2260600"/>
          <p14:tracePt t="13790" x="6985000" y="2286000"/>
          <p14:tracePt t="13807" x="6718300" y="2311400"/>
          <p14:tracePt t="13819" x="6570663" y="2322513"/>
          <p14:tracePt t="13837" x="5981700" y="2403475"/>
          <p14:tracePt t="13855" x="5535613" y="2465388"/>
          <p14:tracePt t="13870" x="5076825" y="2497138"/>
          <p14:tracePt t="13892" x="4387850" y="2514600"/>
          <p14:tracePt t="13912" x="3935413" y="2503488"/>
          <p14:tracePt t="13927" x="3440113" y="2471738"/>
          <p14:tracePt t="13937" x="3278188" y="2459038"/>
          <p14:tracePt t="13944" x="3111500" y="2428875"/>
          <p14:tracePt t="13950" x="2962275" y="2403475"/>
          <p14:tracePt t="13957" x="2795588" y="2360613"/>
          <p14:tracePt t="13975" x="2492375" y="2266950"/>
          <p14:tracePt t="13995" x="2249488" y="2143125"/>
          <p14:tracePt t="14001" x="2125663" y="2063750"/>
          <p14:tracePt t="14009" x="2014538" y="1982788"/>
          <p14:tracePt t="14021" x="1865313" y="1839913"/>
          <p14:tracePt t="14038" x="1704975" y="1654175"/>
          <p14:tracePt t="14054" x="1592263" y="1504950"/>
          <p14:tracePt t="14071" x="1555750" y="1449388"/>
          <p14:tracePt t="14077" x="1543050" y="1430338"/>
          <p14:tracePt t="14085" x="1530350" y="1412875"/>
          <p14:tracePt t="14095" x="1519238" y="1406525"/>
          <p14:tracePt t="14109" x="1512888" y="1393825"/>
          <p14:tracePt t="14118" x="1506538" y="1374775"/>
          <p14:tracePt t="14128" x="1493838" y="1363663"/>
          <p14:tracePt t="14169" x="1493838" y="1357313"/>
          <p14:tracePt t="14192" x="1493838" y="1344613"/>
          <p14:tracePt t="14202" x="1493838" y="1338263"/>
          <p14:tracePt t="14210" x="1493838" y="1331913"/>
          <p14:tracePt t="14221" x="1512888" y="1325563"/>
          <p14:tracePt t="14239" x="1530350" y="1325563"/>
          <p14:tracePt t="14246" x="1536700" y="1325563"/>
          <p14:tracePt t="14254" x="1562100" y="1325563"/>
          <p14:tracePt t="14265" x="1587500" y="1331913"/>
          <p14:tracePt t="14275" x="1636713" y="1350963"/>
          <p14:tracePt t="14287" x="1754188" y="1393825"/>
          <p14:tracePt t="14304" x="1878013" y="1443038"/>
          <p14:tracePt t="14320" x="1989138" y="1474788"/>
          <p14:tracePt t="14325" x="2027238" y="1481138"/>
          <p14:tracePt t="14337" x="2082800" y="1492250"/>
          <p14:tracePt t="14345" x="2132013" y="1504950"/>
          <p14:tracePt t="14355" x="2243138" y="1536700"/>
          <p14:tracePt t="14368" x="2268538" y="1536700"/>
          <p14:tracePt t="14377" x="2300288" y="1536700"/>
          <p14:tracePt t="14391" x="2305050" y="1536700"/>
          <p14:tracePt t="14499" x="2305050" y="1543050"/>
          <p14:tracePt t="14527" x="2305050" y="1560513"/>
          <p14:tracePt t="14540" x="2305050" y="1579563"/>
          <p14:tracePt t="14552" x="2305050" y="1592263"/>
          <p14:tracePt t="14562" x="2293938" y="1598613"/>
          <p14:tracePt t="14566" x="2281238" y="1611313"/>
          <p14:tracePt t="14576" x="2274888" y="1611313"/>
          <p14:tracePt t="14589" x="2243138" y="1628775"/>
          <p14:tracePt t="14614" x="2193925" y="1635125"/>
          <p14:tracePt t="14621" x="2187575" y="1635125"/>
          <p14:tracePt t="14635" x="2170113" y="1635125"/>
          <p14:tracePt t="14643" x="2151063" y="1647825"/>
          <p14:tracePt t="14656" x="2138363" y="1647825"/>
          <p14:tracePt t="14661" x="2125663" y="1647825"/>
          <p14:tracePt t="14670" x="2108200" y="1647825"/>
          <p14:tracePt t="14687" x="2057400" y="1647825"/>
          <p14:tracePt t="14691" x="2020888" y="1647825"/>
          <p14:tracePt t="14706" x="1982788" y="1647825"/>
          <p14:tracePt t="14713" x="1952625" y="1647825"/>
          <p14:tracePt t="14719" x="1914525" y="1647825"/>
          <p14:tracePt t="14727" x="1878013" y="1647825"/>
          <p14:tracePt t="14737" x="1828800" y="1647825"/>
          <p14:tracePt t="14741" x="1760538" y="1660525"/>
          <p14:tracePt t="14754" x="1735138" y="1666875"/>
          <p14:tracePt t="14758" x="1698625" y="1679575"/>
          <p14:tracePt t="14772" x="1654175" y="1684338"/>
          <p14:tracePt t="14791" x="1587500" y="1690688"/>
          <p14:tracePt t="14801" x="1574800" y="1690688"/>
          <p14:tracePt t="14808" x="1543050" y="1690688"/>
          <p14:tracePt t="14814" x="1530350" y="1690688"/>
          <p14:tracePt t="14824" x="1524000" y="1690688"/>
          <p14:tracePt t="14838" x="1493838" y="1690688"/>
          <p14:tracePt t="14854" x="1474788" y="1666875"/>
          <p14:tracePt t="14871" x="1462088" y="1660525"/>
          <p14:tracePt t="14876" x="1457325" y="1654175"/>
          <p14:tracePt t="14902" x="1438275" y="1641475"/>
          <p14:tracePt t="14910" x="1412875" y="1617663"/>
          <p14:tracePt t="14927" x="1400175" y="1592263"/>
          <p14:tracePt t="14942" x="1400175" y="1585913"/>
          <p14:tracePt t="14955" x="1393825" y="1579563"/>
          <p14:tracePt t="14972" x="1382713" y="1573213"/>
          <p14:tracePt t="14989" x="1382713" y="1566863"/>
          <p14:tracePt t="15004" x="1376363" y="1566863"/>
          <p14:tracePt t="15022" x="1370013" y="1555750"/>
          <p14:tracePt t="15040" x="1370013" y="1549400"/>
          <p14:tracePt t="15046" x="1363663" y="1543050"/>
          <p14:tracePt t="15056" x="1363663" y="1536700"/>
          <p14:tracePt t="15070" x="1350963" y="1524000"/>
          <p14:tracePt t="15088" x="1344613" y="1517650"/>
          <p14:tracePt t="15225" x="1338263" y="1504950"/>
          <p14:tracePt t="15303" x="1338263" y="1498600"/>
          <p14:tracePt t="15673" x="1344613" y="1492250"/>
          <p14:tracePt t="15686" x="1376363" y="1481138"/>
          <p14:tracePt t="15694" x="1393825" y="1468438"/>
          <p14:tracePt t="15700" x="1406525" y="1468438"/>
          <p14:tracePt t="15716" x="1444625" y="1462088"/>
          <p14:tracePt t="15725" x="1468438" y="1462088"/>
          <p14:tracePt t="15754" x="1536700" y="1462088"/>
          <p14:tracePt t="15770" x="1624013" y="1462088"/>
          <p14:tracePt t="15779" x="1660525" y="1462088"/>
          <p14:tracePt t="15789" x="1809750" y="1468438"/>
          <p14:tracePt t="15797" x="1878013" y="1492250"/>
          <p14:tracePt t="15815" x="1952625" y="1517650"/>
          <p14:tracePt t="15825" x="2051050" y="1549400"/>
          <p14:tracePt t="15860" x="2151063" y="1573213"/>
          <p14:tracePt t="15865" x="2225675" y="1573213"/>
          <p14:tracePt t="15875" x="2274888" y="1573213"/>
          <p14:tracePt t="15889" x="2305050" y="1573213"/>
          <p14:tracePt t="15905" x="2366963" y="1573213"/>
          <p14:tracePt t="15926" x="2411413" y="1536700"/>
          <p14:tracePt t="15938" x="2435225" y="1530350"/>
          <p14:tracePt t="15945" x="2441575" y="1524000"/>
          <p14:tracePt t="15956" x="2460625" y="1504950"/>
          <p14:tracePt t="15965" x="2479675" y="1498600"/>
          <p14:tracePt t="15972" x="2509838" y="1487488"/>
          <p14:tracePt t="15983" x="2516188" y="1487488"/>
          <p14:tracePt t="15990" x="2516188" y="1481138"/>
          <p14:tracePt t="16041" x="2528888" y="1481138"/>
          <p14:tracePt t="16082" x="2535238" y="1481138"/>
          <p14:tracePt t="16096" x="2541588" y="1481138"/>
          <p14:tracePt t="16119" x="2547938" y="1474788"/>
          <p14:tracePt t="16125" x="2554288" y="1474788"/>
          <p14:tracePt t="16140" x="2560638" y="1474788"/>
          <p14:tracePt t="16168" x="2565400" y="1474788"/>
          <p14:tracePt t="16186" x="2571750" y="1474788"/>
          <p14:tracePt t="16200" x="2584450" y="1474788"/>
          <p14:tracePt t="16215" x="2590800" y="1474788"/>
          <p14:tracePt t="16224" x="2603500" y="1474788"/>
          <p14:tracePt t="16228" x="2609850" y="1468438"/>
          <p14:tracePt t="16238" x="2616200" y="1468438"/>
          <p14:tracePt t="16255" x="2633663" y="1468438"/>
          <p14:tracePt t="16271" x="2646363" y="1468438"/>
          <p14:tracePt t="16293" x="2695575" y="1468438"/>
          <p14:tracePt t="16313" x="2746375" y="1468438"/>
          <p14:tracePt t="16320" x="2763838" y="1468438"/>
          <p14:tracePt t="16326" x="2789238" y="1468438"/>
          <p14:tracePt t="16341" x="2808288" y="1468438"/>
          <p14:tracePt t="16345" x="2832100" y="1468438"/>
          <p14:tracePt t="16353" x="2870200" y="1455738"/>
          <p14:tracePt t="16366" x="2932113" y="1455738"/>
          <p14:tracePt t="16380" x="2974975" y="1455738"/>
          <p14:tracePt t="16389" x="3006725" y="1449388"/>
          <p14:tracePt t="16407" x="3017838" y="1449388"/>
          <p14:tracePt t="16422" x="3062288" y="1449388"/>
          <p14:tracePt t="16437" x="3086100" y="1449388"/>
          <p14:tracePt t="16447" x="3098800" y="1443038"/>
          <p14:tracePt t="16455" x="3111500" y="1443038"/>
          <p14:tracePt t="16471" x="3124200" y="1436688"/>
          <p14:tracePt t="16488" x="3136900" y="1436688"/>
          <p14:tracePt t="16505" x="3143250" y="1436688"/>
          <p14:tracePt t="16508" x="3148013" y="1436688"/>
          <p14:tracePt t="16526" x="3167063" y="1436688"/>
          <p14:tracePt t="16534" x="3179763" y="1436688"/>
          <p14:tracePt t="16540" x="3186113" y="1436688"/>
          <p14:tracePt t="16547" x="3209925" y="1436688"/>
          <p14:tracePt t="16556" x="3228975" y="1436688"/>
          <p14:tracePt t="16571" x="3241675" y="1436688"/>
          <p14:tracePt t="16589" x="3346450" y="1425575"/>
          <p14:tracePt t="16605" x="3408363" y="1412875"/>
          <p14:tracePt t="16621" x="3544888" y="1412875"/>
          <p14:tracePt t="16638" x="3606800" y="1412875"/>
          <p14:tracePt t="16655" x="3663950" y="1412875"/>
          <p14:tracePt t="16665" x="3687763" y="1412875"/>
          <p14:tracePt t="16672" x="3713163" y="1412875"/>
          <p14:tracePt t="16686" x="3725863" y="1412875"/>
          <p14:tracePt t="16695" x="3730625" y="1412875"/>
          <p14:tracePt t="16702" x="3743325" y="1412875"/>
          <p14:tracePt t="16711" x="3749675" y="1412875"/>
          <p14:tracePt t="16726" x="3756025" y="1412875"/>
          <p14:tracePt t="16738" x="3756025" y="1425575"/>
          <p14:tracePt t="16741" x="3762375" y="1425575"/>
          <p14:tracePt t="16757" x="3775075" y="1425575"/>
          <p14:tracePt t="16774" x="3781425" y="1425575"/>
          <p14:tracePt t="16805" x="3787775" y="1425575"/>
          <p14:tracePt t="16813" x="3794125" y="1425575"/>
          <p14:tracePt t="16820" x="3798888" y="1425575"/>
          <p14:tracePt t="16842" x="3805238" y="1425575"/>
          <p14:tracePt t="16856" x="3811588" y="1425575"/>
          <p14:tracePt t="16876" x="3843338" y="1425575"/>
          <p14:tracePt t="16885" x="3856038" y="1425575"/>
          <p14:tracePt t="16895" x="3867150" y="1425575"/>
          <p14:tracePt t="16904" x="3873500" y="1425575"/>
          <p14:tracePt t="16913" x="3886200" y="1425575"/>
          <p14:tracePt t="16925" x="3892550" y="1425575"/>
          <p14:tracePt t="16932" x="3911600" y="1425575"/>
          <p14:tracePt t="16945" x="3917950" y="1425575"/>
          <p14:tracePt t="16957" x="3948113" y="1425575"/>
          <p14:tracePt t="16971" x="3979863" y="1425575"/>
          <p14:tracePt t="16988" x="4010025" y="1425575"/>
          <p14:tracePt t="17009" x="4035425" y="1419225"/>
          <p14:tracePt t="17015" x="4041775" y="1419225"/>
          <p14:tracePt t="17023" x="4048125" y="1419225"/>
          <p14:tracePt t="17035" x="4052888" y="1419225"/>
          <p14:tracePt t="17042" x="4059238" y="1419225"/>
          <p14:tracePt t="17046" x="4065588" y="1419225"/>
          <p14:tracePt t="17057" x="4078288" y="1419225"/>
          <p14:tracePt t="17071" x="4084638" y="1419225"/>
          <p14:tracePt t="17095" x="4090988" y="1419225"/>
          <p14:tracePt t="17143" x="4097338" y="1419225"/>
          <p14:tracePt t="17158" x="4127500" y="1419225"/>
          <p14:tracePt t="17169" x="4146550" y="1419225"/>
          <p14:tracePt t="17179" x="4159250" y="1412875"/>
          <p14:tracePt t="17186" x="4189413" y="1412875"/>
          <p14:tracePt t="17192" x="4202113" y="1412875"/>
          <p14:tracePt t="17205" x="4246563" y="1412875"/>
          <p14:tracePt t="17223" x="4289425" y="1412875"/>
          <p14:tracePt t="17238" x="4308475" y="1412875"/>
          <p14:tracePt t="17255" x="4319588" y="1412875"/>
          <p14:tracePt t="17287" x="4325938" y="1412875"/>
          <p14:tracePt t="17304" x="4332288" y="1412875"/>
          <p14:tracePt t="17320" x="4338638" y="1412875"/>
          <p14:tracePt t="17326" x="4344988" y="1412875"/>
          <p14:tracePt t="17340" x="4351338" y="1412875"/>
          <p14:tracePt t="17348" x="4370388" y="1412875"/>
          <p14:tracePt t="17356" x="4376738" y="1412875"/>
          <p14:tracePt t="17365" x="4400550" y="1412875"/>
          <p14:tracePt t="17376" x="4432300" y="1412875"/>
          <p14:tracePt t="17381" x="4438650" y="1412875"/>
          <p14:tracePt t="17399" x="4456113" y="1412875"/>
          <p14:tracePt t="17407" x="4475163" y="1412875"/>
          <p14:tracePt t="17416" x="4487863" y="1412875"/>
          <p14:tracePt t="17423" x="4506913" y="1412875"/>
          <p14:tracePt t="17439" x="4511675" y="1412875"/>
          <p14:tracePt t="17444" x="4518025" y="1412875"/>
          <p14:tracePt t="17455" x="4537075" y="1412875"/>
          <p14:tracePt t="17462" x="4543425" y="1412875"/>
          <p14:tracePt t="17475" x="4549775" y="1412875"/>
          <p14:tracePt t="17486" x="4556125" y="1412875"/>
          <p14:tracePt t="17504" x="4562475" y="1412875"/>
          <p14:tracePt t="17519" x="4568825" y="1412875"/>
          <p14:tracePt t="17539" x="4579938" y="1412875"/>
          <p14:tracePt t="17549" x="4586288" y="1412875"/>
          <p14:tracePt t="17562" x="4605338" y="1412875"/>
          <p14:tracePt t="17574" x="4630738" y="1412875"/>
          <p14:tracePt t="17592" x="4673600" y="1412875"/>
          <p14:tracePt t="17599" x="4699000" y="1412875"/>
          <p14:tracePt t="17605" x="4716463" y="1412875"/>
          <p14:tracePt t="17613" x="4741863" y="1412875"/>
          <p14:tracePt t="17628" x="4797425" y="1412875"/>
          <p14:tracePt t="17648" x="4833938" y="1412875"/>
          <p14:tracePt t="17657" x="4872038" y="1412875"/>
          <p14:tracePt t="17666" x="4895850" y="1412875"/>
          <p14:tracePt t="17671" x="4921250" y="1412875"/>
          <p14:tracePt t="17691" x="4983163" y="1412875"/>
          <p14:tracePt t="17697" x="5014913" y="1412875"/>
          <p14:tracePt t="17703" x="5038725" y="1412875"/>
          <p14:tracePt t="17707" x="5064125" y="1406525"/>
          <p14:tracePt t="17728" x="5106988" y="1406525"/>
          <p14:tracePt t="17742" x="5151438" y="1406525"/>
          <p14:tracePt t="17762" x="5194300" y="1393825"/>
          <p14:tracePt t="17770" x="5213350" y="1393825"/>
          <p14:tracePt t="17776" x="5219700" y="1393825"/>
          <p14:tracePt t="17786" x="5224463" y="1393825"/>
          <p14:tracePt t="17796" x="5230813" y="1393825"/>
          <p14:tracePt t="17805" x="5237163" y="1393825"/>
          <p14:tracePt t="17822" x="5243513" y="1393825"/>
          <p14:tracePt t="17843" x="5249863" y="1393825"/>
          <p14:tracePt t="17995" x="5262563" y="1393825"/>
          <p14:tracePt t="18046" x="5268913" y="1393825"/>
          <p14:tracePt t="18057" x="5275263" y="1400175"/>
          <p14:tracePt t="18072" x="5286375" y="1400175"/>
          <p14:tracePt t="18089" x="5292725" y="1412875"/>
          <p14:tracePt t="18096" x="5299075" y="1412875"/>
          <p14:tracePt t="18105" x="5299075" y="1419225"/>
          <p14:tracePt t="18125" x="5311775" y="1419225"/>
          <p14:tracePt t="18206" x="5318125" y="1419225"/>
          <p14:tracePt t="18226" x="5324475" y="1425575"/>
          <p14:tracePt t="18241" x="5343525" y="1430338"/>
          <p14:tracePt t="18244" x="5354638" y="1430338"/>
          <p14:tracePt t="18257" x="5360988" y="1430338"/>
          <p14:tracePt t="18263" x="5373688" y="1436688"/>
          <p14:tracePt t="18281" x="5405438" y="1436688"/>
          <p14:tracePt t="18291" x="5448300" y="1449388"/>
          <p14:tracePt t="18306" x="5467350" y="1455738"/>
          <p14:tracePt t="18315" x="5491163" y="1455738"/>
          <p14:tracePt t="18320" x="5522913" y="1468438"/>
          <p14:tracePt t="18327" x="5535613" y="1468438"/>
          <p14:tracePt t="18351" x="5578475" y="1468438"/>
          <p14:tracePt t="18365" x="5591175" y="1468438"/>
          <p14:tracePt t="18380" x="5603875" y="1468438"/>
          <p14:tracePt t="18392" x="5610225" y="1468438"/>
          <p14:tracePt t="18434" x="5621338" y="1468438"/>
          <p14:tracePt t="18453" x="5627688" y="1468438"/>
          <p14:tracePt t="18461" x="5634038" y="1468438"/>
          <p14:tracePt t="18472" x="5646738" y="1468438"/>
          <p14:tracePt t="18488" x="5689600" y="1468438"/>
          <p14:tracePt t="18492" x="5708650" y="1468438"/>
          <p14:tracePt t="18505" x="5734050" y="1468438"/>
          <p14:tracePt t="18510" x="5757863" y="1468438"/>
          <p14:tracePt t="18522" x="5776913" y="1468438"/>
          <p14:tracePt t="18533" x="5819775" y="1468438"/>
          <p14:tracePt t="18542" x="5845175" y="1468438"/>
          <p14:tracePt t="18554" x="5864225" y="1462088"/>
          <p14:tracePt t="18559" x="5888038" y="1462088"/>
          <p14:tracePt t="18568" x="5894388" y="1462088"/>
          <p14:tracePt t="18576" x="5926138" y="1462088"/>
          <p14:tracePt t="18589" x="5956300" y="1455738"/>
          <p14:tracePt t="18591" x="5969000" y="1455738"/>
          <p14:tracePt t="18608" x="5994400" y="1455738"/>
          <p14:tracePt t="18624" x="6037263" y="1443038"/>
          <p14:tracePt t="18634" x="6067425" y="1436688"/>
          <p14:tracePt t="18639" x="6092825" y="1436688"/>
          <p14:tracePt t="18655" x="6154738" y="1425575"/>
          <p14:tracePt t="18661" x="6186488" y="1425575"/>
          <p14:tracePt t="18677" x="6210300" y="1425575"/>
          <p14:tracePt t="18680" x="6229350" y="1425575"/>
          <p14:tracePt t="18691" x="6259513" y="1425575"/>
          <p14:tracePt t="18706" x="6272213" y="1425575"/>
          <p14:tracePt t="18723" x="6291263" y="1425575"/>
          <p14:tracePt t="18727" x="6297613" y="1436688"/>
          <p14:tracePt t="18732" x="6303963" y="1436688"/>
          <p14:tracePt t="18742" x="6310313" y="1443038"/>
          <p14:tracePt t="18755" x="6327775" y="1449388"/>
          <p14:tracePt t="18776" x="6334125" y="1455738"/>
          <p14:tracePt t="18794" x="6340475" y="1455738"/>
          <p14:tracePt t="18806" x="6346825" y="1462088"/>
          <p14:tracePt t="18811" x="6353175" y="1462088"/>
          <p14:tracePt t="18822" x="6384925" y="1481138"/>
          <p14:tracePt t="18838" x="6402388" y="1481138"/>
          <p14:tracePt t="18843" x="6415088" y="1481138"/>
          <p14:tracePt t="18855" x="6453188" y="1487488"/>
          <p14:tracePt t="18863" x="6457950" y="1487488"/>
          <p14:tracePt t="18879" x="6477000" y="1487488"/>
          <p14:tracePt t="18888" x="6489700" y="1492250"/>
          <p14:tracePt t="18898" x="6502400" y="1492250"/>
          <p14:tracePt t="18905" x="6519863" y="1492250"/>
          <p14:tracePt t="18922" x="6538913" y="1504950"/>
          <p14:tracePt t="18938" x="6564313" y="1504950"/>
          <p14:tracePt t="18958" x="6607175" y="1504950"/>
          <p14:tracePt t="18975" x="6638925" y="1504950"/>
          <p14:tracePt t="18985" x="6662738" y="1504950"/>
          <p14:tracePt t="18991" x="6688138" y="1504950"/>
          <p14:tracePt t="19004" x="6718300" y="1498600"/>
          <p14:tracePt t="19015" x="6792913" y="1498600"/>
          <p14:tracePt t="19022" x="6831013" y="1498600"/>
          <p14:tracePt t="19029" x="6854825" y="1498600"/>
          <p14:tracePt t="19042" x="6892925" y="1498600"/>
          <p14:tracePt t="19051" x="6916738" y="1498600"/>
          <p14:tracePt t="19056" x="6935788" y="1492250"/>
          <p14:tracePt t="19062" x="6954838" y="1492250"/>
          <p14:tracePt t="19070" x="6967538" y="1492250"/>
          <p14:tracePt t="19079" x="6985000" y="1492250"/>
          <p14:tracePt t="19088" x="6997700" y="1492250"/>
          <p14:tracePt t="19099" x="7029450" y="1492250"/>
          <p14:tracePt t="19109" x="7046913" y="1492250"/>
          <p14:tracePt t="19122" x="7053263" y="1492250"/>
          <p14:tracePt t="19140" x="7097713" y="1504950"/>
          <p14:tracePt t="19159" x="7127875" y="1511300"/>
          <p14:tracePt t="19181" x="7146925" y="1511300"/>
          <p14:tracePt t="19188" x="7153275" y="1511300"/>
          <p14:tracePt t="19193" x="7165975" y="1511300"/>
          <p14:tracePt t="19200" x="7177088" y="1511300"/>
          <p14:tracePt t="19207" x="7196138" y="1511300"/>
          <p14:tracePt t="19224" x="7208838" y="1511300"/>
          <p14:tracePt t="19228" x="7215188" y="1511300"/>
          <p14:tracePt t="19239" x="7221538" y="1511300"/>
          <p14:tracePt t="19256" x="7227888" y="1511300"/>
          <p14:tracePt t="19612" x="7232650" y="1511300"/>
          <p14:tracePt t="19647" x="7251700" y="1511300"/>
          <p14:tracePt t="19656" x="7264400" y="1511300"/>
          <p14:tracePt t="19668" x="7283450" y="1511300"/>
          <p14:tracePt t="19675" x="7313613" y="1511300"/>
          <p14:tracePt t="19682" x="7326313" y="1511300"/>
          <p14:tracePt t="19691" x="7345363" y="1511300"/>
          <p14:tracePt t="19709" x="7394575" y="1511300"/>
          <p14:tracePt t="19726" x="7407275" y="1511300"/>
          <p14:tracePt t="19734" x="7413625" y="1511300"/>
          <p14:tracePt t="19739" x="7419975" y="1511300"/>
          <p14:tracePt t="19748" x="7424738" y="1511300"/>
          <p14:tracePt t="19764" x="7431088" y="1511300"/>
          <p14:tracePt t="19772" x="7443788" y="1511300"/>
          <p14:tracePt t="19789" x="7450138" y="1511300"/>
          <p14:tracePt t="19806" x="7456488" y="1511300"/>
          <p14:tracePt t="19822" x="7462838" y="1511300"/>
          <p14:tracePt t="19842" x="7469188" y="1511300"/>
          <p14:tracePt t="19860" x="7499350" y="1504950"/>
          <p14:tracePt t="19879" x="7512050" y="1492250"/>
          <p14:tracePt t="19891" x="7518400" y="1492250"/>
          <p14:tracePt t="19969" x="7537450" y="1492250"/>
          <p14:tracePt t="19989" x="7543800" y="1492250"/>
          <p14:tracePt t="23859" x="7543800" y="1498600"/>
          <p14:tracePt t="23867" x="7543800" y="1511300"/>
          <p14:tracePt t="23876" x="7537450" y="1560513"/>
          <p14:tracePt t="23890" x="7518400" y="1592263"/>
          <p14:tracePt t="23895" x="7499350" y="1611313"/>
          <p14:tracePt t="23898" x="7481888" y="1635125"/>
          <p14:tracePt t="23913" x="7456488" y="1654175"/>
          <p14:tracePt t="23923" x="7400925" y="1703388"/>
          <p14:tracePt t="23939" x="7339013" y="1758950"/>
          <p14:tracePt t="23957" x="7239000" y="1827213"/>
          <p14:tracePt t="23965" x="7196138" y="1858963"/>
          <p14:tracePt t="23972" x="7170738" y="1865313"/>
          <p14:tracePt t="23985" x="7102475" y="1901825"/>
          <p14:tracePt t="23992" x="7065963" y="1908175"/>
          <p14:tracePt t="24002" x="6961188" y="1938338"/>
          <p14:tracePt t="24007" x="6842125" y="1963738"/>
          <p14:tracePt t="24016" x="6675438" y="1989138"/>
          <p14:tracePt t="24028" x="6526213" y="2019300"/>
          <p14:tracePt t="24031" x="6340475" y="2044700"/>
          <p14:tracePt t="24040" x="6118225" y="2074863"/>
          <p14:tracePt t="24059" x="5689600" y="2106613"/>
          <p14:tracePt t="24062" x="5416550" y="2106613"/>
          <p14:tracePt t="24074" x="5145088" y="2106613"/>
          <p14:tracePt t="24081" x="4878388" y="2106613"/>
          <p14:tracePt t="24088" x="4637088" y="2106613"/>
          <p14:tracePt t="24096" x="4370388" y="2106613"/>
          <p14:tracePt t="24106" x="4127500" y="2106613"/>
          <p14:tracePt t="24115" x="3619500" y="2106613"/>
          <p14:tracePt t="24125" x="3273425" y="2093913"/>
          <p14:tracePt t="24141" x="2609850" y="2038350"/>
          <p14:tracePt t="24157" x="2232025" y="1995488"/>
          <p14:tracePt t="24175" x="2014538" y="1957388"/>
          <p14:tracePt t="24185" x="1939925" y="1933575"/>
          <p14:tracePt t="24192" x="1909763" y="1914525"/>
          <p14:tracePt t="24205" x="1897063" y="1908175"/>
          <p14:tracePt t="24221" x="1858963" y="1871663"/>
          <p14:tracePt t="24228" x="1822450" y="1833563"/>
          <p14:tracePt t="24235" x="1816100" y="1814513"/>
          <p14:tracePt t="24245" x="1809750" y="1809750"/>
          <p14:tracePt t="24257" x="1797050" y="1809750"/>
          <p14:tracePt t="24275" x="1790700" y="1797050"/>
          <p14:tracePt t="24291" x="1790700" y="1790700"/>
          <p14:tracePt t="24306" x="1790700" y="1784350"/>
          <p14:tracePt t="24323" x="1784350" y="1778000"/>
          <p14:tracePt t="24341" x="1779588" y="1765300"/>
          <p14:tracePt t="24360" x="1766888" y="1758950"/>
          <p14:tracePt t="24374" x="1747838" y="1752600"/>
          <p14:tracePt t="24400" x="1741488" y="1752600"/>
          <p14:tracePt t="25689" x="1741488" y="1758950"/>
          <p14:tracePt t="25705" x="1741488" y="1771650"/>
          <p14:tracePt t="25719" x="1741488" y="1778000"/>
          <p14:tracePt t="25742" x="1741488" y="1784350"/>
          <p14:tracePt t="25845" x="1741488" y="1790700"/>
          <p14:tracePt t="25865" x="1741488" y="1797050"/>
          <p14:tracePt t="25880" x="1741488" y="1803400"/>
          <p14:tracePt t="25952" x="1760538" y="1803400"/>
          <p14:tracePt t="25962" x="1779588" y="1797050"/>
          <p14:tracePt t="25968" x="1790700" y="1784350"/>
          <p14:tracePt t="25986" x="1858963" y="1778000"/>
          <p14:tracePt t="25991" x="1897063" y="1778000"/>
          <p14:tracePt t="26005" x="1933575" y="1765300"/>
          <p14:tracePt t="26021" x="2027238" y="1746250"/>
          <p14:tracePt t="26029" x="2101850" y="1728788"/>
          <p14:tracePt t="26038" x="2174875" y="1716088"/>
          <p14:tracePt t="26053" x="2243138" y="1703388"/>
          <p14:tracePt t="26057" x="2311400" y="1703388"/>
          <p14:tracePt t="26061" x="2362200" y="1690688"/>
          <p14:tracePt t="26066" x="2447925" y="1690688"/>
          <p14:tracePt t="26079" x="2547938" y="1690688"/>
          <p14:tracePt t="26090" x="2646363" y="1690688"/>
          <p14:tracePt t="26108" x="2782888" y="1690688"/>
          <p14:tracePt t="26129" x="2882900" y="1703388"/>
          <p14:tracePt t="26133" x="2887663" y="1709738"/>
          <p14:tracePt t="26144" x="2894013" y="1716088"/>
          <p14:tracePt t="26158" x="2913063" y="1741488"/>
          <p14:tracePt t="26165" x="2919413" y="1746250"/>
          <p14:tracePt t="26174" x="2925763" y="1765300"/>
          <p14:tracePt t="26189" x="2932113" y="1771650"/>
          <p14:tracePt t="26318" x="2938463" y="1771650"/>
          <p14:tracePt t="26334" x="2944813" y="1771650"/>
          <p14:tracePt t="26355" x="2962275" y="1771650"/>
          <p14:tracePt t="26369" x="3013075" y="1784350"/>
          <p14:tracePt t="26382" x="3055938" y="1814513"/>
          <p14:tracePt t="26395" x="3079750" y="1820863"/>
          <p14:tracePt t="26400" x="3111500" y="1833563"/>
          <p14:tracePt t="26416" x="3154363" y="1858963"/>
          <p14:tracePt t="26423" x="3179763" y="1876425"/>
          <p14:tracePt t="26431" x="3198813" y="1882775"/>
          <p14:tracePt t="26446" x="3222625" y="1895475"/>
          <p14:tracePt t="26688" x="3228975" y="1895475"/>
          <p14:tracePt t="26711" x="3235325" y="1895475"/>
          <p14:tracePt t="27432" x="3267075" y="1901825"/>
          <p14:tracePt t="27447" x="3403600" y="1908175"/>
          <p14:tracePt t="27457" x="3459163" y="1908175"/>
          <p14:tracePt t="27476" x="3668713" y="1908175"/>
          <p14:tracePt t="27490" x="3787775" y="1908175"/>
          <p14:tracePt t="27507" x="4048125" y="1908175"/>
          <p14:tracePt t="27525" x="4443413" y="1908175"/>
          <p14:tracePt t="27535" x="4543425" y="1908175"/>
          <p14:tracePt t="27543" x="4654550" y="1908175"/>
          <p14:tracePt t="27561" x="4791075" y="1908175"/>
          <p14:tracePt t="27572" x="4859338" y="1908175"/>
          <p14:tracePt t="27579" x="4878388" y="1908175"/>
          <p14:tracePt t="27635" x="4878388" y="1920875"/>
          <p14:tracePt t="27644" x="4878388" y="1933575"/>
          <p14:tracePt t="27664" x="4878388" y="1957388"/>
          <p14:tracePt t="27672" x="4878388" y="1963738"/>
          <p14:tracePt t="27681" x="4878388" y="1970088"/>
          <p14:tracePt t="27686" x="4878388" y="1976438"/>
          <p14:tracePt t="27702" x="4878388" y="1982788"/>
          <p14:tracePt t="27880" x="4884738" y="1982788"/>
          <p14:tracePt t="27895" x="4902200" y="1982788"/>
          <p14:tracePt t="27910" x="4914900" y="1982788"/>
          <p14:tracePt t="27927" x="4989513" y="1963738"/>
          <p14:tracePt t="27931" x="5021263" y="1944688"/>
          <p14:tracePt t="27941" x="5094288" y="1927225"/>
          <p14:tracePt t="27952" x="5151438" y="1901825"/>
          <p14:tracePt t="27959" x="5187950" y="1895475"/>
          <p14:tracePt t="27972" x="5230813" y="1871663"/>
          <p14:tracePt t="27979" x="5256213" y="1871663"/>
          <p14:tracePt t="27981" x="5275263" y="1871663"/>
          <p14:tracePt t="27992" x="5281613" y="1865313"/>
          <p14:tracePt t="28050" x="5281613" y="1858963"/>
          <p14:tracePt t="28067" x="5286375" y="1846263"/>
          <p14:tracePt t="28078" x="5286375" y="1820863"/>
          <p14:tracePt t="28096" x="5292725" y="1809750"/>
          <p14:tracePt t="28106" x="5292725" y="1790700"/>
          <p14:tracePt t="28112" x="5292725" y="1784350"/>
          <p14:tracePt t="28128" x="5299075" y="1771650"/>
          <p14:tracePt t="28143" x="5299075" y="1765300"/>
          <p14:tracePt t="28216" x="5311775" y="1758950"/>
          <p14:tracePt t="28224" x="5324475" y="1746250"/>
          <p14:tracePt t="28230" x="5343525" y="1741488"/>
          <p14:tracePt t="28236" x="5367338" y="1741488"/>
          <p14:tracePt t="28251" x="5422900" y="1741488"/>
          <p14:tracePt t="28268" x="5429250" y="1741488"/>
          <p14:tracePt t="28288" x="5435600" y="1741488"/>
          <p14:tracePt t="28431" x="5441950" y="1741488"/>
          <p14:tracePt t="28439" x="5448300" y="1741488"/>
          <p14:tracePt t="28448" x="5454650" y="1741488"/>
          <p14:tracePt t="28458" x="5473700" y="1746250"/>
          <p14:tracePt t="28462" x="5484813" y="1758950"/>
          <p14:tracePt t="28475" x="5491163" y="1765300"/>
          <p14:tracePt t="28492" x="5516563" y="1778000"/>
          <p14:tracePt t="28501" x="5529263" y="1778000"/>
          <p14:tracePt t="28510" x="5559425" y="1784350"/>
          <p14:tracePt t="28524" x="5578475" y="1797050"/>
          <p14:tracePt t="28535" x="5627688" y="1797050"/>
          <p14:tracePt t="28543" x="5653088" y="1797050"/>
          <p14:tracePt t="28549" x="5689600" y="1797050"/>
          <p14:tracePt t="28560" x="5721350" y="1803400"/>
          <p14:tracePt t="28574" x="5770563" y="1803400"/>
          <p14:tracePt t="28590" x="5807075" y="1803400"/>
          <p14:tracePt t="28607" x="5826125" y="1814513"/>
          <p14:tracePt t="28613" x="5838825" y="1814513"/>
          <p14:tracePt t="28630" x="5868988" y="1820863"/>
          <p14:tracePt t="28645" x="5919788" y="1827213"/>
          <p14:tracePt t="28659" x="5969000" y="1827213"/>
          <p14:tracePt t="28667" x="5994400" y="1827213"/>
          <p14:tracePt t="28679" x="6011863" y="1827213"/>
          <p14:tracePt t="28692" x="6018213" y="1827213"/>
          <p14:tracePt t="30104" x="6043613" y="1846263"/>
          <p14:tracePt t="30117" x="6135688" y="1895475"/>
          <p14:tracePt t="30123" x="6197600" y="1933575"/>
          <p14:tracePt t="30141" x="6235700" y="1951038"/>
          <p14:tracePt t="30150" x="6303963" y="1963738"/>
          <p14:tracePt t="30160" x="6327775" y="1970088"/>
          <p14:tracePt t="30175" x="6346825" y="1982788"/>
          <p14:tracePt t="30185" x="6402388" y="2000250"/>
          <p14:tracePt t="30191" x="6427788" y="2000250"/>
          <p14:tracePt t="30208" x="6453188" y="2006600"/>
          <p14:tracePt t="30223" x="6519863" y="2006600"/>
          <p14:tracePt t="30230" x="6557963" y="2006600"/>
          <p14:tracePt t="30241" x="6645275" y="2006600"/>
          <p14:tracePt t="30246" x="6694488" y="2006600"/>
          <p14:tracePt t="30249" x="6743700" y="2006600"/>
          <p14:tracePt t="30259" x="6769100" y="2006600"/>
          <p14:tracePt t="30275" x="6799263" y="2006600"/>
          <p14:tracePt t="30292" x="6811963" y="2006600"/>
          <p14:tracePt t="30301" x="6824663" y="2006600"/>
          <p14:tracePt t="30310" x="6837363" y="2006600"/>
          <p14:tracePt t="30320" x="6854825" y="2000250"/>
          <p14:tracePt t="30330" x="6867525" y="2000250"/>
          <p14:tracePt t="30342" x="6905625" y="1989138"/>
          <p14:tracePt t="30358" x="6967538" y="1970088"/>
          <p14:tracePt t="30376" x="7023100" y="1944688"/>
          <p14:tracePt t="30381" x="7059613" y="1933575"/>
          <p14:tracePt t="30397" x="7127875" y="1908175"/>
          <p14:tracePt t="30412" x="7170738" y="1895475"/>
          <p14:tracePt t="30427" x="7196138" y="1895475"/>
          <p14:tracePt t="30442" x="7202488" y="1889125"/>
          <p14:tracePt t="30449" x="7208838" y="1889125"/>
          <p14:tracePt t="30452" x="7215188" y="1889125"/>
          <p14:tracePt t="30458" x="7221538" y="1889125"/>
          <p14:tracePt t="30484" x="7227888" y="1889125"/>
          <p14:tracePt t="30517" x="7232650" y="1889125"/>
          <p14:tracePt t="30541" x="7251700" y="1889125"/>
          <p14:tracePt t="30553" x="7270750" y="1889125"/>
          <p14:tracePt t="30563" x="7283450" y="1882775"/>
          <p14:tracePt t="30584" x="7300913" y="1876425"/>
          <p14:tracePt t="30597" x="7307263" y="1876425"/>
          <p14:tracePt t="30781" x="7313613" y="1876425"/>
          <p14:tracePt t="30802" x="7319963" y="1876425"/>
          <p14:tracePt t="30846" x="7326313" y="1876425"/>
          <p14:tracePt t="31066" x="7339013" y="1876425"/>
          <p14:tracePt t="31128" x="7339013" y="1882775"/>
          <p14:tracePt t="31142" x="7345363" y="1889125"/>
          <p14:tracePt t="31149" x="7351713" y="1895475"/>
          <p14:tracePt t="31172" x="7424738" y="1908175"/>
          <p14:tracePt t="31180" x="7456488" y="1908175"/>
          <p14:tracePt t="31188" x="7505700" y="1908175"/>
          <p14:tracePt t="31196" x="7543800" y="1901825"/>
          <p14:tracePt t="31208" x="7580313" y="1901825"/>
          <p14:tracePt t="31223" x="7618413" y="1901825"/>
          <p14:tracePt t="31228" x="7661275" y="1901825"/>
          <p14:tracePt t="31239" x="7673975" y="1901825"/>
          <p14:tracePt t="31248" x="7680325" y="1901825"/>
          <p14:tracePt t="31259" x="7691438" y="1901825"/>
          <p14:tracePt t="31275" x="7697788" y="1901825"/>
          <p14:tracePt t="31292" x="7704138" y="1901825"/>
          <p14:tracePt t="31335" x="7710488" y="1901825"/>
          <p14:tracePt t="31348" x="7723188" y="1901825"/>
          <p14:tracePt t="31358" x="7729538" y="1908175"/>
          <p14:tracePt t="31380" x="7766050" y="1908175"/>
          <p14:tracePt t="31387" x="7785100" y="1908175"/>
          <p14:tracePt t="31405" x="7810500" y="1908175"/>
          <p14:tracePt t="31412" x="7815263" y="1908175"/>
          <p14:tracePt t="31428" x="7821613" y="1908175"/>
          <p14:tracePt t="31440" x="7827963" y="1908175"/>
          <p14:tracePt t="31444" x="7827963" y="1901825"/>
          <p14:tracePt t="31456" x="7834313" y="1901825"/>
          <p14:tracePt t="31474" x="7840663" y="1901825"/>
          <p14:tracePt t="31492" x="7847013" y="1901825"/>
          <p14:tracePt t="31508" x="7859713" y="1901825"/>
          <p14:tracePt t="31520" x="7866063" y="1901825"/>
          <p14:tracePt t="31529" x="7872413" y="1901825"/>
          <p14:tracePt t="31870" x="7866063" y="1901825"/>
          <p14:tracePt t="31894" x="7853363" y="1901825"/>
          <p14:tracePt t="32020" x="7834313" y="1901825"/>
          <p14:tracePt t="32040" x="7827963" y="1901825"/>
          <p14:tracePt t="32060" x="7815263" y="1901825"/>
          <p14:tracePt t="32240" x="7804150" y="1920875"/>
          <p14:tracePt t="32247" x="7804150" y="1933575"/>
          <p14:tracePt t="32256" x="7797800" y="1938338"/>
          <p14:tracePt t="32301" x="7772400" y="1982788"/>
          <p14:tracePt t="32313" x="7753350" y="1995488"/>
          <p14:tracePt t="32322" x="7748588" y="1995488"/>
          <p14:tracePt t="32335" x="7742238" y="1995488"/>
          <p14:tracePt t="32440" x="7729538" y="2000250"/>
          <p14:tracePt t="32451" x="7710488" y="2012950"/>
          <p14:tracePt t="32468" x="7697788" y="2019300"/>
          <p14:tracePt t="32476" x="7691438" y="2019300"/>
          <p14:tracePt t="32485" x="7691438" y="2025650"/>
          <p14:tracePt t="32502" x="7685088" y="2025650"/>
          <p14:tracePt t="32518" x="7685088" y="2038350"/>
          <p14:tracePt t="32535" x="7667625" y="2057400"/>
          <p14:tracePt t="32544" x="7661275" y="2074863"/>
          <p14:tracePt t="32554" x="7654925" y="2081213"/>
          <p14:tracePt t="32560" x="7654925" y="2087563"/>
          <p14:tracePt t="32565" x="7654925" y="2093913"/>
          <p14:tracePt t="32585" x="7648575" y="2112963"/>
          <p14:tracePt t="32599" x="7648575" y="2119313"/>
          <p14:tracePt t="32618" x="7648575" y="2125663"/>
          <p14:tracePt t="32661" x="7586663" y="2125663"/>
          <p14:tracePt t="32668" x="7518400" y="2125663"/>
          <p14:tracePt t="32678" x="7493000" y="2125663"/>
          <p14:tracePt t="32686" x="7443788" y="2125663"/>
          <p14:tracePt t="32692" x="7358063" y="2136775"/>
          <p14:tracePt t="32705" x="7289800" y="2149475"/>
          <p14:tracePt t="32712" x="7215188" y="2162175"/>
          <p14:tracePt t="32727" x="7046913" y="2181225"/>
          <p14:tracePt t="32733" x="6961188" y="2205038"/>
          <p14:tracePt t="32750" x="6786563" y="2243138"/>
          <p14:tracePt t="32761" x="6681788" y="2273300"/>
          <p14:tracePt t="32774" x="6508750" y="2322513"/>
          <p14:tracePt t="32784" x="6389688" y="2347913"/>
          <p14:tracePt t="32789" x="6303963" y="2373313"/>
          <p14:tracePt t="32796" x="6235700" y="2397125"/>
          <p14:tracePt t="32803" x="6161088" y="2422525"/>
          <p14:tracePt t="32812" x="6105525" y="2428875"/>
          <p14:tracePt t="32826" x="6049963" y="2452688"/>
          <p14:tracePt t="32831" x="5999163" y="2465388"/>
          <p14:tracePt t="32842" x="5981700" y="2465388"/>
          <p14:tracePt t="32854" x="5932488" y="2471738"/>
          <p14:tracePt t="32866" x="5857875" y="2471738"/>
          <p14:tracePt t="32871" x="5783263" y="2471738"/>
          <p14:tracePt t="32879" x="5683250" y="2471738"/>
          <p14:tracePt t="32885" x="5565775" y="2471738"/>
          <p14:tracePt t="32891" x="5484813" y="2471738"/>
          <p14:tracePt t="32905" x="5367338" y="2471738"/>
          <p14:tracePt t="32913" x="5249863" y="2471738"/>
          <p14:tracePt t="32928" x="5051425" y="2471738"/>
          <p14:tracePt t="32949" x="4703763" y="2471738"/>
          <p14:tracePt t="32959" x="4573588" y="2471738"/>
          <p14:tracePt t="32966" x="4443413" y="2471738"/>
          <p14:tracePt t="32976" x="4308475" y="2465388"/>
          <p14:tracePt t="32989" x="3967163" y="2452688"/>
          <p14:tracePt t="32995" x="3730625" y="2435225"/>
          <p14:tracePt t="33007" x="3476625" y="2403475"/>
          <p14:tracePt t="33011" x="3124200" y="2341563"/>
          <p14:tracePt t="33023" x="2900363" y="2311400"/>
          <p14:tracePt t="33027" x="2640013" y="2260600"/>
          <p14:tracePt t="33039" x="2343150" y="2205038"/>
          <p14:tracePt t="33055" x="1841500" y="2063750"/>
          <p14:tracePt t="33063" x="1660525" y="2006600"/>
          <p14:tracePt t="33076" x="1450975" y="1927225"/>
          <p14:tracePt t="33083" x="1190625" y="1790700"/>
          <p14:tracePt t="33095" x="1103313" y="1735138"/>
          <p14:tracePt t="33112" x="1009650" y="1660525"/>
          <p14:tracePt t="33118" x="998538" y="1654175"/>
          <p14:tracePt t="33124" x="998538" y="1647825"/>
          <p14:tracePt t="33142" x="998538" y="1635125"/>
          <p14:tracePt t="33151" x="998538" y="1617663"/>
          <p14:tracePt t="33160" x="1004888" y="1598613"/>
          <p14:tracePt t="33173" x="1071563" y="1498600"/>
          <p14:tracePt t="33180" x="1135063" y="1425575"/>
          <p14:tracePt t="33187" x="1158875" y="1393825"/>
          <p14:tracePt t="33199" x="1220788" y="1338263"/>
          <p14:tracePt t="33208" x="1389063" y="1195388"/>
          <p14:tracePt t="33213" x="1592263" y="1058863"/>
          <p14:tracePt t="33219" x="1828800" y="917575"/>
          <p14:tracePt t="33232" x="2181225" y="749300"/>
          <p14:tracePt t="33244" x="3068638" y="439738"/>
          <p14:tracePt t="33254" x="3638550" y="273050"/>
          <p14:tracePt t="33260" x="4202113" y="160338"/>
          <p14:tracePt t="33267" x="4895850" y="36513"/>
          <p14:tracePt t="33372" x="10648950" y="42863"/>
          <p14:tracePt t="33379" x="10710863" y="123825"/>
          <p14:tracePt t="33392" x="10772775" y="198438"/>
          <p14:tracePt t="33396" x="10821988" y="273050"/>
          <p14:tracePt t="33411" x="10896600" y="433388"/>
          <p14:tracePt t="33427" x="10945813" y="606425"/>
          <p14:tracePt t="33445" x="10958513" y="793750"/>
          <p14:tracePt t="33452" x="10958513" y="873125"/>
          <p14:tracePt t="33460" x="10952163" y="947738"/>
          <p14:tracePt t="33477" x="10933113" y="1103313"/>
          <p14:tracePt t="33485" x="10922000" y="1182688"/>
          <p14:tracePt t="33494" x="10909300" y="1257300"/>
          <p14:tracePt t="33500" x="10909300" y="1338263"/>
          <p14:tracePt t="33509" x="10896600" y="1406525"/>
          <p14:tracePt t="33520" x="10883900" y="1474788"/>
          <p14:tracePt t="33532" x="10883900" y="1555750"/>
          <p14:tracePt t="33542" x="10877550" y="1579563"/>
          <p14:tracePt t="33547" x="10864850" y="1617663"/>
          <p14:tracePt t="33559" x="10864850" y="1647825"/>
          <p14:tracePt t="33567" x="10860088" y="1660525"/>
          <p14:tracePt t="33575" x="10847388" y="1690688"/>
          <p14:tracePt t="33589" x="10802938" y="1746250"/>
          <p14:tracePt t="33600" x="10785475" y="1765300"/>
          <p14:tracePt t="33604" x="10753725" y="1778000"/>
          <p14:tracePt t="33612" x="10734675" y="1790700"/>
          <p14:tracePt t="33624" x="10710863" y="1809750"/>
          <p14:tracePt t="33629" x="10691813" y="1820863"/>
          <p14:tracePt t="33640" x="10668000" y="1839913"/>
          <p14:tracePt t="33654" x="10636250" y="1858963"/>
          <p14:tracePt t="33663" x="10561638" y="1889125"/>
          <p14:tracePt t="33673" x="10518775" y="1908175"/>
          <p14:tracePt t="33687" x="10444163" y="1927225"/>
          <p14:tracePt t="33696" x="10388600" y="1938338"/>
          <p14:tracePt t="33704" x="10333038" y="1944688"/>
          <p14:tracePt t="33712" x="10245725" y="1957388"/>
          <p14:tracePt t="33718" x="10164763" y="1970088"/>
          <p14:tracePt t="33725" x="10079038" y="1970088"/>
          <p14:tracePt t="33730" x="9998075" y="1982788"/>
          <p14:tracePt t="33749" x="9761538" y="1982788"/>
          <p14:tracePt t="33758" x="9650413" y="1982788"/>
          <p14:tracePt t="33767" x="9564688" y="1982788"/>
          <p14:tracePt t="33785" x="9377363" y="1995488"/>
          <p14:tracePt t="33791" x="9309100" y="1995488"/>
          <p14:tracePt t="33797" x="9259888" y="1995488"/>
          <p14:tracePt t="33817" x="9185275" y="1995488"/>
          <p14:tracePt t="33829" x="9161463" y="1995488"/>
          <p14:tracePt t="33835" x="9148763" y="1995488"/>
          <p14:tracePt t="33852" x="9136063" y="1989138"/>
          <p14:tracePt t="33865" x="9136063" y="1982788"/>
          <p14:tracePt t="33887" x="9136063" y="1976438"/>
          <p14:tracePt t="33903" x="9136063" y="1970088"/>
          <p14:tracePt t="33917" x="9142413" y="1957388"/>
          <p14:tracePt t="33926" x="9142413" y="1951038"/>
          <p14:tracePt t="33932" x="9148763" y="1951038"/>
          <p14:tracePt t="33939" x="9155113" y="1944688"/>
          <p14:tracePt t="33951" x="9161463" y="1944688"/>
          <p14:tracePt t="33962" x="9167813" y="1938338"/>
          <p14:tracePt t="33975" x="9185275" y="1933575"/>
          <p14:tracePt t="33989" x="9236075" y="1908175"/>
          <p14:tracePt t="33997" x="9259888" y="1895475"/>
          <p14:tracePt t="34007" x="9278938" y="1889125"/>
          <p14:tracePt t="34019" x="9304338" y="1876425"/>
          <p14:tracePt t="34024" x="9334500" y="1871663"/>
          <p14:tracePt t="34030" x="9340850" y="1865313"/>
          <p14:tracePt t="34038" x="9366250" y="1852613"/>
          <p14:tracePt t="34050" x="9390063" y="1833563"/>
          <p14:tracePt t="34056" x="9421813" y="1814513"/>
          <p14:tracePt t="34074" x="9464675" y="1803400"/>
          <p14:tracePt t="34083" x="9490075" y="1784350"/>
          <p14:tracePt t="34109" x="9501188" y="1778000"/>
          <p14:tracePt t="34127" x="9507538" y="1778000"/>
          <p14:tracePt t="34134" x="9513888" y="1778000"/>
          <p14:tracePt t="34150" x="9520238" y="1778000"/>
          <p14:tracePt t="34164" x="9532938" y="1778000"/>
          <p14:tracePt t="34171" x="9545638" y="1778000"/>
          <p14:tracePt t="34180" x="9564688" y="1784350"/>
          <p14:tracePt t="34200" x="9594850" y="1797050"/>
          <p14:tracePt t="34210" x="9626600" y="1803400"/>
          <p14:tracePt t="34227" x="9644063" y="1803400"/>
          <p14:tracePt t="34243" x="9650413" y="1803400"/>
          <p14:tracePt t="34252" x="9656763" y="1803400"/>
          <p14:tracePt t="34269" x="9663113" y="1803400"/>
          <p14:tracePt t="34293" x="9669463" y="1803400"/>
          <p14:tracePt t="34309" x="9675813" y="1803400"/>
          <p14:tracePt t="34318" x="9688513" y="1803400"/>
          <p14:tracePt t="34327" x="9699625" y="1803400"/>
          <p14:tracePt t="34350" x="9725025" y="1803400"/>
          <p14:tracePt t="34357" x="9737725" y="1803400"/>
          <p14:tracePt t="34367" x="9756775" y="1803400"/>
          <p14:tracePt t="34372" x="9767888" y="1803400"/>
          <p14:tracePt t="34381" x="9786938" y="1803400"/>
          <p14:tracePt t="34387" x="9812338" y="1803400"/>
          <p14:tracePt t="34399" x="9836150" y="1803400"/>
          <p14:tracePt t="34407" x="9867900" y="1803400"/>
          <p14:tracePt t="34413" x="9891713" y="1803400"/>
          <p14:tracePt t="34423" x="9929813" y="1803400"/>
          <p14:tracePt t="34431" x="9955213" y="1803400"/>
          <p14:tracePt t="34443" x="10021888" y="1803400"/>
          <p14:tracePt t="34459" x="10053638" y="1803400"/>
          <p14:tracePt t="34476" x="10066338" y="1803400"/>
          <p14:tracePt t="34493" x="10079038" y="1803400"/>
          <p14:tracePt t="34522" x="10090150" y="1803400"/>
          <p14:tracePt t="34628" x="10096500" y="1803400"/>
          <p14:tracePt t="34640" x="10102850" y="1809750"/>
          <p14:tracePt t="34657" x="10115550" y="1833563"/>
          <p14:tracePt t="34663" x="10121900" y="1839913"/>
          <p14:tracePt t="34672" x="10140950" y="1852613"/>
          <p14:tracePt t="34680" x="10164763" y="1865313"/>
          <p14:tracePt t="34689" x="10183813" y="1865313"/>
          <p14:tracePt t="34695" x="10202863" y="1871663"/>
          <p14:tracePt t="34703" x="10209213" y="1876425"/>
          <p14:tracePt t="34711" x="10220325" y="1876425"/>
          <p14:tracePt t="34719" x="10226675" y="1876425"/>
          <p14:tracePt t="34725" x="10239375" y="1876425"/>
          <p14:tracePt t="34741" x="10245725" y="1876425"/>
          <p14:tracePt t="34766" x="10252075" y="1876425"/>
          <p14:tracePt t="34786" x="10258425" y="1876425"/>
          <p14:tracePt t="34797" x="10264775" y="1876425"/>
          <p14:tracePt t="34803" x="10271125" y="1876425"/>
          <p14:tracePt t="34811" x="10277475" y="1876425"/>
          <p14:tracePt t="34821" x="10282238" y="1876425"/>
          <p14:tracePt t="34829" x="10294938" y="1876425"/>
          <p14:tracePt t="34845" x="10301288" y="1876425"/>
          <p14:tracePt t="34860" x="10307638" y="1871663"/>
          <p14:tracePt t="34878" x="10313988" y="1871663"/>
          <p14:tracePt t="34885" x="10326688" y="1871663"/>
          <p14:tracePt t="34893" x="10339388" y="1871663"/>
          <p14:tracePt t="34907" x="10350500" y="1871663"/>
          <p14:tracePt t="34917" x="10382250" y="1865313"/>
          <p14:tracePt t="34928" x="10401300" y="1865313"/>
          <p14:tracePt t="34945" x="10444163" y="1852613"/>
          <p14:tracePt t="34951" x="10469563" y="1852613"/>
          <p14:tracePt t="34957" x="10487025" y="1846263"/>
          <p14:tracePt t="34963" x="10512425" y="1846263"/>
          <p14:tracePt t="34973" x="10531475" y="1833563"/>
          <p14:tracePt t="34982" x="10542588" y="1833563"/>
          <p14:tracePt t="34990" x="10555288" y="1833563"/>
          <p14:tracePt t="35006" x="10567988" y="1827213"/>
          <p14:tracePt t="35012" x="10574338" y="1820863"/>
          <p14:tracePt t="35030" x="10580688" y="1820863"/>
          <p14:tracePt t="35053" x="10587038" y="1820863"/>
          <p14:tracePt t="35094" x="10593388" y="1820863"/>
          <p14:tracePt t="35102" x="10599738" y="1820863"/>
          <p14:tracePt t="35109" x="10610850" y="1820863"/>
          <p14:tracePt t="35128" x="10642600" y="1820863"/>
          <p14:tracePt t="35134" x="10648950" y="1820863"/>
          <p14:tracePt t="35139" x="10661650" y="1820863"/>
          <p14:tracePt t="35151" x="10668000" y="1820863"/>
          <p14:tracePt t="35163" x="10691813" y="1820863"/>
          <p14:tracePt t="35180" x="10698163" y="1820863"/>
          <p14:tracePt t="35195" x="10710863" y="1820863"/>
          <p14:tracePt t="35212" x="10717213" y="1820863"/>
          <p14:tracePt t="35229" x="10734675" y="1820863"/>
          <p14:tracePt t="35243" x="10747375" y="1820863"/>
          <p14:tracePt t="35262" x="10779125" y="1814513"/>
          <p14:tracePt t="35279" x="10798175" y="1814513"/>
          <p14:tracePt t="35292" x="10809288" y="1814513"/>
          <p14:tracePt t="35309" x="10815638" y="1814513"/>
          <p14:tracePt t="35318" x="10821988" y="1814513"/>
          <p14:tracePt t="35327" x="10828338" y="1809750"/>
          <p14:tracePt t="35333" x="10834688" y="1809750"/>
          <p14:tracePt t="35347" x="10841038" y="1809750"/>
          <p14:tracePt t="35380" x="10853738" y="1809750"/>
          <p14:tracePt t="35414" x="10853738" y="1797050"/>
          <p14:tracePt t="36279" x="10853738" y="1803400"/>
          <p14:tracePt t="36296" x="10847388" y="1809750"/>
          <p14:tracePt t="36317" x="10841038" y="1809750"/>
          <p14:tracePt t="36327" x="10841038" y="1814513"/>
          <p14:tracePt t="36343" x="10828338" y="1820863"/>
          <p14:tracePt t="36349" x="10802938" y="1833563"/>
          <p14:tracePt t="36355" x="10798175" y="1833563"/>
          <p14:tracePt t="36365" x="10785475" y="1846263"/>
          <p14:tracePt t="36377" x="10741025" y="1865313"/>
          <p14:tracePt t="36381" x="10717213" y="1865313"/>
          <p14:tracePt t="36394" x="10691813" y="1865313"/>
          <p14:tracePt t="36398" x="10642600" y="1876425"/>
          <p14:tracePt t="36411" x="10567988" y="1882775"/>
          <p14:tracePt t="36416" x="10487025" y="1895475"/>
          <p14:tracePt t="36432" x="10252075" y="1927225"/>
          <p14:tracePt t="36443" x="9972675" y="1938338"/>
          <p14:tracePt t="36459" x="9637713" y="1951038"/>
          <p14:tracePt t="36475" x="9415463" y="1951038"/>
          <p14:tracePt t="36494" x="8832850" y="1970088"/>
          <p14:tracePt t="36510" x="7908925" y="1982788"/>
          <p14:tracePt t="36527" x="7170738" y="1982788"/>
          <p14:tracePt t="36534" x="6861175" y="1982788"/>
          <p14:tracePt t="36543" x="6496050" y="1982788"/>
          <p14:tracePt t="36552" x="6291263" y="1982788"/>
          <p14:tracePt t="36559" x="6049963" y="1982788"/>
          <p14:tracePt t="36567" x="5813425" y="1982788"/>
          <p14:tracePt t="36576" x="5610225" y="1982788"/>
          <p14:tracePt t="36583" x="5429250" y="1982788"/>
          <p14:tracePt t="36589" x="5281613" y="1982788"/>
          <p14:tracePt t="36595" x="5151438" y="1982788"/>
          <p14:tracePt t="36604" x="5014913" y="1982788"/>
          <p14:tracePt t="36612" x="4884738" y="1982788"/>
          <p14:tracePt t="36622" x="4784725" y="1982788"/>
          <p14:tracePt t="36640" x="4667250" y="1982788"/>
          <p14:tracePt t="36654" x="4500563" y="1982788"/>
          <p14:tracePt t="36665" x="4381500" y="1982788"/>
          <p14:tracePt t="36676" x="4332288" y="1982788"/>
          <p14:tracePt t="36691" x="4264025" y="1995488"/>
          <p14:tracePt t="36702" x="4189413" y="1995488"/>
          <p14:tracePt t="36711" x="4159250" y="2000250"/>
          <p14:tracePt t="36732" x="4133850" y="2000250"/>
          <p14:tracePt t="36745" x="4035425" y="2012950"/>
          <p14:tracePt t="36755" x="3997325" y="2019300"/>
          <p14:tracePt t="36775" x="3929063" y="2019300"/>
          <p14:tracePt t="36789" x="3856038" y="2032000"/>
          <p14:tracePt t="36795" x="3830638" y="2038350"/>
          <p14:tracePt t="36812" x="3743325" y="2051050"/>
          <p14:tracePt t="36830" x="3675063" y="2051050"/>
          <p14:tracePt t="36841" x="3589338" y="2051050"/>
          <p14:tracePt t="36859" x="3527425" y="2051050"/>
          <p14:tracePt t="36878" x="3403600" y="2051050"/>
          <p14:tracePt t="36891" x="3328988" y="2051050"/>
          <p14:tracePt t="36908" x="3241675" y="2051050"/>
          <p14:tracePt t="36923" x="3167063" y="2051050"/>
          <p14:tracePt t="36928" x="3130550" y="2051050"/>
          <p14:tracePt t="36936" x="3079750" y="2051050"/>
          <p14:tracePt t="36943" x="3030538" y="2051050"/>
          <p14:tracePt t="36956" x="2981325" y="2051050"/>
          <p14:tracePt t="36967" x="2925763" y="2051050"/>
          <p14:tracePt t="36984" x="2844800" y="2051050"/>
          <p14:tracePt t="36996" x="2776538" y="2051050"/>
          <p14:tracePt t="37006" x="2690813" y="2051050"/>
          <p14:tracePt t="37015" x="2665413" y="2051050"/>
          <p14:tracePt t="37025" x="2640013" y="2051050"/>
          <p14:tracePt t="37040" x="2565400" y="2051050"/>
          <p14:tracePt t="37049" x="2528888" y="2051050"/>
          <p14:tracePt t="37058" x="2492375" y="2051050"/>
          <p14:tracePt t="37069" x="2435225" y="2051050"/>
          <p14:tracePt t="37080" x="2398713" y="2051050"/>
          <p14:tracePt t="37090" x="2373313" y="2051050"/>
          <p14:tracePt t="37106" x="2336800" y="2051050"/>
          <p14:tracePt t="37131" x="2243138" y="2051050"/>
          <p14:tracePt t="37144" x="2163763" y="2051050"/>
          <p14:tracePt t="37153" x="2138363" y="2051050"/>
          <p14:tracePt t="37163" x="2132013" y="2057400"/>
          <p14:tracePt t="37172" x="2119313" y="2057400"/>
          <p14:tracePt t="37178" x="2112963" y="2057400"/>
          <p14:tracePt t="37192" x="2101850" y="2057400"/>
          <p14:tracePt t="37206" x="2082800" y="2057400"/>
          <p14:tracePt t="37220" x="2063750" y="2057400"/>
          <p14:tracePt t="37228" x="2014538" y="2057400"/>
          <p14:tracePt t="37237" x="1978025" y="2057400"/>
          <p14:tracePt t="37243" x="1952625" y="2057400"/>
          <p14:tracePt t="37271" x="1897063" y="2057400"/>
          <p14:tracePt t="37287" x="1816100" y="2068513"/>
          <p14:tracePt t="37298" x="1790700" y="2074863"/>
          <p14:tracePt t="37314" x="1735138" y="2074863"/>
          <p14:tracePt t="37327" x="1692275" y="2081213"/>
          <p14:tracePt t="37344" x="1660525" y="2081213"/>
          <p14:tracePt t="37351" x="1643063" y="2081213"/>
          <p14:tracePt t="37362" x="1630363" y="2081213"/>
          <p14:tracePt t="37374" x="1598613" y="2081213"/>
          <p14:tracePt t="37382" x="1587500" y="2081213"/>
          <p14:tracePt t="37388" x="1581150" y="2081213"/>
          <p14:tracePt t="37397" x="1574800" y="2081213"/>
          <p14:tracePt t="37415" x="1555750" y="2081213"/>
          <p14:tracePt t="37430" x="1530350" y="2081213"/>
          <p14:tracePt t="37444" x="1506538" y="2081213"/>
          <p14:tracePt t="37460" x="1500188" y="2081213"/>
          <p14:tracePt t="37464" x="1493838" y="2074863"/>
          <p14:tracePt t="37476" x="1481138" y="2074863"/>
          <p14:tracePt t="37494" x="1438275" y="2068513"/>
          <p14:tracePt t="37512" x="1419225" y="2057400"/>
          <p14:tracePt t="37518" x="1412875" y="2057400"/>
          <p14:tracePt t="37525" x="1406525" y="2057400"/>
          <p14:tracePt t="37535" x="1400175" y="2057400"/>
          <p14:tracePt t="37541" x="1389063" y="2057400"/>
          <p14:tracePt t="37553" x="1382713" y="2057400"/>
          <p14:tracePt t="38515" x="1393825" y="2057400"/>
          <p14:tracePt t="38526" x="1406525" y="2057400"/>
          <p14:tracePt t="38538" x="1438275" y="2057400"/>
          <p14:tracePt t="38544" x="1457325" y="2057400"/>
          <p14:tracePt t="38551" x="1462088" y="2057400"/>
          <p14:tracePt t="38564" x="1474788" y="2051050"/>
          <p14:tracePt t="38574" x="1506538" y="2051050"/>
          <p14:tracePt t="38585" x="1536700" y="2051050"/>
          <p14:tracePt t="38593" x="1562100" y="2044700"/>
          <p14:tracePt t="38601" x="1581150" y="2044700"/>
          <p14:tracePt t="38608" x="1592263" y="2044700"/>
          <p14:tracePt t="38620" x="1598613" y="2038350"/>
          <p14:tracePt t="38629" x="1604963" y="2038350"/>
          <p14:tracePt t="38638" x="1630363" y="2038350"/>
          <p14:tracePt t="38651" x="1649413" y="2038350"/>
          <p14:tracePt t="38661" x="1660525" y="2038350"/>
          <p14:tracePt t="38677" x="1717675" y="2038350"/>
          <p14:tracePt t="38696" x="1766888" y="2025650"/>
          <p14:tracePt t="38705" x="1797050" y="2025650"/>
          <p14:tracePt t="38712" x="1847850" y="2012950"/>
          <p14:tracePt t="38726" x="1897063" y="2012950"/>
          <p14:tracePt t="38742" x="1958975" y="2012950"/>
          <p14:tracePt t="38750" x="2014538" y="2012950"/>
          <p14:tracePt t="38761" x="2033588" y="2006600"/>
          <p14:tracePt t="38778" x="2070100" y="2006600"/>
          <p14:tracePt t="38782" x="2101850" y="2006600"/>
          <p14:tracePt t="38794" x="2112963" y="2006600"/>
          <p14:tracePt t="38799" x="2132013" y="2006600"/>
          <p14:tracePt t="38802" x="2144713" y="2006600"/>
          <p14:tracePt t="38811" x="2157413" y="2006600"/>
          <p14:tracePt t="38828" x="2174875" y="2006600"/>
          <p14:tracePt t="38849" x="2187575" y="2006600"/>
          <p14:tracePt t="38866" x="2212975" y="2006600"/>
          <p14:tracePt t="38882" x="2219325" y="2000250"/>
          <p14:tracePt t="38889" x="2249488" y="1995488"/>
          <p14:tracePt t="38894" x="2268538" y="1982788"/>
          <p14:tracePt t="38905" x="2293938" y="1982788"/>
          <p14:tracePt t="38916" x="2311400" y="1976438"/>
          <p14:tracePt t="38925" x="2330450" y="1970088"/>
          <p14:tracePt t="38929" x="2343150" y="1970088"/>
          <p14:tracePt t="38933" x="2362200" y="1957388"/>
          <p14:tracePt t="38944" x="2379663" y="1957388"/>
          <p14:tracePt t="38947" x="2392363" y="1957388"/>
          <p14:tracePt t="38960" x="2398713" y="1957388"/>
          <p14:tracePt t="38964" x="2405063" y="1957388"/>
          <p14:tracePt t="38976" x="2411413" y="1957388"/>
          <p14:tracePt t="38992" x="2424113" y="1957388"/>
          <p14:tracePt t="39009" x="2430463" y="1957388"/>
          <p14:tracePt t="39028" x="2435225" y="1957388"/>
          <p14:tracePt t="39045" x="2441575" y="1957388"/>
          <p14:tracePt t="39052" x="2447925" y="1957388"/>
          <p14:tracePt t="39064" x="2454275" y="1957388"/>
          <p14:tracePt t="39080" x="2460625" y="1957388"/>
          <p14:tracePt t="39103" x="2473325" y="1957388"/>
          <p14:tracePt t="39118" x="2473325" y="1951038"/>
          <p14:tracePt t="39175" x="2479675" y="1951038"/>
          <p14:tracePt t="39190" x="2486025" y="1951038"/>
          <p14:tracePt t="39201" x="2492375" y="1951038"/>
          <p14:tracePt t="39213" x="2497138" y="1951038"/>
          <p14:tracePt t="39228" x="2509838" y="1951038"/>
          <p14:tracePt t="39246" x="2535238" y="1951038"/>
          <p14:tracePt t="39260" x="2547938" y="1957388"/>
          <p14:tracePt t="39279" x="2571750" y="1970088"/>
          <p14:tracePt t="39294" x="2597150" y="1976438"/>
          <p14:tracePt t="39311" x="2616200" y="1989138"/>
          <p14:tracePt t="39328" x="2640013" y="1989138"/>
          <p14:tracePt t="39336" x="2659063" y="2000250"/>
          <p14:tracePt t="39344" x="2665413" y="2000250"/>
          <p14:tracePt t="39350" x="2671763" y="2000250"/>
          <p14:tracePt t="39362" x="2684463" y="2006600"/>
          <p14:tracePt t="39377" x="2701925" y="2006600"/>
          <p14:tracePt t="39396" x="2708275" y="2006600"/>
          <p14:tracePt t="39399" x="2714625" y="2006600"/>
          <p14:tracePt t="39448" x="2720975" y="2006600"/>
          <p14:tracePt t="39464" x="2727325" y="2012950"/>
          <p14:tracePt t="39469" x="2746375" y="2012950"/>
          <p14:tracePt t="39478" x="2752725" y="2012950"/>
          <p14:tracePt t="39488" x="2763838" y="2012950"/>
          <p14:tracePt t="39495" x="2770188" y="2012950"/>
          <p14:tracePt t="39512" x="2776538" y="2019300"/>
          <p14:tracePt t="39519" x="2789238" y="2019300"/>
          <p14:tracePt t="39531" x="2795588" y="2019300"/>
          <p14:tracePt t="39545" x="2801938" y="2019300"/>
          <p14:tracePt t="39566" x="2808288" y="2019300"/>
          <p14:tracePt t="39581" x="2814638" y="2019300"/>
          <p14:tracePt t="39595" x="2838450" y="2019300"/>
          <p14:tracePt t="39605" x="2863850" y="2019300"/>
          <p14:tracePt t="39613" x="2876550" y="2012950"/>
          <p14:tracePt t="39626" x="2894013" y="2012950"/>
          <p14:tracePt t="39635" x="2919413" y="2000250"/>
          <p14:tracePt t="39645" x="2938463" y="2000250"/>
          <p14:tracePt t="39650" x="2962275" y="2000250"/>
          <p14:tracePt t="39658" x="3000375" y="1995488"/>
          <p14:tracePt t="39667" x="3017838" y="1995488"/>
          <p14:tracePt t="39677" x="3036888" y="1995488"/>
          <p14:tracePt t="39695" x="3049588" y="1995488"/>
          <p14:tracePt t="39711" x="3055938" y="2000250"/>
          <p14:tracePt t="39717" x="3068638" y="2000250"/>
          <p14:tracePt t="39736" x="3074988" y="2006600"/>
          <p14:tracePt t="39743" x="3079750" y="2012950"/>
          <p14:tracePt t="39755" x="3092450" y="2012950"/>
          <p14:tracePt t="39765" x="3098800" y="2012950"/>
          <p14:tracePt t="39772" x="3105150" y="2019300"/>
          <p14:tracePt t="39797" x="3111500" y="2019300"/>
          <p14:tracePt t="39811" x="3117850" y="2019300"/>
          <p14:tracePt t="39856" x="3124200" y="2019300"/>
          <p14:tracePt t="39881" x="3130550" y="2019300"/>
          <p14:tracePt t="39901" x="3143250" y="2019300"/>
          <p14:tracePt t="39990" x="3148013" y="2019300"/>
          <p14:tracePt t="40006" x="3160713" y="2019300"/>
          <p14:tracePt t="40018" x="3173413" y="2019300"/>
          <p14:tracePt t="40024" x="3186113" y="2019300"/>
          <p14:tracePt t="40031" x="3192463" y="2019300"/>
          <p14:tracePt t="40044" x="3209925" y="2032000"/>
          <p14:tracePt t="40058" x="3216275" y="2038350"/>
          <p14:tracePt t="40071" x="3241675" y="2038350"/>
          <p14:tracePt t="40080" x="3248025" y="2038350"/>
          <p14:tracePt t="40094" x="3254375" y="2044700"/>
          <p14:tracePt t="40110" x="3260725" y="2051050"/>
          <p14:tracePt t="40345" x="3273425" y="2051050"/>
          <p14:tracePt t="40358" x="3278188" y="2051050"/>
          <p14:tracePt t="40377" x="3284538" y="2051050"/>
          <p14:tracePt t="40396" x="3290888" y="2051050"/>
          <p14:tracePt t="40527" x="3297238" y="2051050"/>
          <p14:tracePt t="40696" x="3303588" y="2051050"/>
          <p14:tracePt t="40711" x="3303588" y="2044700"/>
          <p14:tracePt t="40717" x="3309938" y="2044700"/>
          <p14:tracePt t="40742" x="3340100" y="2044700"/>
          <p14:tracePt t="40747" x="3346450" y="2044700"/>
          <p14:tracePt t="40758" x="3352800" y="2044700"/>
          <p14:tracePt t="40768" x="3359150" y="2044700"/>
          <p14:tracePt t="40779" x="3378200" y="2044700"/>
          <p14:tracePt t="40782" x="3384550" y="2044700"/>
          <p14:tracePt t="40796" x="3390900" y="2044700"/>
          <p14:tracePt t="40800" x="3397250" y="2044700"/>
          <p14:tracePt t="40812" x="3414713" y="2044700"/>
          <p14:tracePt t="40816" x="3427413" y="2044700"/>
          <p14:tracePt t="40825" x="3446463" y="2044700"/>
          <p14:tracePt t="40832" x="3452813" y="2044700"/>
          <p14:tracePt t="40843" x="3465513" y="2044700"/>
          <p14:tracePt t="40849" x="3482975" y="2044700"/>
          <p14:tracePt t="40856" x="3502025" y="2032000"/>
          <p14:tracePt t="40864" x="3527425" y="2032000"/>
          <p14:tracePt t="40878" x="3570288" y="2025650"/>
          <p14:tracePt t="40895" x="3613150" y="2019300"/>
          <p14:tracePt t="40911" x="3687763" y="2006600"/>
          <p14:tracePt t="40927" x="3775075" y="2006600"/>
          <p14:tracePt t="40945" x="3879850" y="2000250"/>
          <p14:tracePt t="40949" x="3948113" y="2000250"/>
          <p14:tracePt t="40960" x="3986213" y="2000250"/>
          <p14:tracePt t="40978" x="4097338" y="2000250"/>
          <p14:tracePt t="40982" x="4152900" y="2000250"/>
          <p14:tracePt t="40994" x="4233863" y="2000250"/>
          <p14:tracePt t="41016" x="4419600" y="2000250"/>
          <p14:tracePt t="41035" x="4524375" y="2000250"/>
          <p14:tracePt t="41040" x="4573588" y="2000250"/>
          <p14:tracePt t="41048" x="4611688" y="2000250"/>
          <p14:tracePt t="41062" x="4686300" y="2000250"/>
          <p14:tracePt t="41079" x="4729163" y="2000250"/>
          <p14:tracePt t="41085" x="4754563" y="2000250"/>
          <p14:tracePt t="41095" x="4767263" y="2000250"/>
          <p14:tracePt t="41103" x="4784725" y="2000250"/>
          <p14:tracePt t="41112" x="4791075" y="2000250"/>
          <p14:tracePt t="41120" x="4797425" y="2000250"/>
          <p14:tracePt t="41140" x="4822825" y="2000250"/>
          <p14:tracePt t="41148" x="4829175" y="2000250"/>
          <p14:tracePt t="41156" x="4833938" y="2000250"/>
          <p14:tracePt t="41163" x="4840288" y="2000250"/>
          <p14:tracePt t="41186" x="4865688" y="2006600"/>
          <p14:tracePt t="41195" x="4872038" y="2006600"/>
          <p14:tracePt t="41199" x="4884738" y="2006600"/>
          <p14:tracePt t="41213" x="4908550" y="2006600"/>
          <p14:tracePt t="41228" x="4921250" y="2006600"/>
          <p14:tracePt t="41247" x="4927600" y="2006600"/>
          <p14:tracePt t="41335" x="4940300" y="2012950"/>
          <p14:tracePt t="41470" x="4946650" y="2012950"/>
          <p14:tracePt t="41498" x="4953000" y="2019300"/>
          <p14:tracePt t="41512" x="4959350" y="2019300"/>
          <p14:tracePt t="41528" x="4964113" y="2019300"/>
          <p14:tracePt t="41536" x="4970463" y="2025650"/>
          <p14:tracePt t="41552" x="4976813" y="2032000"/>
          <p14:tracePt t="41560" x="4989513" y="2032000"/>
          <p14:tracePt t="41569" x="4995863" y="2044700"/>
          <p14:tracePt t="41579" x="5002213" y="2044700"/>
          <p14:tracePt t="41597" x="5014913" y="2044700"/>
          <p14:tracePt t="41612" x="5021263" y="2038350"/>
          <p14:tracePt t="41630" x="5038725" y="2032000"/>
          <p14:tracePt t="41671" x="5045075" y="2032000"/>
          <p14:tracePt t="41711" x="5051425" y="2025650"/>
          <p14:tracePt t="41747" x="5057775" y="2025650"/>
          <p14:tracePt t="41757" x="5057775" y="2019300"/>
          <p14:tracePt t="41769" x="5064125" y="2019300"/>
          <p14:tracePt t="41831" x="5064125" y="2012950"/>
          <p14:tracePt t="41856" x="5070475" y="2012950"/>
          <p14:tracePt t="41888" x="5070475" y="2006600"/>
          <p14:tracePt t="41910" x="5076825" y="2006600"/>
          <p14:tracePt t="42170" x="5076825" y="2000250"/>
          <p14:tracePt t="42272" x="5070475" y="2000250"/>
          <p14:tracePt t="42286" x="4964113" y="2032000"/>
          <p14:tracePt t="42304" x="4895850" y="2044700"/>
          <p14:tracePt t="42316" x="4722813" y="2068513"/>
          <p14:tracePt t="42325" x="4592638" y="2093913"/>
          <p14:tracePt t="42331" x="4425950" y="2125663"/>
          <p14:tracePt t="42343" x="4276725" y="2149475"/>
          <p14:tracePt t="42349" x="3867150" y="2211388"/>
          <p14:tracePt t="42358" x="3613150" y="2243138"/>
          <p14:tracePt t="42368" x="3446463" y="2273300"/>
          <p14:tracePt t="42379" x="3278188" y="2298700"/>
          <p14:tracePt t="42396" x="2962275" y="2311400"/>
          <p14:tracePt t="42413" x="2825750" y="2322513"/>
          <p14:tracePt t="42430" x="2776538" y="2322513"/>
          <p14:tracePt t="42445" x="2752725" y="2328863"/>
          <p14:tracePt t="42459" x="2746375" y="2328863"/>
          <p14:tracePt t="42470" x="2740025" y="2335213"/>
          <p14:tracePt t="42482" x="2727325" y="2335213"/>
          <p14:tracePt t="42495" x="2727325" y="2341563"/>
          <p14:tracePt t="42553" x="2720975" y="2341563"/>
          <p14:tracePt t="42565" x="2708275" y="2354263"/>
          <p14:tracePt t="42569" x="2678113" y="2360613"/>
          <p14:tracePt t="42581" x="2665413" y="2360613"/>
          <p14:tracePt t="42586" x="2633663" y="2373313"/>
          <p14:tracePt t="42595" x="2609850" y="2379663"/>
          <p14:tracePt t="42600" x="2603500" y="2379663"/>
          <p14:tracePt t="42611" x="2597150" y="2379663"/>
          <p14:tracePt t="42619" x="2590800" y="2379663"/>
          <p14:tracePt t="42636" x="2584450" y="2379663"/>
          <p14:tracePt t="42646" x="2571750" y="2379663"/>
          <p14:tracePt t="42656" x="2565400" y="2379663"/>
          <p14:tracePt t="42663" x="2554288" y="2379663"/>
          <p14:tracePt t="42678" x="2509838" y="2379663"/>
          <p14:tracePt t="42693" x="2447925" y="2379663"/>
          <p14:tracePt t="42703" x="2392363" y="2379663"/>
          <p14:tracePt t="42712" x="2355850" y="2366963"/>
          <p14:tracePt t="42721" x="2317750" y="2366963"/>
          <p14:tracePt t="42736" x="2281238" y="2360613"/>
          <p14:tracePt t="42741" x="2193925" y="2360613"/>
          <p14:tracePt t="42752" x="2157413" y="2360613"/>
          <p14:tracePt t="42762" x="2095500" y="2360613"/>
          <p14:tracePt t="42780" x="1971675" y="2360613"/>
          <p14:tracePt t="42796" x="1914525" y="2360613"/>
          <p14:tracePt t="42816" x="1698625" y="2373313"/>
          <p14:tracePt t="42835" x="1574800" y="2384425"/>
          <p14:tracePt t="42843" x="1524000" y="2384425"/>
          <p14:tracePt t="42852" x="1393825" y="2384425"/>
          <p14:tracePt t="42863" x="1327150" y="2384425"/>
          <p14:tracePt t="42876" x="1270000" y="2384425"/>
          <p14:tracePt t="42885" x="1220788" y="2384425"/>
          <p14:tracePt t="42890" x="1184275" y="2397125"/>
          <p14:tracePt t="42899" x="1122363" y="2397125"/>
          <p14:tracePt t="42910" x="1090613" y="2397125"/>
          <p14:tracePt t="42929" x="1060450" y="2397125"/>
          <p14:tracePt t="42945" x="1047750" y="2397125"/>
          <p14:tracePt t="42962" x="1041400" y="2397125"/>
          <p14:tracePt t="43038" x="1047750" y="2384425"/>
          <p14:tracePt t="43051" x="1066800" y="2379663"/>
          <p14:tracePt t="43057" x="1103313" y="2360613"/>
          <p14:tracePt t="43071" x="1196975" y="2322513"/>
          <p14:tracePt t="43083" x="1252538" y="2305050"/>
          <p14:tracePt t="43087" x="1308100" y="2292350"/>
          <p14:tracePt t="43097" x="1393825" y="2266950"/>
          <p14:tracePt t="43104" x="1468438" y="2243138"/>
          <p14:tracePt t="43111" x="1493838" y="2243138"/>
          <p14:tracePt t="43125" x="1519238" y="2236788"/>
          <p14:tracePt t="43130" x="1549400" y="2236788"/>
          <p14:tracePt t="43134" x="1562100" y="2236788"/>
          <p14:tracePt t="43148" x="1568450" y="2236788"/>
          <p14:tracePt t="43289" x="1568450" y="2230438"/>
          <p14:tracePt t="46249" x="1519238" y="2243138"/>
          <p14:tracePt t="46261" x="1500188" y="2266950"/>
          <p14:tracePt t="46270" x="1519238" y="2322513"/>
          <p14:tracePt t="46294" x="1797050" y="2390775"/>
          <p14:tracePt t="46304" x="1995488" y="2390775"/>
          <p14:tracePt t="46316" x="2082800" y="2373313"/>
          <p14:tracePt t="46326" x="2243138" y="2322513"/>
          <p14:tracePt t="46338" x="2362200" y="2266950"/>
          <p14:tracePt t="46342" x="2486025" y="2230438"/>
          <p14:tracePt t="46348" x="2652713" y="2187575"/>
          <p14:tracePt t="46359" x="2863850" y="2143125"/>
          <p14:tracePt t="46370" x="3124200" y="2087563"/>
          <p14:tracePt t="46378" x="3427413" y="2012950"/>
          <p14:tracePt t="46382" x="3687763" y="1963738"/>
          <p14:tracePt t="46395" x="3917950" y="1914525"/>
          <p14:tracePt t="46416" x="4270375" y="1871663"/>
          <p14:tracePt t="46425" x="4283075" y="1871663"/>
          <p14:tracePt t="46437" x="4289425" y="1871663"/>
          <p14:tracePt t="46452" x="4295775" y="1871663"/>
          <p14:tracePt t="46462" x="4313238" y="1871663"/>
          <p14:tracePt t="46480" x="4325938" y="1871663"/>
          <p14:tracePt t="46495" x="4332288" y="1871663"/>
          <p14:tracePt t="46567" x="4338638" y="1871663"/>
          <p14:tracePt t="46579" x="4351338" y="1876425"/>
          <p14:tracePt t="46594" x="4394200" y="1914525"/>
          <p14:tracePt t="46603" x="4413250" y="1927225"/>
          <p14:tracePt t="46616" x="4481513" y="1963738"/>
          <p14:tracePt t="46632" x="4556125" y="1995488"/>
          <p14:tracePt t="46641" x="4611688" y="2012950"/>
          <p14:tracePt t="46645" x="4654550" y="2025650"/>
          <p14:tracePt t="46656" x="4692650" y="2044700"/>
          <p14:tracePt t="46663" x="4748213" y="2068513"/>
          <p14:tracePt t="46669" x="4803775" y="2087563"/>
          <p14:tracePt t="46681" x="4846638" y="2112963"/>
          <p14:tracePt t="46695" x="4908550" y="2136775"/>
          <p14:tracePt t="46712" x="4976813" y="2155825"/>
          <p14:tracePt t="46732" x="5021263" y="2181225"/>
          <p14:tracePt t="46744" x="5021263" y="2187575"/>
          <p14:tracePt t="46759" x="5026025" y="2211388"/>
          <p14:tracePt t="46775" x="5026025" y="2249488"/>
          <p14:tracePt t="46783" x="5026025" y="2254250"/>
          <p14:tracePt t="46789" x="5026025" y="2279650"/>
          <p14:tracePt t="46798" x="5021263" y="2305050"/>
          <p14:tracePt t="46806" x="5021263" y="2341563"/>
          <p14:tracePt t="46813" x="5021263" y="2360613"/>
          <p14:tracePt t="46824" x="5014913" y="2379663"/>
          <p14:tracePt t="46832" x="5014913" y="2384425"/>
          <p14:tracePt t="46848" x="5008563" y="2397125"/>
          <p14:tracePt t="46864" x="5008563" y="2403475"/>
          <p14:tracePt t="46882" x="5008563" y="2409825"/>
          <p14:tracePt t="46888" x="5008563" y="2422525"/>
          <p14:tracePt t="46895" x="5026025" y="2428875"/>
          <p14:tracePt t="46908" x="5057775" y="2435225"/>
          <p14:tracePt t="46920" x="5083175" y="2435225"/>
          <p14:tracePt t="46928" x="5106988" y="2435225"/>
          <p14:tracePt t="46947" x="5126038" y="2435225"/>
          <p14:tracePt t="46951" x="5132388" y="2435225"/>
          <p14:tracePt t="46966" x="5138738" y="2435225"/>
          <p14:tracePt t="46976" x="5145088" y="2435225"/>
          <p14:tracePt t="46984" x="5162550" y="2435225"/>
          <p14:tracePt t="46995" x="5187950" y="2428875"/>
          <p14:tracePt t="46999" x="5207000" y="2416175"/>
          <p14:tracePt t="47005" x="5256213" y="2409825"/>
          <p14:tracePt t="47015" x="5275263" y="2409825"/>
          <p14:tracePt t="47030" x="5386388" y="2397125"/>
          <p14:tracePt t="47048" x="5491163" y="2397125"/>
          <p14:tracePt t="47065" x="5553075" y="2397125"/>
          <p14:tracePt t="47075" x="5578475" y="2397125"/>
          <p14:tracePt t="47080" x="5597525" y="2397125"/>
          <p14:tracePt t="47094" x="5614988" y="2397125"/>
          <p14:tracePt t="47102" x="5634038" y="2403475"/>
          <p14:tracePt t="47113" x="5640388" y="2403475"/>
          <p14:tracePt t="47128" x="5653088" y="2416175"/>
          <p14:tracePt t="47132" x="5659438" y="2416175"/>
          <p14:tracePt t="47418" x="5665788" y="2416175"/>
          <p14:tracePt t="47432" x="5672138" y="2422525"/>
          <p14:tracePt t="47451" x="5676900" y="2428875"/>
          <p14:tracePt t="47468" x="5683250" y="2428875"/>
          <p14:tracePt t="47500" x="5689600" y="2428875"/>
          <p14:tracePt t="47510" x="5689600" y="2435225"/>
          <p14:tracePt t="47526" x="5695950" y="2435225"/>
          <p14:tracePt t="47735" x="5708650" y="2441575"/>
          <p14:tracePt t="47748" x="5715000" y="2441575"/>
          <p14:tracePt t="47754" x="5727700" y="2441575"/>
          <p14:tracePt t="47770" x="5764213" y="2441575"/>
          <p14:tracePt t="47786" x="5802313" y="2441575"/>
          <p14:tracePt t="47791" x="5807075" y="2441575"/>
          <p14:tracePt t="47798" x="5838825" y="2441575"/>
          <p14:tracePt t="47810" x="5857875" y="2441575"/>
          <p14:tracePt t="47824" x="5868988" y="2441575"/>
          <p14:tracePt t="47831" x="5875338" y="2441575"/>
          <p14:tracePt t="47840" x="5881688" y="2446338"/>
          <p14:tracePt t="47852" x="5894388" y="2446338"/>
          <p14:tracePt t="47858" x="5907088" y="2446338"/>
          <p14:tracePt t="47861" x="5926138" y="2446338"/>
          <p14:tracePt t="47874" x="5937250" y="2446338"/>
          <p14:tracePt t="47882" x="5956300" y="2446338"/>
          <p14:tracePt t="47896" x="5999163" y="2446338"/>
          <p14:tracePt t="47904" x="6011863" y="2446338"/>
          <p14:tracePt t="47916" x="6018213" y="2446338"/>
          <p14:tracePt t="47928" x="6062663" y="2435225"/>
          <p14:tracePt t="47932" x="6080125" y="2435225"/>
          <p14:tracePt t="47940" x="6086475" y="2435225"/>
          <p14:tracePt t="47948" x="6099175" y="2435225"/>
          <p14:tracePt t="47964" x="6105525" y="2428875"/>
          <p14:tracePt t="47979" x="6124575" y="2428875"/>
          <p14:tracePt t="48001" x="6135688" y="2422525"/>
          <p14:tracePt t="48030" x="6142038" y="2422525"/>
          <p14:tracePt t="48045" x="6142038" y="2416175"/>
          <p14:tracePt t="48056" x="6148388" y="2416175"/>
          <p14:tracePt t="48066" x="6154738" y="2416175"/>
          <p14:tracePt t="48078" x="6173788" y="2409825"/>
          <p14:tracePt t="48085" x="6180138" y="2403475"/>
          <p14:tracePt t="48103" x="6186488" y="2397125"/>
          <p14:tracePt t="48112" x="6197600" y="2397125"/>
          <p14:tracePt t="48131" x="6242050" y="2379663"/>
          <p14:tracePt t="48147" x="6254750" y="2379663"/>
          <p14:tracePt t="48151" x="6272213" y="2373313"/>
          <p14:tracePt t="48156" x="6284913" y="2373313"/>
          <p14:tracePt t="48163" x="6297613" y="2373313"/>
          <p14:tracePt t="48180" x="6310313" y="2366963"/>
          <p14:tracePt t="48197" x="6316663" y="2366963"/>
          <p14:tracePt t="48352" x="6323013" y="2366963"/>
          <p14:tracePt t="48408" x="6327775" y="2366963"/>
          <p14:tracePt t="48432" x="6334125" y="2366963"/>
          <p14:tracePt t="48585" x="6359525" y="2354263"/>
          <p14:tracePt t="48595" x="6384925" y="2347913"/>
          <p14:tracePt t="48600" x="6396038" y="2347913"/>
          <p14:tracePt t="48609" x="6415088" y="2341563"/>
          <p14:tracePt t="48620" x="6421438" y="2341563"/>
          <p14:tracePt t="48624" x="6427788" y="2335213"/>
          <p14:tracePt t="48633" x="6434138" y="2335213"/>
          <p14:tracePt t="48637" x="6440488" y="2335213"/>
          <p14:tracePt t="48838" x="6453188" y="2335213"/>
          <p14:tracePt t="49385" x="6464300" y="2335213"/>
          <p14:tracePt t="49396" x="6470650" y="2335213"/>
          <p14:tracePt t="49408" x="6483350" y="2335213"/>
          <p14:tracePt t="49415" x="6496050" y="2335213"/>
          <p14:tracePt t="49431" x="6502400" y="2335213"/>
          <p14:tracePt t="49471" x="6508750" y="2335213"/>
          <p14:tracePt t="49481" x="6532563" y="2341563"/>
          <p14:tracePt t="49487" x="6545263" y="2354263"/>
          <p14:tracePt t="49495" x="6581775" y="2354263"/>
          <p14:tracePt t="49514" x="6669088" y="2354263"/>
          <p14:tracePt t="49522" x="6707188" y="2354263"/>
          <p14:tracePt t="49528" x="6737350" y="2354263"/>
          <p14:tracePt t="49543" x="6786563" y="2354263"/>
          <p14:tracePt t="49547" x="6818313" y="2347913"/>
          <p14:tracePt t="49555" x="6831013" y="2347913"/>
          <p14:tracePt t="49567" x="6837363" y="2341563"/>
          <p14:tracePt t="49582" x="6842125" y="2341563"/>
          <p14:tracePt t="49750" x="6854825" y="2341563"/>
          <p14:tracePt t="49759" x="6867525" y="2341563"/>
          <p14:tracePt t="49777" x="6899275" y="2341563"/>
          <p14:tracePt t="49791" x="6929438" y="2335213"/>
          <p14:tracePt t="49806" x="6948488" y="2335213"/>
          <p14:tracePt t="49956" x="6954838" y="2335213"/>
          <p14:tracePt t="49971" x="6961188" y="2335213"/>
          <p14:tracePt t="49982" x="6967538" y="2335213"/>
          <p14:tracePt t="49999" x="6972300" y="2335213"/>
          <p14:tracePt t="50006" x="6978650" y="2335213"/>
          <p14:tracePt t="50045" x="6985000" y="2335213"/>
          <p14:tracePt t="50061" x="6997700" y="2335213"/>
          <p14:tracePt t="50071" x="7010400" y="2335213"/>
          <p14:tracePt t="50081" x="7016750" y="2322513"/>
          <p14:tracePt t="50105" x="7053263" y="2317750"/>
          <p14:tracePt t="50113" x="7072313" y="2311400"/>
          <p14:tracePt t="50116" x="7091363" y="2311400"/>
          <p14:tracePt t="50126" x="7115175" y="2298700"/>
          <p14:tracePt t="50141" x="7134225" y="2292350"/>
          <p14:tracePt t="50148" x="7177088" y="2286000"/>
          <p14:tracePt t="50155" x="7189788" y="2273300"/>
          <p14:tracePt t="50165" x="7208838" y="2273300"/>
          <p14:tracePt t="50180" x="7239000" y="2273300"/>
          <p14:tracePt t="50197" x="7307263" y="2266950"/>
          <p14:tracePt t="50213" x="7326313" y="2266950"/>
          <p14:tracePt t="50223" x="7345363" y="2266950"/>
          <p14:tracePt t="50229" x="7358063" y="2266950"/>
          <p14:tracePt t="50237" x="7362825" y="2266950"/>
          <p14:tracePt t="50255" x="7381875" y="2266950"/>
          <p14:tracePt t="50269" x="7400925" y="2266950"/>
          <p14:tracePt t="50274" x="7419975" y="2266950"/>
          <p14:tracePt t="50286" x="7431088" y="2266950"/>
          <p14:tracePt t="50297" x="7450138" y="2279650"/>
          <p14:tracePt t="50300" x="7469188" y="2279650"/>
          <p14:tracePt t="50315" x="7499350" y="2292350"/>
          <p14:tracePt t="50333" x="7531100" y="2292350"/>
          <p14:tracePt t="50339" x="7537450" y="2298700"/>
          <p14:tracePt t="50346" x="7554913" y="2298700"/>
          <p14:tracePt t="50366" x="7599363" y="2317750"/>
          <p14:tracePt t="50373" x="7635875" y="2328863"/>
          <p14:tracePt t="50380" x="7704138" y="2341563"/>
          <p14:tracePt t="50396" x="7748588" y="2347913"/>
          <p14:tracePt t="50405" x="7840663" y="2373313"/>
          <p14:tracePt t="50414" x="7878763" y="2373313"/>
          <p14:tracePt t="50420" x="7915275" y="2373313"/>
          <p14:tracePt t="50429" x="7940675" y="2373313"/>
          <p14:tracePt t="50447" x="7989888" y="2373313"/>
          <p14:tracePt t="50464" x="8032750" y="2379663"/>
          <p14:tracePt t="50469" x="8051800" y="2379663"/>
          <p14:tracePt t="50480" x="8075613" y="2390775"/>
          <p14:tracePt t="50486" x="8107363" y="2390775"/>
          <p14:tracePt t="50503" x="8169275" y="2390775"/>
          <p14:tracePt t="50512" x="8205788" y="2390775"/>
          <p14:tracePt t="50521" x="8231188" y="2390775"/>
          <p14:tracePt t="50574" x="8231188" y="2397125"/>
          <p14:tracePt t="50589" x="8224838" y="2403475"/>
          <p14:tracePt t="50601" x="8218488" y="2409825"/>
          <p14:tracePt t="50615" x="8212138" y="2409825"/>
          <p14:tracePt t="50633" x="8212138" y="2403475"/>
          <p14:tracePt t="50645" x="8237538" y="2384425"/>
          <p14:tracePt t="50652" x="8280400" y="2354263"/>
          <p14:tracePt t="52706" x="8269288" y="2354263"/>
          <p14:tracePt t="52718" x="8243888" y="2354263"/>
          <p14:tracePt t="52735" x="8081963" y="2341563"/>
          <p14:tracePt t="52739" x="8002588" y="2341563"/>
          <p14:tracePt t="52745" x="7934325" y="2341563"/>
          <p14:tracePt t="52754" x="7915275" y="2354263"/>
          <p14:tracePt t="52758" x="7896225" y="2366963"/>
          <p14:tracePt t="52772" x="7878763" y="2397125"/>
          <p14:tracePt t="52786" x="7772400" y="2527300"/>
          <p14:tracePt t="52789" x="7723188" y="2589213"/>
          <p14:tracePt t="52799" x="7691438" y="2614613"/>
          <p14:tracePt t="52816" x="7481888" y="2762250"/>
          <p14:tracePt t="52832" x="7183438" y="2930525"/>
          <p14:tracePt t="52849" x="6842125" y="3090863"/>
          <p14:tracePt t="52865" x="6408738" y="3276600"/>
          <p14:tracePt t="52880" x="5813425" y="3506788"/>
          <p14:tracePt t="52898" x="5503863" y="3624263"/>
          <p14:tracePt t="52908" x="4829175" y="3822700"/>
          <p14:tracePt t="52914" x="4394200" y="3927475"/>
          <p14:tracePt t="52926" x="3967163" y="4014788"/>
          <p14:tracePt t="52935" x="3570288" y="4100513"/>
          <p14:tracePt t="52939" x="3074988" y="4187825"/>
          <p14:tracePt t="52948" x="2622550" y="4256088"/>
          <p14:tracePt t="52965" x="2170113" y="4318000"/>
          <p14:tracePt t="52985" x="1265238" y="4405313"/>
          <p14:tracePt t="53000" x="422275" y="4422775"/>
          <p14:tracePt t="53315" x="1165225" y="768350"/>
          <p14:tracePt t="53327" x="1611313" y="742950"/>
          <p14:tracePt t="53344" x="2386013" y="742950"/>
          <p14:tracePt t="53355" x="2763838" y="755650"/>
          <p14:tracePt t="53360" x="3179763" y="798513"/>
          <p14:tracePt t="53369" x="3495675" y="836613"/>
          <p14:tracePt t="53380" x="3787775" y="873125"/>
          <p14:tracePt t="53385" x="4078288" y="928688"/>
          <p14:tracePt t="53397" x="4618038" y="996950"/>
          <p14:tracePt t="53412" x="4933950" y="1052513"/>
          <p14:tracePt t="53430" x="5187950" y="1120775"/>
          <p14:tracePt t="53447" x="5337175" y="1176338"/>
          <p14:tracePt t="53464" x="5380038" y="1214438"/>
          <p14:tracePt t="53471" x="5399088" y="1233488"/>
          <p14:tracePt t="53480" x="5405438" y="1263650"/>
          <p14:tracePt t="53495" x="5416550" y="1289050"/>
          <p14:tracePt t="53508" x="5411788" y="1381125"/>
          <p14:tracePt t="53519" x="5405438" y="1430338"/>
          <p14:tracePt t="53532" x="5349875" y="1504950"/>
          <p14:tracePt t="53549" x="5243513" y="1622425"/>
          <p14:tracePt t="53567" x="5175250" y="1684338"/>
          <p14:tracePt t="53585" x="5070475" y="1758950"/>
          <p14:tracePt t="53595" x="5032375" y="1784350"/>
          <p14:tracePt t="53605" x="4784725" y="1933575"/>
          <p14:tracePt t="53615" x="4598988" y="2038350"/>
          <p14:tracePt t="53628" x="4308475" y="2192338"/>
          <p14:tracePt t="53640" x="3700463" y="2465388"/>
          <p14:tracePt t="53647" x="3352800" y="2614613"/>
          <p14:tracePt t="53665" x="2763838" y="2819400"/>
          <p14:tracePt t="53680" x="2033588" y="3005138"/>
          <p14:tracePt t="53699" x="1096963" y="3152775"/>
          <p14:tracePt t="53721" x="719138" y="3184525"/>
          <p14:tracePt t="53730" x="582613" y="3197225"/>
          <p14:tracePt t="53749" x="409575" y="3208338"/>
          <p14:tracePt t="53765" x="403225" y="3208338"/>
          <p14:tracePt t="53806" x="403225" y="3203575"/>
          <p14:tracePt t="53817" x="403225" y="3197225"/>
          <p14:tracePt t="53821" x="403225" y="3190875"/>
          <p14:tracePt t="53832" x="409575" y="3178175"/>
          <p14:tracePt t="53854" x="422275" y="3165475"/>
          <p14:tracePt t="53864" x="439738" y="3159125"/>
          <p14:tracePt t="53875" x="446088" y="3141663"/>
          <p14:tracePt t="53881" x="452438" y="3135313"/>
          <p14:tracePt t="53891" x="458788" y="3128963"/>
          <p14:tracePt t="53902" x="477838" y="3103563"/>
          <p14:tracePt t="53913" x="488950" y="3097213"/>
          <p14:tracePt t="53925" x="508000" y="3090863"/>
          <p14:tracePt t="53929" x="527050" y="3073400"/>
          <p14:tracePt t="53941" x="595313" y="3041650"/>
          <p14:tracePt t="53952" x="644525" y="3011488"/>
          <p14:tracePt t="53964" x="676275" y="2998788"/>
          <p14:tracePt t="53981" x="744538" y="2960688"/>
          <p14:tracePt t="53999" x="823913" y="2924175"/>
          <p14:tracePt t="54016" x="879475" y="2887663"/>
          <p14:tracePt t="54030" x="936625" y="2855913"/>
          <p14:tracePt t="54048" x="960438" y="2849563"/>
          <p14:tracePt t="54064" x="973138" y="2843213"/>
          <p14:tracePt t="54068" x="979488" y="2836863"/>
          <p14:tracePt t="54081" x="985838" y="2836863"/>
          <p14:tracePt t="54087" x="998538" y="2830513"/>
          <p14:tracePt t="54096" x="1004888" y="2830513"/>
          <p14:tracePt t="54113" x="1004888" y="2819400"/>
          <p14:tracePt t="55811" x="1004888" y="2825750"/>
          <p14:tracePt t="55829" x="966788" y="2849563"/>
          <p14:tracePt t="55845" x="941388" y="2868613"/>
          <p14:tracePt t="55861" x="930275" y="2881313"/>
          <p14:tracePt t="55872" x="917575" y="2887663"/>
          <p14:tracePt t="55879" x="904875" y="2887663"/>
          <p14:tracePt t="55892" x="898525" y="2887663"/>
          <p14:tracePt t="55903" x="868363" y="2862263"/>
          <p14:tracePt t="55915" x="849313" y="2843213"/>
          <p14:tracePt t="55919" x="817563" y="2813050"/>
          <p14:tracePt t="55925" x="787400" y="2787650"/>
          <p14:tracePt t="55937" x="781050" y="2768600"/>
          <p14:tracePt t="55948" x="749300" y="2700338"/>
          <p14:tracePt t="55969" x="744538" y="2638425"/>
          <p14:tracePt t="55974" x="731838" y="2589213"/>
          <p14:tracePt t="55981" x="731838" y="2533650"/>
          <p14:tracePt t="56002" x="731838" y="2416175"/>
          <p14:tracePt t="56016" x="731838" y="2366963"/>
          <p14:tracePt t="56020" x="738188" y="2347913"/>
          <p14:tracePt t="56031" x="738188" y="2328863"/>
          <p14:tracePt t="56036" x="744538" y="2317750"/>
          <p14:tracePt t="56049" x="749300" y="2298700"/>
          <p14:tracePt t="56053" x="768350" y="2279650"/>
          <p14:tracePt t="56065" x="787400" y="2254250"/>
          <p14:tracePt t="56070" x="817563" y="2236788"/>
          <p14:tracePt t="56094" x="898525" y="2168525"/>
          <p14:tracePt t="56106" x="954088" y="2143125"/>
          <p14:tracePt t="56119" x="1054100" y="2087563"/>
          <p14:tracePt t="56131" x="1109663" y="2068513"/>
          <p14:tracePt t="56149" x="1314450" y="1989138"/>
          <p14:tracePt t="56167" x="1363663" y="1982788"/>
          <p14:tracePt t="56182" x="1431925" y="1970088"/>
          <p14:tracePt t="56200" x="1474788" y="1976438"/>
          <p14:tracePt t="56208" x="1500188" y="1982788"/>
          <p14:tracePt t="56213" x="1506538" y="1982788"/>
          <p14:tracePt t="56225" x="1524000" y="1989138"/>
          <p14:tracePt t="56235" x="1530350" y="2000250"/>
          <p14:tracePt t="56248" x="1562100" y="2025650"/>
          <p14:tracePt t="56265" x="1598613" y="2057400"/>
          <p14:tracePt t="56269" x="1617663" y="2074863"/>
          <p14:tracePt t="56296" x="1660525" y="2125663"/>
          <p14:tracePt t="56299" x="1704975" y="2162175"/>
          <p14:tracePt t="56308" x="1779588" y="2224088"/>
          <p14:tracePt t="56316" x="1822450" y="2254250"/>
          <p14:tracePt t="56331" x="1835150" y="2273300"/>
          <p14:tracePt t="56348" x="1939925" y="2366963"/>
          <p14:tracePt t="56365" x="1982788" y="2403475"/>
          <p14:tracePt t="56383" x="2033588" y="2459038"/>
          <p14:tracePt t="56392" x="2051050" y="2478088"/>
          <p14:tracePt t="56414" x="2101850" y="2527300"/>
          <p14:tracePt t="56427" x="2119313" y="2559050"/>
          <p14:tracePt t="56438" x="2157413" y="2582863"/>
          <p14:tracePt t="56447" x="2174875" y="2601913"/>
          <p14:tracePt t="56452" x="2181225" y="2608263"/>
          <p14:tracePt t="56464" x="2187575" y="2614613"/>
          <p14:tracePt t="56483" x="2193925" y="2627313"/>
          <p14:tracePt t="56489" x="2193925" y="2633663"/>
          <p14:tracePt t="56497" x="2200275" y="2644775"/>
          <p14:tracePt t="56509" x="2200275" y="2651125"/>
          <p14:tracePt t="56520" x="2200275" y="2657475"/>
          <p14:tracePt t="56531" x="2200275" y="2663825"/>
          <p14:tracePt t="56549" x="2212975" y="2676525"/>
          <p14:tracePt t="56568" x="2212975" y="2682875"/>
          <p14:tracePt t="56581" x="2225675" y="2695575"/>
          <p14:tracePt t="56599" x="2232025" y="2695575"/>
          <p14:tracePt t="56615" x="2236788" y="2695575"/>
          <p14:tracePt t="56640" x="2243138" y="2695575"/>
          <p14:tracePt t="56650" x="2249488" y="2695575"/>
          <p14:tracePt t="56665" x="2262188" y="2695575"/>
          <p14:tracePt t="56680" x="2274888" y="2700338"/>
          <p14:tracePt t="56698" x="2281238" y="2706688"/>
          <p14:tracePt t="56716" x="2281238" y="2713038"/>
          <p14:tracePt t="56731" x="2287588" y="2713038"/>
          <p14:tracePt t="56749" x="2293938" y="2713038"/>
          <p14:tracePt t="56765" x="2300288" y="2713038"/>
          <p14:tracePt t="56782" x="2311400" y="2713038"/>
          <p14:tracePt t="56799" x="2324100" y="2713038"/>
          <p14:tracePt t="56805" x="2330450" y="2713038"/>
          <p14:tracePt t="56818" x="2336800" y="2713038"/>
          <p14:tracePt t="56842" x="2349500" y="2713038"/>
          <p14:tracePt t="56857" x="2362200" y="2713038"/>
          <p14:tracePt t="56872" x="2366963" y="2713038"/>
          <p14:tracePt t="56886" x="2373313" y="2713038"/>
          <p14:tracePt t="56902" x="2379663" y="2713038"/>
          <p14:tracePt t="56915" x="2392363" y="2713038"/>
          <p14:tracePt t="56934" x="2398713" y="2706688"/>
          <p14:tracePt t="56950" x="2417763" y="2706688"/>
          <p14:tracePt t="56965" x="2424113" y="2706688"/>
          <p14:tracePt t="56977" x="2435225" y="2706688"/>
          <p14:tracePt t="56983" x="2441575" y="2706688"/>
          <p14:tracePt t="57002" x="2466975" y="2713038"/>
          <p14:tracePt t="57014" x="2479675" y="2713038"/>
          <p14:tracePt t="57033" x="2509838" y="2713038"/>
          <p14:tracePt t="57055" x="2554288" y="2713038"/>
          <p14:tracePt t="57066" x="2584450" y="2713038"/>
          <p14:tracePt t="57085" x="2603500" y="2713038"/>
          <p14:tracePt t="57101" x="2622550" y="2713038"/>
          <p14:tracePt t="57114" x="2640013" y="2713038"/>
          <p14:tracePt t="57125" x="2652713" y="2713038"/>
          <p14:tracePt t="57139" x="2665413" y="2713038"/>
          <p14:tracePt t="57160" x="2671763" y="2713038"/>
          <p14:tracePt t="57182" x="2678113" y="2713038"/>
          <p14:tracePt t="57199" x="2695575" y="2713038"/>
          <p14:tracePt t="57213" x="2708275" y="2713038"/>
          <p14:tracePt t="57222" x="2727325" y="2713038"/>
          <p14:tracePt t="57236" x="2776538" y="2700338"/>
          <p14:tracePt t="57252" x="2863850" y="2695575"/>
          <p14:tracePt t="57267" x="2968625" y="2682875"/>
          <p14:tracePt t="57281" x="3062288" y="2670175"/>
          <p14:tracePt t="57298" x="3086100" y="2670175"/>
          <p14:tracePt t="57314" x="3154363" y="2663825"/>
          <p14:tracePt t="57330" x="3205163" y="2651125"/>
          <p14:tracePt t="57348" x="3248025" y="2651125"/>
          <p14:tracePt t="57359" x="3297238" y="2651125"/>
          <p14:tracePt t="57370" x="3303588" y="2651125"/>
          <p14:tracePt t="57375" x="3316288" y="2651125"/>
          <p14:tracePt t="57386" x="3335338" y="2651125"/>
          <p14:tracePt t="57396" x="3352800" y="2644775"/>
          <p14:tracePt t="57412" x="3384550" y="2644775"/>
          <p14:tracePt t="57421" x="3408363" y="2644775"/>
          <p14:tracePt t="57435" x="3440113" y="2644775"/>
          <p14:tracePt t="57447" x="3465513" y="2644775"/>
          <p14:tracePt t="57455" x="3508375" y="2644775"/>
          <p14:tracePt t="57472" x="3533775" y="2644775"/>
          <p14:tracePt t="57487" x="3589338" y="2651125"/>
          <p14:tracePt t="57502" x="3644900" y="2657475"/>
          <p14:tracePt t="57525" x="3675063" y="2657475"/>
          <p14:tracePt t="57536" x="3687763" y="2657475"/>
          <p14:tracePt t="57547" x="3749675" y="2676525"/>
          <p14:tracePt t="57558" x="3762375" y="2682875"/>
          <p14:tracePt t="57572" x="3768725" y="2682875"/>
          <p14:tracePt t="57585" x="3768725" y="2689225"/>
          <p14:tracePt t="57599" x="3781425" y="2689225"/>
          <p14:tracePt t="57769" x="3787775" y="2689225"/>
          <p14:tracePt t="57782" x="3794125" y="2695575"/>
          <p14:tracePt t="57793" x="3798888" y="2695575"/>
          <p14:tracePt t="57813" x="3824288" y="2695575"/>
          <p14:tracePt t="57828" x="3843338" y="2695575"/>
          <p14:tracePt t="57832" x="3849688" y="2700338"/>
          <p14:tracePt t="57838" x="3867150" y="2700338"/>
          <p14:tracePt t="57847" x="3873500" y="2700338"/>
          <p14:tracePt t="57868" x="3879850" y="2700338"/>
          <p14:tracePt t="57989" x="3886200" y="2700338"/>
          <p14:tracePt t="58022" x="3892550" y="2700338"/>
          <p14:tracePt t="58032" x="3892550" y="2695575"/>
          <p14:tracePt t="58047" x="3898900" y="2695575"/>
          <p14:tracePt t="58134" x="3911600" y="2695575"/>
          <p14:tracePt t="58210" x="3917950" y="2695575"/>
          <p14:tracePt t="58222" x="3922713" y="2695575"/>
          <p14:tracePt t="58236" x="3929063" y="2695575"/>
          <p14:tracePt t="58241" x="3935413" y="2695575"/>
          <p14:tracePt t="58254" x="3935413" y="2700338"/>
          <p14:tracePt t="58266" x="3941763" y="2700338"/>
          <p14:tracePt t="58283" x="3948113" y="2700338"/>
          <p14:tracePt t="58568" x="3954463" y="2700338"/>
          <p14:tracePt t="58587" x="3967163" y="2700338"/>
          <p14:tracePt t="58598" x="3973513" y="2700338"/>
          <p14:tracePt t="58607" x="3986213" y="2700338"/>
          <p14:tracePt t="58617" x="4003675" y="2700338"/>
          <p14:tracePt t="58630" x="4016375" y="2700338"/>
          <p14:tracePt t="58641" x="4059238" y="2700338"/>
          <p14:tracePt t="58653" x="4116388" y="2700338"/>
          <p14:tracePt t="58673" x="4178300" y="2700338"/>
          <p14:tracePt t="58681" x="4214813" y="2700338"/>
          <p14:tracePt t="58688" x="4251325" y="2713038"/>
          <p14:tracePt t="58704" x="4295775" y="2713038"/>
          <p14:tracePt t="58717" x="4338638" y="2719388"/>
          <p14:tracePt t="58734" x="4351338" y="2719388"/>
          <p14:tracePt t="58749" x="4376738" y="2732088"/>
          <p14:tracePt t="58765" x="4381500" y="2738438"/>
          <p14:tracePt t="58775" x="4394200" y="2738438"/>
          <p14:tracePt t="58881" x="4400550" y="2738438"/>
          <p14:tracePt t="58893" x="4406900" y="2738438"/>
          <p14:tracePt t="58910" x="4425950" y="2738438"/>
          <p14:tracePt t="58924" x="4449763" y="2738438"/>
          <p14:tracePt t="58934" x="4456113" y="2738438"/>
          <p14:tracePt t="58953" x="4481513" y="2738438"/>
          <p14:tracePt t="58968" x="4494213" y="2738438"/>
          <p14:tracePt t="58984" x="4500563" y="2738438"/>
          <p14:tracePt t="58992" x="4506913" y="2738438"/>
          <p14:tracePt t="59006" x="4511675" y="2738438"/>
          <p14:tracePt t="59020" x="4518025" y="2738438"/>
          <p14:tracePt t="59036" x="4530725" y="2738438"/>
          <p14:tracePt t="59048" x="4537075" y="2738438"/>
          <p14:tracePt t="59073" x="4556125" y="2738438"/>
          <p14:tracePt t="59083" x="4562475" y="2738438"/>
          <p14:tracePt t="59098" x="4568825" y="2738438"/>
          <p14:tracePt t="59120" x="4579938" y="2738438"/>
          <p14:tracePt t="59161" x="4586288" y="2738438"/>
          <p14:tracePt t="59241" x="4592638" y="2738438"/>
          <p14:tracePt t="59326" x="4598988" y="2738438"/>
          <p14:tracePt t="59338" x="4598988" y="2744788"/>
          <p14:tracePt t="59351" x="4605338" y="2744788"/>
          <p14:tracePt t="59369" x="4611688" y="2744788"/>
          <p14:tracePt t="59382" x="4611688" y="2751138"/>
          <p14:tracePt t="59542" x="4618038" y="2751138"/>
          <p14:tracePt t="59556" x="4624388" y="2751138"/>
          <p14:tracePt t="59577" x="4648200" y="2757488"/>
          <p14:tracePt t="59583" x="4654550" y="2762250"/>
          <p14:tracePt t="59616" x="4660900" y="2762250"/>
          <p14:tracePt t="59694" x="4667250" y="2762250"/>
          <p14:tracePt t="59711" x="4673600" y="2762250"/>
          <p14:tracePt t="59725" x="4686300" y="2762250"/>
          <p14:tracePt t="59731" x="4686300" y="2774950"/>
          <p14:tracePt t="59740" x="4692650" y="2774950"/>
          <p14:tracePt t="59764" x="4699000" y="2774950"/>
          <p14:tracePt t="59782" x="4699000" y="2781300"/>
          <p14:tracePt t="59795" x="4703763" y="2781300"/>
          <p14:tracePt t="59801" x="4710113" y="2781300"/>
          <p14:tracePt t="59815" x="4735513" y="2781300"/>
          <p14:tracePt t="59819" x="4748213" y="2781300"/>
          <p14:tracePt t="59832" x="4754563" y="2781300"/>
          <p14:tracePt t="59836" x="4767263" y="2781300"/>
          <p14:tracePt t="59853" x="4784725" y="2781300"/>
          <p14:tracePt t="59869" x="4810125" y="2781300"/>
          <p14:tracePt t="59881" x="4816475" y="2781300"/>
          <p14:tracePt t="59889" x="4822825" y="2781300"/>
          <p14:tracePt t="59896" x="4829175" y="2781300"/>
          <p14:tracePt t="59902" x="4840288" y="2781300"/>
          <p14:tracePt t="59910" x="4852988" y="2781300"/>
          <p14:tracePt t="59922" x="4865688" y="2781300"/>
          <p14:tracePt t="59925" x="4884738" y="2781300"/>
          <p14:tracePt t="59932" x="4908550" y="2781300"/>
          <p14:tracePt t="59948" x="4953000" y="2781300"/>
          <p14:tracePt t="59964" x="4964113" y="2781300"/>
          <p14:tracePt t="59970" x="4995863" y="2781300"/>
          <p14:tracePt t="59977" x="5008563" y="2781300"/>
          <p14:tracePt t="59987" x="5021263" y="2781300"/>
          <p14:tracePt t="59997" x="5026025" y="2781300"/>
          <p14:tracePt t="60026" x="5032375" y="2781300"/>
          <p14:tracePt t="60066" x="5038725" y="2781300"/>
          <p14:tracePt t="60208" x="5045075" y="2781300"/>
          <p14:tracePt t="60425" x="5038725" y="2787650"/>
          <p14:tracePt t="60440" x="5014913" y="2813050"/>
          <p14:tracePt t="60451" x="4983163" y="2836863"/>
          <p14:tracePt t="60460" x="4940300" y="2868613"/>
          <p14:tracePt t="60472" x="4859338" y="2911475"/>
          <p14:tracePt t="60479" x="4822825" y="2917825"/>
          <p14:tracePt t="60494" x="4791075" y="2917825"/>
          <p14:tracePt t="60499" x="4729163" y="2930525"/>
          <p14:tracePt t="60509" x="4703763" y="2930525"/>
          <p14:tracePt t="60516" x="4673600" y="2930525"/>
          <p14:tracePt t="60529" x="4648200" y="2930525"/>
          <p14:tracePt t="60546" x="4579938" y="2930525"/>
          <p14:tracePt t="60558" x="4556125" y="2930525"/>
          <p14:tracePt t="60572" x="4500563" y="2930525"/>
          <p14:tracePt t="60587" x="4456113" y="2930525"/>
          <p14:tracePt t="60595" x="4443413" y="2930525"/>
          <p14:tracePt t="60602" x="4425950" y="2930525"/>
          <p14:tracePt t="60617" x="4413250" y="2930525"/>
          <p14:tracePt t="60619" x="4394200" y="2936875"/>
          <p14:tracePt t="60626" x="4387850" y="2936875"/>
          <p14:tracePt t="60636" x="4370388" y="2936875"/>
          <p14:tracePt t="60653" x="4357688" y="2943225"/>
          <p14:tracePt t="60666" x="4351338" y="2943225"/>
          <p14:tracePt t="60685" x="4308475" y="2954338"/>
          <p14:tracePt t="60695" x="4295775" y="2960688"/>
          <p14:tracePt t="60706" x="4276725" y="2967038"/>
          <p14:tracePt t="60711" x="4233863" y="2979738"/>
          <p14:tracePt t="60721" x="4208463" y="2986088"/>
          <p14:tracePt t="60732" x="4178300" y="2998788"/>
          <p14:tracePt t="60748" x="4090988" y="3016250"/>
          <p14:tracePt t="60766" x="3960813" y="3048000"/>
          <p14:tracePt t="60785" x="3725863" y="3084513"/>
          <p14:tracePt t="60791" x="3619500" y="3097213"/>
          <p14:tracePt t="60804" x="3502025" y="3109913"/>
          <p14:tracePt t="60817" x="3403600" y="3122613"/>
          <p14:tracePt t="60823" x="3316288" y="3122613"/>
          <p14:tracePt t="60833" x="3216275" y="3135313"/>
          <p14:tracePt t="60855" x="3136900" y="3135313"/>
          <p14:tracePt t="60866" x="3000375" y="3135313"/>
          <p14:tracePt t="60873" x="2863850" y="3135313"/>
          <p14:tracePt t="60880" x="2795588" y="3135313"/>
          <p14:tracePt t="60897" x="2678113" y="3135313"/>
          <p14:tracePt t="60902" x="2627313" y="3135313"/>
          <p14:tracePt t="60908" x="2603500" y="3135313"/>
          <p14:tracePt t="60928" x="2571750" y="3135313"/>
          <p14:tracePt t="60939" x="2554288" y="3135313"/>
          <p14:tracePt t="60950" x="2547938" y="3135313"/>
          <p14:tracePt t="60958" x="2541588" y="3135313"/>
          <p14:tracePt t="60966" x="2535238" y="3135313"/>
          <p14:tracePt t="60980" x="2528888" y="3135313"/>
          <p14:tracePt t="60991" x="2509838" y="3135313"/>
          <p14:tracePt t="60996" x="2503488" y="3135313"/>
          <p14:tracePt t="61009" x="2497138" y="3135313"/>
          <p14:tracePt t="61020" x="2492375" y="3135313"/>
          <p14:tracePt t="61029" x="2466975" y="3135313"/>
          <p14:tracePt t="61049" x="2454275" y="3135313"/>
          <p14:tracePt t="61069" x="2424113" y="3135313"/>
          <p14:tracePt t="61083" x="2362200" y="3135313"/>
          <p14:tracePt t="61091" x="2311400" y="3135313"/>
          <p14:tracePt t="61107" x="2293938" y="3135313"/>
          <p14:tracePt t="61120" x="2236788" y="3135313"/>
          <p14:tracePt t="61130" x="2219325" y="3135313"/>
          <p14:tracePt t="61149" x="2193925" y="3135313"/>
          <p14:tracePt t="61164" x="2187575" y="3135313"/>
          <p14:tracePt t="61182" x="2157413" y="3128963"/>
          <p14:tracePt t="61194" x="2132013" y="3128963"/>
          <p14:tracePt t="61198" x="2125663" y="3122613"/>
          <p14:tracePt t="61211" x="2112963" y="3122613"/>
          <p14:tracePt t="61223" x="2108200" y="3116263"/>
          <p14:tracePt t="61233" x="2101850" y="3116263"/>
          <p14:tracePt t="61238" x="2089150" y="3116263"/>
          <p14:tracePt t="61258" x="2082800" y="3116263"/>
          <p14:tracePt t="61294" x="2076450" y="3116263"/>
          <p14:tracePt t="61305" x="2076450" y="3103563"/>
          <p14:tracePt t="61316" x="2070100" y="3103563"/>
          <p14:tracePt t="61335" x="2063750" y="3103563"/>
          <p14:tracePt t="61427" x="2057400" y="3103563"/>
          <p14:tracePt t="61457" x="2057400" y="3097213"/>
          <p14:tracePt t="61477" x="2051050" y="3097213"/>
          <p14:tracePt t="61497" x="2039938" y="3097213"/>
          <p14:tracePt t="61509" x="2033588" y="3090863"/>
          <p14:tracePt t="61520" x="2027238" y="3084513"/>
          <p14:tracePt t="61534" x="2008188" y="3079750"/>
          <p14:tracePt t="61550" x="1989138" y="3073400"/>
          <p14:tracePt t="61568" x="1989138" y="3067050"/>
          <p14:tracePt t="61702" x="1982788" y="3067050"/>
          <p14:tracePt t="61724" x="1982788" y="3060700"/>
          <p14:tracePt t="61864" x="1978025" y="3060700"/>
          <p14:tracePt t="61876" x="1971675" y="3060700"/>
          <p14:tracePt t="61895" x="1958975" y="3048000"/>
          <p14:tracePt t="61904" x="1939925" y="3041650"/>
          <p14:tracePt t="61914" x="1933575" y="3041650"/>
          <p14:tracePt t="62038" x="1933575" y="3035300"/>
          <p14:tracePt t="62055" x="1927225" y="3016250"/>
          <p14:tracePt t="62069" x="1927225" y="2998788"/>
          <p14:tracePt t="62082" x="1927225" y="2992438"/>
          <p14:tracePt t="62106" x="1920875" y="2986088"/>
          <p14:tracePt t="62241" x="1920875" y="2979738"/>
          <p14:tracePt t="62255" x="1914525" y="2979738"/>
          <p14:tracePt t="62265" x="1914525" y="2973388"/>
          <p14:tracePt t="62319" x="1914525" y="2967038"/>
          <p14:tracePt t="62461" x="1914525" y="2954338"/>
          <p14:tracePt t="62475" x="1914525" y="2949575"/>
          <p14:tracePt t="62497" x="1914525" y="2943225"/>
          <p14:tracePt t="62514" x="1914525" y="2936875"/>
          <p14:tracePt t="62523" x="1920875" y="2936875"/>
          <p14:tracePt t="62709" x="1927225" y="2930525"/>
          <p14:tracePt t="62723" x="1933575" y="2930525"/>
          <p14:tracePt t="62740" x="1965325" y="2924175"/>
          <p14:tracePt t="62746" x="1982788" y="2924175"/>
          <p14:tracePt t="62756" x="2014538" y="2911475"/>
          <p14:tracePt t="62778" x="2082800" y="2911475"/>
          <p14:tracePt t="62785" x="2101850" y="2911475"/>
          <p14:tracePt t="62799" x="2151063" y="2911475"/>
          <p14:tracePt t="62815" x="2170113" y="2911475"/>
          <p14:tracePt t="62821" x="2187575" y="2911475"/>
          <p14:tracePt t="62832" x="2200275" y="2911475"/>
          <p14:tracePt t="62839" x="2219325" y="2911475"/>
          <p14:tracePt t="62846" x="2243138" y="2911475"/>
          <p14:tracePt t="62852" x="2262188" y="2911475"/>
          <p14:tracePt t="62861" x="2287588" y="2911475"/>
          <p14:tracePt t="62869" x="2293938" y="2911475"/>
          <p14:tracePt t="62883" x="2300288" y="2911475"/>
          <p14:tracePt t="62890" x="2305050" y="2911475"/>
          <p14:tracePt t="62902" x="2311400" y="2911475"/>
          <p14:tracePt t="62920" x="2330450" y="2911475"/>
          <p14:tracePt t="62938" x="2336800" y="2911475"/>
          <p14:tracePt t="62941" x="2343150" y="2911475"/>
          <p14:tracePt t="62959" x="2349500" y="2911475"/>
          <p14:tracePt t="62975" x="2355850" y="2911475"/>
          <p14:tracePt t="62988" x="2362200" y="2911475"/>
          <p14:tracePt t="63004" x="2379663" y="2905125"/>
          <p14:tracePt t="63013" x="2386013" y="2905125"/>
          <p14:tracePt t="63022" x="2392363" y="2905125"/>
          <p14:tracePt t="63036" x="2405063" y="2898775"/>
          <p14:tracePt t="63049" x="2424113" y="2898775"/>
          <p14:tracePt t="63062" x="2430463" y="2892425"/>
          <p14:tracePt t="63068" x="2435225" y="2892425"/>
          <p14:tracePt t="63083" x="2441575" y="2892425"/>
          <p14:tracePt t="63098" x="2460625" y="2892425"/>
          <p14:tracePt t="63119" x="2473325" y="2892425"/>
          <p14:tracePt t="63134" x="2486025" y="2892425"/>
          <p14:tracePt t="63153" x="2497138" y="2892425"/>
          <p14:tracePt t="63164" x="2509838" y="2892425"/>
          <p14:tracePt t="63172" x="2528888" y="2887663"/>
          <p14:tracePt t="63180" x="2547938" y="2887663"/>
          <p14:tracePt t="63197" x="2554288" y="2887663"/>
          <p14:tracePt t="63201" x="2565400" y="2887663"/>
          <p14:tracePt t="63204" x="2571750" y="2887663"/>
          <p14:tracePt t="63214" x="2590800" y="2887663"/>
          <p14:tracePt t="63221" x="2603500" y="2887663"/>
          <p14:tracePt t="63224" x="2616200" y="2887663"/>
          <p14:tracePt t="63234" x="2627313" y="2887663"/>
          <p14:tracePt t="63250" x="2652713" y="2892425"/>
          <p14:tracePt t="63269" x="2671763" y="2898775"/>
          <p14:tracePt t="63275" x="2678113" y="2898775"/>
          <p14:tracePt t="63283" x="2695575" y="2911475"/>
          <p14:tracePt t="63297" x="2701925" y="2911475"/>
          <p14:tracePt t="63304" x="2708275" y="2911475"/>
          <p14:tracePt t="63316" x="2714625" y="2911475"/>
          <p14:tracePt t="63318" x="2720975" y="2911475"/>
          <p14:tracePt t="63333" x="2740025" y="2911475"/>
          <p14:tracePt t="63352" x="2752725" y="2911475"/>
          <p14:tracePt t="63376" x="2757488" y="2911475"/>
          <p14:tracePt t="63390" x="2763838" y="2911475"/>
          <p14:tracePt t="63412" x="2770188" y="2911475"/>
          <p14:tracePt t="63429" x="2776538" y="2911475"/>
          <p14:tracePt t="63456" x="2789238" y="2911475"/>
          <p14:tracePt t="63471" x="2801938" y="2911475"/>
          <p14:tracePt t="63478" x="2808288" y="2905125"/>
          <p14:tracePt t="63489" x="2814638" y="2905125"/>
          <p14:tracePt t="63520" x="2820988" y="2905125"/>
          <p14:tracePt t="63550" x="2825750" y="2905125"/>
          <p14:tracePt t="63561" x="2838450" y="2905125"/>
          <p14:tracePt t="63569" x="2844800" y="2905125"/>
          <p14:tracePt t="63586" x="2851150" y="2905125"/>
          <p14:tracePt t="63592" x="2857500" y="2905125"/>
          <p14:tracePt t="63607" x="2863850" y="2905125"/>
          <p14:tracePt t="63617" x="2870200" y="2905125"/>
          <p14:tracePt t="63635" x="2876550" y="2905125"/>
          <p14:tracePt t="63644" x="2887663" y="2905125"/>
          <p14:tracePt t="63665" x="2906713" y="2905125"/>
          <p14:tracePt t="63680" x="2919413" y="2905125"/>
          <p14:tracePt t="63690" x="2932113" y="2905125"/>
          <p14:tracePt t="63705" x="2938463" y="2905125"/>
          <p14:tracePt t="63718" x="2951163" y="2905125"/>
          <p14:tracePt t="63735" x="2962275" y="2898775"/>
          <p14:tracePt t="63752" x="2987675" y="2898775"/>
          <p14:tracePt t="63760" x="2994025" y="2898775"/>
          <p14:tracePt t="63778" x="3006725" y="2898775"/>
          <p14:tracePt t="63789" x="3013075" y="2898775"/>
          <p14:tracePt t="63799" x="3017838" y="2898775"/>
          <p14:tracePt t="63807" x="3030538" y="2898775"/>
          <p14:tracePt t="63820" x="3036888" y="2898775"/>
          <p14:tracePt t="63831" x="3043238" y="2892425"/>
          <p14:tracePt t="63840" x="3049588" y="2892425"/>
          <p14:tracePt t="63860" x="3055938" y="2892425"/>
          <p14:tracePt t="63904" x="3062288" y="2892425"/>
          <p14:tracePt t="63915" x="3068638" y="2892425"/>
          <p14:tracePt t="63924" x="3079750" y="2892425"/>
          <p14:tracePt t="63933" x="3086100" y="2887663"/>
          <p14:tracePt t="63938" x="3092450" y="2887663"/>
          <p14:tracePt t="63950" x="3098800" y="2887663"/>
          <p14:tracePt t="63968" x="3117850" y="2881313"/>
          <p14:tracePt t="63986" x="3130550" y="2881313"/>
          <p14:tracePt t="64004" x="3154363" y="2881313"/>
          <p14:tracePt t="64016" x="3173413" y="2881313"/>
          <p14:tracePt t="64023" x="3198813" y="2881313"/>
          <p14:tracePt t="64032" x="3222625" y="2881313"/>
          <p14:tracePt t="64046" x="3290888" y="2881313"/>
          <p14:tracePt t="64054" x="3297238" y="2881313"/>
          <p14:tracePt t="64068" x="3365500" y="2881313"/>
          <p14:tracePt t="64071" x="3403600" y="2881313"/>
          <p14:tracePt t="64082" x="3427413" y="2881313"/>
          <p14:tracePt t="64104" x="3470275" y="2881313"/>
          <p14:tracePt t="64126" x="3508375" y="2881313"/>
          <p14:tracePt t="64133" x="3514725" y="2881313"/>
          <p14:tracePt t="64149" x="3527425" y="2881313"/>
          <p14:tracePt t="64154" x="3533775" y="2881313"/>
          <p14:tracePt t="64172" x="3538538" y="2881313"/>
          <p14:tracePt t="64282" x="3551238" y="2874963"/>
          <p14:tracePt t="64293" x="3570288" y="2874963"/>
          <p14:tracePt t="64309" x="3595688" y="2874963"/>
          <p14:tracePt t="64314" x="3613150" y="2874963"/>
          <p14:tracePt t="64328" x="3749675" y="2874963"/>
          <p14:tracePt t="64338" x="3817938" y="2874963"/>
          <p14:tracePt t="64342" x="3856038" y="2874963"/>
          <p14:tracePt t="64349" x="3892550" y="2874963"/>
          <p14:tracePt t="64364" x="3929063" y="2874963"/>
          <p14:tracePt t="64374" x="3954463" y="2874963"/>
          <p14:tracePt t="64383" x="4010025" y="2874963"/>
          <p14:tracePt t="64393" x="4052888" y="2874963"/>
          <p14:tracePt t="64414" x="4059238" y="2874963"/>
          <p14:tracePt t="64419" x="4071938" y="2874963"/>
          <p14:tracePt t="64429" x="4084638" y="2874963"/>
          <p14:tracePt t="64456" x="4090988" y="2874963"/>
          <p14:tracePt t="64503" x="4097338" y="2874963"/>
          <p14:tracePt t="64515" x="4103688" y="2881313"/>
          <p14:tracePt t="64524" x="4127500" y="2892425"/>
          <p14:tracePt t="64533" x="4133850" y="2905125"/>
          <p14:tracePt t="64554" x="4165600" y="2911475"/>
          <p14:tracePt t="64565" x="4178300" y="2917825"/>
          <p14:tracePt t="64580" x="4195763" y="2924175"/>
          <p14:tracePt t="64589" x="4214813" y="2924175"/>
          <p14:tracePt t="64592" x="4221163" y="2936875"/>
          <p14:tracePt t="64600" x="4233863" y="2936875"/>
          <p14:tracePt t="64606" x="4240213" y="2943225"/>
          <p14:tracePt t="64612" x="4257675" y="2943225"/>
          <p14:tracePt t="64621" x="4270375" y="2943225"/>
          <p14:tracePt t="64628" x="4276725" y="2949575"/>
          <p14:tracePt t="64643" x="4289425" y="2949575"/>
          <p14:tracePt t="64652" x="4295775" y="2949575"/>
          <p14:tracePt t="64814" x="4302125" y="2949575"/>
          <p14:tracePt t="64850" x="4302125" y="2954338"/>
          <p14:tracePt t="64869" x="4308475" y="2954338"/>
          <p14:tracePt t="64880" x="4313238" y="2954338"/>
          <p14:tracePt t="64892" x="4319588" y="2960688"/>
          <p14:tracePt t="64905" x="4325938" y="2960688"/>
          <p14:tracePt t="64975" x="4338638" y="2960688"/>
          <p14:tracePt t="64986" x="4344988" y="2960688"/>
          <p14:tracePt t="65001" x="4351338" y="2960688"/>
          <p14:tracePt t="65020" x="4364038" y="2960688"/>
          <p14:tracePt t="65035" x="4376738" y="2960688"/>
          <p14:tracePt t="65051" x="4400550" y="2967038"/>
          <p14:tracePt t="65057" x="4413250" y="2967038"/>
          <p14:tracePt t="65066" x="4419600" y="2967038"/>
          <p14:tracePt t="65073" x="4443413" y="2967038"/>
          <p14:tracePt t="65086" x="4462463" y="2967038"/>
          <p14:tracePt t="65105" x="4494213" y="2967038"/>
          <p14:tracePt t="65121" x="4524375" y="2967038"/>
          <p14:tracePt t="65125" x="4549775" y="2967038"/>
          <p14:tracePt t="65142" x="4579938" y="2967038"/>
          <p14:tracePt t="65153" x="4598988" y="2967038"/>
          <p14:tracePt t="65168" x="4630738" y="2967038"/>
          <p14:tracePt t="65175" x="4648200" y="2967038"/>
          <p14:tracePt t="65189" x="4667250" y="2967038"/>
          <p14:tracePt t="65211" x="4735513" y="2967038"/>
          <p14:tracePt t="65220" x="4767263" y="2967038"/>
          <p14:tracePt t="65235" x="4803775" y="2967038"/>
          <p14:tracePt t="65250" x="4865688" y="2954338"/>
          <p14:tracePt t="65254" x="4914900" y="2954338"/>
          <p14:tracePt t="65269" x="5021263" y="2949575"/>
          <p14:tracePt t="65284" x="5145088" y="2924175"/>
          <p14:tracePt t="65295" x="5213350" y="2924175"/>
          <p14:tracePt t="65307" x="5330825" y="2911475"/>
          <p14:tracePt t="65317" x="5386388" y="2898775"/>
          <p14:tracePt t="65333" x="5441950" y="2892425"/>
          <p14:tracePt t="65349" x="5480050" y="2881313"/>
          <p14:tracePt t="65367" x="5497513" y="2881313"/>
          <p14:tracePt t="65375" x="5503863" y="2881313"/>
          <p14:tracePt t="65385" x="5510213" y="2881313"/>
          <p14:tracePt t="65426" x="5516563" y="2881313"/>
          <p14:tracePt t="65452" x="5522913" y="2881313"/>
          <p14:tracePt t="65476" x="5529263" y="2887663"/>
          <p14:tracePt t="65502" x="5541963" y="2887663"/>
          <p14:tracePt t="65518" x="5553075" y="2892425"/>
          <p14:tracePt t="65526" x="5565775" y="2892425"/>
          <p14:tracePt t="65535" x="5584825" y="2892425"/>
          <p14:tracePt t="65547" x="5610225" y="2892425"/>
          <p14:tracePt t="65556" x="5627688" y="2892425"/>
          <p14:tracePt t="65561" x="5634038" y="2892425"/>
          <p14:tracePt t="65566" x="5659438" y="2892425"/>
          <p14:tracePt t="65575" x="5665788" y="2892425"/>
          <p14:tracePt t="65587" x="5683250" y="2892425"/>
          <p14:tracePt t="65599" x="5689600" y="2892425"/>
          <p14:tracePt t="65608" x="5702300" y="2898775"/>
          <p14:tracePt t="65617" x="5708650" y="2898775"/>
          <p14:tracePt t="65645" x="5708650" y="2905125"/>
          <p14:tracePt t="65658" x="5715000" y="2905125"/>
          <p14:tracePt t="65679" x="5721350" y="2911475"/>
          <p14:tracePt t="65691" x="5727700" y="2911475"/>
          <p14:tracePt t="65718" x="5727700" y="2917825"/>
          <p14:tracePt t="65772" x="5734050" y="2917825"/>
          <p14:tracePt t="65799" x="5738813" y="2917825"/>
          <p14:tracePt t="65807" x="5751513" y="2917825"/>
          <p14:tracePt t="65818" x="5757863" y="2917825"/>
          <p14:tracePt t="65849" x="5764213" y="2917825"/>
          <p14:tracePt t="65875" x="5770563" y="2917825"/>
          <p14:tracePt t="65888" x="5776913" y="2917825"/>
          <p14:tracePt t="65896" x="5783263" y="2917825"/>
          <p14:tracePt t="65905" x="5789613" y="2917825"/>
          <p14:tracePt t="65917" x="5807075" y="2917825"/>
          <p14:tracePt t="65935" x="5857875" y="2930525"/>
          <p14:tracePt t="65947" x="5868988" y="2936875"/>
          <p14:tracePt t="65953" x="5900738" y="2936875"/>
          <p14:tracePt t="65972" x="5926138" y="2943225"/>
          <p14:tracePt t="65995" x="5969000" y="2943225"/>
          <p14:tracePt t="66000" x="5994400" y="2943225"/>
          <p14:tracePt t="66009" x="6011863" y="2943225"/>
          <p14:tracePt t="66025" x="6024563" y="2943225"/>
          <p14:tracePt t="66035" x="6062663" y="2943225"/>
          <p14:tracePt t="66046" x="6086475" y="2943225"/>
          <p14:tracePt t="66049" x="6092825" y="2943225"/>
          <p14:tracePt t="66058" x="6118225" y="2943225"/>
          <p14:tracePt t="66066" x="6129338" y="2943225"/>
          <p14:tracePt t="66085" x="6173788" y="2943225"/>
          <p14:tracePt t="66100" x="6216650" y="2943225"/>
          <p14:tracePt t="66117" x="6248400" y="2943225"/>
          <p14:tracePt t="66135" x="6291263" y="2943225"/>
          <p14:tracePt t="66146" x="6310313" y="2943225"/>
          <p14:tracePt t="66150" x="6323013" y="2943225"/>
          <p14:tracePt t="66165" x="6340475" y="2943225"/>
          <p14:tracePt t="66176" x="6359525" y="2943225"/>
          <p14:tracePt t="66185" x="6378575" y="2954338"/>
          <p14:tracePt t="66199" x="6384925" y="2954338"/>
          <p14:tracePt t="66203" x="6396038" y="2954338"/>
          <p14:tracePt t="66211" x="6415088" y="2954338"/>
          <p14:tracePt t="66220" x="6421438" y="2954338"/>
          <p14:tracePt t="66235" x="6434138" y="2954338"/>
          <p14:tracePt t="66241" x="6464300" y="2954338"/>
          <p14:tracePt t="66247" x="6477000" y="2954338"/>
          <p14:tracePt t="66257" x="6551613" y="2954338"/>
          <p14:tracePt t="66272" x="6588125" y="2954338"/>
          <p14:tracePt t="66275" x="6638925" y="2954338"/>
          <p14:tracePt t="66283" x="6656388" y="2954338"/>
          <p14:tracePt t="66297" x="6731000" y="2954338"/>
          <p14:tracePt t="66304" x="6780213" y="2954338"/>
          <p14:tracePt t="66318" x="6854825" y="2954338"/>
          <p14:tracePt t="66335" x="6923088" y="2954338"/>
          <p14:tracePt t="66351" x="6985000" y="2954338"/>
          <p14:tracePt t="66362" x="7010400" y="2954338"/>
          <p14:tracePt t="66368" x="7040563" y="2949575"/>
          <p14:tracePt t="66377" x="7065963" y="2949575"/>
          <p14:tracePt t="66383" x="7091363" y="2949575"/>
          <p14:tracePt t="66394" x="7108825" y="2949575"/>
          <p14:tracePt t="66400" x="7134225" y="2949575"/>
          <p14:tracePt t="66409" x="7159625" y="2949575"/>
          <p14:tracePt t="66417" x="7177088" y="2949575"/>
          <p14:tracePt t="66434" x="7208838" y="2949575"/>
          <p14:tracePt t="66453" x="7239000" y="2949575"/>
          <p14:tracePt t="66472" x="7245350" y="2949575"/>
          <p14:tracePt t="66582" x="7251700" y="2943225"/>
          <p14:tracePt t="66595" x="7251700" y="2936875"/>
          <p14:tracePt t="66604" x="7264400" y="2936875"/>
          <p14:tracePt t="66619" x="7283450" y="2917825"/>
          <p14:tracePt t="66636" x="7300913" y="2898775"/>
          <p14:tracePt t="67784" x="7307263" y="2898775"/>
          <p14:tracePt t="67795" x="7339013" y="2898775"/>
          <p14:tracePt t="67806" x="7381875" y="2898775"/>
          <p14:tracePt t="67832" x="7419975" y="2898775"/>
          <p14:tracePt t="67848" x="7456488" y="2898775"/>
          <p14:tracePt t="67853" x="7593013" y="2911475"/>
          <p14:tracePt t="67862" x="7642225" y="2911475"/>
          <p14:tracePt t="67868" x="7723188" y="2911475"/>
          <p14:tracePt t="67880" x="7840663" y="2911475"/>
          <p14:tracePt t="67885" x="7921625" y="2911475"/>
          <p14:tracePt t="67895" x="8020050" y="2911475"/>
          <p14:tracePt t="67905" x="8120063" y="2911475"/>
          <p14:tracePt t="67911" x="8256588" y="2911475"/>
          <p14:tracePt t="67918" x="8386763" y="2911475"/>
          <p14:tracePt t="67937" x="8647113" y="2911475"/>
          <p14:tracePt t="67941" x="8783638" y="2905125"/>
          <p14:tracePt t="67950" x="8913813" y="2905125"/>
          <p14:tracePt t="67968" x="9129713" y="2892425"/>
          <p14:tracePt t="67975" x="9229725" y="2892425"/>
          <p14:tracePt t="67984" x="9328150" y="2892425"/>
          <p14:tracePt t="67992" x="9396413" y="2892425"/>
          <p14:tracePt t="68001" x="9513888" y="2892425"/>
          <p14:tracePt t="68015" x="9551988" y="2892425"/>
          <p14:tracePt t="68023" x="9569450" y="2892425"/>
          <p14:tracePt t="68028" x="9575800" y="2892425"/>
          <p14:tracePt t="68038" x="9582150" y="2892425"/>
          <p14:tracePt t="68153" x="9588500" y="2892425"/>
          <p14:tracePt t="68164" x="9594850" y="2892425"/>
          <p14:tracePt t="68184" x="9601200" y="2892425"/>
          <p14:tracePt t="68192" x="9613900" y="2892425"/>
          <p14:tracePt t="68208" x="9631363" y="2898775"/>
          <p14:tracePt t="68220" x="9637713" y="2898775"/>
          <p14:tracePt t="68236" x="9644063" y="2905125"/>
          <p14:tracePt t="68253" x="9650413" y="2905125"/>
          <p14:tracePt t="68287" x="9650413" y="2911475"/>
          <p14:tracePt t="68306" x="9663113" y="2924175"/>
          <p14:tracePt t="68382" x="9669463" y="2930525"/>
          <p14:tracePt t="68392" x="9682163" y="2930525"/>
          <p14:tracePt t="68401" x="9688513" y="2930525"/>
          <p14:tracePt t="68405" x="9712325" y="2930525"/>
          <p14:tracePt t="68422" x="9750425" y="2943225"/>
          <p14:tracePt t="68428" x="9786938" y="2954338"/>
          <p14:tracePt t="68435" x="9799638" y="2960688"/>
          <p14:tracePt t="68445" x="9842500" y="2986088"/>
          <p14:tracePt t="68452" x="9867900" y="2992438"/>
          <p14:tracePt t="68457" x="9904413" y="3005138"/>
          <p14:tracePt t="68478" x="9985375" y="3022600"/>
          <p14:tracePt t="68482" x="10034588" y="3022600"/>
          <p14:tracePt t="68488" x="10072688" y="3022600"/>
          <p14:tracePt t="68498" x="10096500" y="3028950"/>
          <p14:tracePt t="68506" x="10128250" y="3028950"/>
          <p14:tracePt t="68518" x="10152063" y="3028950"/>
          <p14:tracePt t="68523" x="10158413" y="3028950"/>
          <p14:tracePt t="68536" x="10164763" y="3028950"/>
          <p14:tracePt t="68543" x="10171113" y="3028950"/>
          <p14:tracePt t="68550" x="10177463" y="3028950"/>
          <p14:tracePt t="68567" x="10190163" y="3028950"/>
          <p14:tracePt t="68569" x="10196513" y="3028950"/>
          <p14:tracePt t="68585" x="10202863" y="3028950"/>
          <p14:tracePt t="68620" x="10209213" y="3028950"/>
          <p14:tracePt t="68632" x="10213975" y="3028950"/>
          <p14:tracePt t="68713" x="10213975" y="3035300"/>
          <p14:tracePt t="68730" x="10213975" y="3041650"/>
          <p14:tracePt t="68998" x="10213975" y="3054350"/>
          <p14:tracePt t="69246" x="10213975" y="3048000"/>
          <p14:tracePt t="69259" x="10209213" y="3035300"/>
          <p14:tracePt t="69276" x="10209213" y="3028950"/>
          <p14:tracePt t="69295" x="10209213" y="3022600"/>
          <p14:tracePt t="69308" x="10202863" y="3016250"/>
          <p14:tracePt t="69322" x="10202863" y="3011488"/>
          <p14:tracePt t="69335" x="10202863" y="2992438"/>
          <p14:tracePt t="69352" x="10202863" y="2986088"/>
          <p14:tracePt t="69368" x="10202863" y="2979738"/>
          <p14:tracePt t="69559" x="10202863" y="2973388"/>
          <p14:tracePt t="69571" x="10202863" y="2967038"/>
          <p14:tracePt t="69587" x="10202863" y="2960688"/>
          <p14:tracePt t="69598" x="10202863" y="2949575"/>
          <p14:tracePt t="69606" x="10209213" y="2949575"/>
          <p14:tracePt t="69858" x="10209213" y="2954338"/>
          <p14:tracePt t="69869" x="10209213" y="2960688"/>
          <p14:tracePt t="69884" x="10209213" y="2967038"/>
          <p14:tracePt t="70097" x="10209213" y="2973388"/>
          <p14:tracePt t="70121" x="10209213" y="2979738"/>
          <p14:tracePt t="70136" x="10213975" y="2979738"/>
          <p14:tracePt t="70154" x="10220325" y="2979738"/>
          <p14:tracePt t="70162" x="10226675" y="2979738"/>
          <p14:tracePt t="70171" x="10245725" y="2979738"/>
          <p14:tracePt t="70179" x="10252075" y="2979738"/>
          <p14:tracePt t="70189" x="10264775" y="2979738"/>
          <p14:tracePt t="70201" x="10271125" y="2979738"/>
          <p14:tracePt t="70209" x="10288588" y="2979738"/>
          <p14:tracePt t="70218" x="10313988" y="2979738"/>
          <p14:tracePt t="70235" x="10344150" y="2973388"/>
          <p14:tracePt t="70239" x="10369550" y="2973388"/>
          <p14:tracePt t="70251" x="10388600" y="2973388"/>
          <p14:tracePt t="70257" x="10401300" y="2973388"/>
          <p14:tracePt t="70262" x="10412413" y="2973388"/>
          <p14:tracePt t="70282" x="10425113" y="2973388"/>
          <p14:tracePt t="70288" x="10437813" y="2973388"/>
          <p14:tracePt t="70299" x="10444163" y="2973388"/>
          <p14:tracePt t="70311" x="10456863" y="2973388"/>
          <p14:tracePt t="70316" x="10463213" y="2973388"/>
          <p14:tracePt t="70333" x="10469563" y="2973388"/>
          <p14:tracePt t="70610" x="10474325" y="2973388"/>
          <p14:tracePt t="70621" x="10474325" y="2967038"/>
          <p14:tracePt t="70638" x="10480675" y="2960688"/>
          <p14:tracePt t="70901" x="10487025" y="2960688"/>
          <p14:tracePt t="70915" x="10506075" y="2960688"/>
          <p14:tracePt t="70923" x="10518775" y="2960688"/>
          <p14:tracePt t="70930" x="10537825" y="2960688"/>
          <p14:tracePt t="70942" x="10548938" y="2960688"/>
          <p14:tracePt t="70951" x="10567988" y="2960688"/>
          <p14:tracePt t="70962" x="10610850" y="2967038"/>
          <p14:tracePt t="70970" x="10623550" y="2967038"/>
          <p14:tracePt t="70976" x="10642600" y="2967038"/>
          <p14:tracePt t="70985" x="10668000" y="2967038"/>
          <p14:tracePt t="70993" x="10691813" y="2967038"/>
          <p14:tracePt t="71001" x="10710863" y="2967038"/>
          <p14:tracePt t="71019" x="10753725" y="2979738"/>
          <p14:tracePt t="71024" x="10766425" y="2979738"/>
          <p14:tracePt t="71039" x="10785475" y="2986088"/>
          <p14:tracePt t="71056" x="10791825" y="2986088"/>
          <p14:tracePt t="71133" x="10798175" y="2986088"/>
          <p14:tracePt t="71178" x="10798175" y="2992438"/>
          <p14:tracePt t="71225" x="10798175" y="2998788"/>
          <p14:tracePt t="71233" x="10802938" y="2998788"/>
          <p14:tracePt t="71242" x="10802938" y="3005138"/>
          <p14:tracePt t="71258" x="10815638" y="3011488"/>
          <p14:tracePt t="71273" x="10828338" y="3011488"/>
          <p14:tracePt t="71296" x="10834688" y="3011488"/>
          <p14:tracePt t="71313" x="10841038" y="3011488"/>
          <p14:tracePt t="71329" x="10847388" y="3011488"/>
          <p14:tracePt t="71338" x="10860088" y="3011488"/>
          <p14:tracePt t="71352" x="10896600" y="3011488"/>
          <p14:tracePt t="71368" x="10915650" y="3011488"/>
          <p14:tracePt t="71375" x="10922000" y="3011488"/>
          <p14:tracePt t="71389" x="10926763" y="3011488"/>
          <p14:tracePt t="71401" x="10939463" y="3011488"/>
          <p14:tracePt t="71418" x="10952163" y="3011488"/>
          <p14:tracePt t="71436" x="10958513" y="3011488"/>
          <p14:tracePt t="71452" x="10964863" y="3011488"/>
          <p14:tracePt t="71472" x="10971213" y="3011488"/>
          <p14:tracePt t="71487" x="10977563" y="3011488"/>
          <p14:tracePt t="71503" x="10983913" y="3011488"/>
          <p14:tracePt t="71520" x="11001375" y="3011488"/>
          <p14:tracePt t="71538" x="11020425" y="3011488"/>
          <p14:tracePt t="71545" x="11026775" y="3011488"/>
          <p14:tracePt t="71551" x="11045825" y="3005138"/>
          <p14:tracePt t="71563" x="11063288" y="3005138"/>
          <p14:tracePt t="71570" x="11069638" y="3005138"/>
          <p14:tracePt t="71578" x="11075988" y="3005138"/>
          <p14:tracePt t="71584" x="11082338" y="3005138"/>
          <p14:tracePt t="71598" x="11088688" y="3005138"/>
          <p14:tracePt t="71607" x="11095038" y="3005138"/>
          <p14:tracePt t="71887" x="11088688" y="3005138"/>
          <p14:tracePt t="71897" x="11082338" y="3005138"/>
          <p14:tracePt t="71912" x="11045825" y="3005138"/>
          <p14:tracePt t="71926" x="11026775" y="3011488"/>
          <p14:tracePt t="71936" x="11007725" y="3011488"/>
          <p14:tracePt t="71944" x="10958513" y="3011488"/>
          <p14:tracePt t="71951" x="10922000" y="3022600"/>
          <p14:tracePt t="71959" x="10883900" y="3022600"/>
          <p14:tracePt t="71970" x="10853738" y="3022600"/>
          <p14:tracePt t="71989" x="10723563" y="3022600"/>
          <p14:tracePt t="72002" x="10493375" y="3022600"/>
          <p14:tracePt t="72019" x="10226675" y="3022600"/>
          <p14:tracePt t="72025" x="10096500" y="3022600"/>
          <p14:tracePt t="72037" x="9917113" y="3035300"/>
          <p14:tracePt t="72041" x="9767888" y="3035300"/>
          <p14:tracePt t="72053" x="9631363" y="3048000"/>
          <p14:tracePt t="72072" x="9321800" y="3048000"/>
          <p14:tracePt t="72085" x="9043988" y="3048000"/>
          <p14:tracePt t="72103" x="8466138" y="3067050"/>
          <p14:tracePt t="72119" x="8107363" y="3067050"/>
          <p14:tracePt t="72136" x="7723188" y="3067050"/>
          <p14:tracePt t="72153" x="7362825" y="3067050"/>
          <p14:tracePt t="72170" x="6910388" y="3084513"/>
          <p14:tracePt t="72188" x="6538913" y="3097213"/>
          <p14:tracePt t="72202" x="6180138" y="3122613"/>
          <p14:tracePt t="72217" x="5881688" y="3152775"/>
          <p14:tracePt t="72235" x="5559425" y="3190875"/>
          <p14:tracePt t="72246" x="5411788" y="3190875"/>
          <p14:tracePt t="72254" x="5281613" y="3208338"/>
          <p14:tracePt t="72260" x="5175250" y="3221038"/>
          <p14:tracePt t="72266" x="5045075" y="3233738"/>
          <p14:tracePt t="72271" x="4908550" y="3246438"/>
          <p14:tracePt t="72282" x="4797425" y="3246438"/>
          <p14:tracePt t="72290" x="4710113" y="3246438"/>
          <p14:tracePt t="72302" x="4611688" y="3259138"/>
          <p14:tracePt t="72318" x="4462463" y="3259138"/>
          <p14:tracePt t="72323" x="4406900" y="3259138"/>
          <p14:tracePt t="72335" x="4381500" y="3259138"/>
          <p14:tracePt t="72349" x="4319588" y="3259138"/>
          <p14:tracePt t="72359" x="4302125" y="3259138"/>
          <p14:tracePt t="72368" x="4240213" y="3252788"/>
          <p14:tracePt t="72386" x="4178300" y="3252788"/>
          <p14:tracePt t="72402" x="4059238" y="3252788"/>
          <p14:tracePt t="72419" x="3954463" y="3259138"/>
          <p14:tracePt t="72435" x="3836988" y="3270250"/>
          <p14:tracePt t="72442" x="3781425" y="3282950"/>
          <p14:tracePt t="72460" x="3694113" y="3282950"/>
          <p14:tracePt t="72475" x="3527425" y="3282950"/>
          <p14:tracePt t="72484" x="3427413" y="3282950"/>
          <p14:tracePt t="72497" x="3328988" y="3282950"/>
          <p14:tracePt t="72501" x="3228975" y="3282950"/>
          <p14:tracePt t="72508" x="3098800" y="3282950"/>
          <p14:tracePt t="72515" x="2968625" y="3282950"/>
          <p14:tracePt t="72524" x="2851150" y="3282950"/>
          <p14:tracePt t="72537" x="2603500" y="3276600"/>
          <p14:tracePt t="72550" x="2503488" y="3265488"/>
          <p14:tracePt t="72569" x="2219325" y="3240088"/>
          <p14:tracePt t="72588" x="2044700" y="3214688"/>
          <p14:tracePt t="72601" x="1909763" y="3203575"/>
          <p14:tracePt t="72618" x="1803400" y="3190875"/>
          <p14:tracePt t="72635" x="1760538" y="3184525"/>
          <p14:tracePt t="72652" x="1747838" y="3184525"/>
          <p14:tracePt t="72659" x="1741488" y="3184525"/>
          <p14:tracePt t="72674" x="1735138" y="3184525"/>
          <p14:tracePt t="72688" x="1722438" y="3184525"/>
          <p14:tracePt t="72699" x="1717675" y="3184525"/>
          <p14:tracePt t="72713" x="1698625" y="3197225"/>
          <p14:tracePt t="72727" x="1685925" y="3203575"/>
          <p14:tracePt t="72742" x="1679575" y="3203575"/>
          <p14:tracePt t="72754" x="1679575" y="3208338"/>
          <p14:tracePt t="72757" x="1673225" y="3208338"/>
          <p14:tracePt t="72769" x="1673225" y="3221038"/>
          <p14:tracePt t="72785" x="1666875" y="3221038"/>
          <p14:tracePt t="72875" x="1660525" y="3221038"/>
          <p14:tracePt t="73047" x="1673225" y="3221038"/>
          <p14:tracePt t="73059" x="1698625" y="3221038"/>
          <p14:tracePt t="73077" x="1760538" y="3221038"/>
          <p14:tracePt t="73094" x="1822450" y="3221038"/>
          <p14:tracePt t="73107" x="1865313" y="3221038"/>
          <p14:tracePt t="73123" x="1952625" y="3221038"/>
          <p14:tracePt t="73134" x="2014538" y="3221038"/>
          <p14:tracePt t="73143" x="2063750" y="3221038"/>
          <p14:tracePt t="73152" x="2101850" y="3221038"/>
          <p14:tracePt t="73165" x="2219325" y="3221038"/>
          <p14:tracePt t="73184" x="2255838" y="3221038"/>
          <p14:tracePt t="73189" x="2343150" y="3221038"/>
          <p14:tracePt t="73198" x="2392363" y="3221038"/>
          <p14:tracePt t="73207" x="2447925" y="3221038"/>
          <p14:tracePt t="73220" x="2522538" y="3221038"/>
          <p14:tracePt t="73236" x="2578100" y="3221038"/>
          <p14:tracePt t="73251" x="2622550" y="3227388"/>
          <p14:tracePt t="73256" x="2646363" y="3227388"/>
          <p14:tracePt t="73267" x="2671763" y="3233738"/>
          <p14:tracePt t="73275" x="2701925" y="3233738"/>
          <p14:tracePt t="73285" x="2714625" y="3246438"/>
          <p14:tracePt t="73302" x="2770188" y="3246438"/>
          <p14:tracePt t="73307" x="2789238" y="3252788"/>
          <p14:tracePt t="73311" x="2795588" y="3252788"/>
          <p14:tracePt t="73321" x="2808288" y="3252788"/>
          <p14:tracePt t="73335" x="2825750" y="3252788"/>
          <p14:tracePt t="73352" x="2832100" y="3252788"/>
          <p14:tracePt t="73369" x="2838450" y="3252788"/>
          <p14:tracePt t="73386" x="2844800" y="3252788"/>
          <p14:tracePt t="73404" x="2857500" y="3252788"/>
          <p14:tracePt t="73408" x="2870200" y="3252788"/>
          <p14:tracePt t="73418" x="2876550" y="3252788"/>
          <p14:tracePt t="73424" x="2882900" y="3252788"/>
          <p14:tracePt t="73437" x="2887663" y="3252788"/>
          <p14:tracePt t="73444" x="2894013" y="3252788"/>
          <p14:tracePt t="73455" x="2900363" y="3252788"/>
          <p14:tracePt t="73496" x="2906713" y="3252788"/>
          <p14:tracePt t="73551" x="2919413" y="3252788"/>
          <p14:tracePt t="73564" x="2925763" y="3252788"/>
          <p14:tracePt t="73621" x="2932113" y="3252788"/>
          <p14:tracePt t="73667" x="2938463" y="3252788"/>
          <p14:tracePt t="73698" x="2944813" y="3252788"/>
          <p14:tracePt t="73742" x="2951163" y="3252788"/>
          <p14:tracePt t="73752" x="2955925" y="3252788"/>
          <p14:tracePt t="73764" x="2968625" y="3252788"/>
          <p14:tracePt t="73773" x="2974975" y="3252788"/>
          <p14:tracePt t="73786" x="2981325" y="3252788"/>
          <p14:tracePt t="73795" x="2987675" y="3252788"/>
          <p14:tracePt t="73811" x="2994025" y="3252788"/>
          <p14:tracePt t="73835" x="3000375" y="3252788"/>
          <p14:tracePt t="74006" x="3006725" y="3252788"/>
          <p14:tracePt t="74021" x="3024188" y="3252788"/>
          <p14:tracePt t="74046" x="3030538" y="3252788"/>
          <p14:tracePt t="74069" x="3036888" y="3252788"/>
          <p14:tracePt t="74090" x="3043238" y="3252788"/>
          <p14:tracePt t="74124" x="3043238" y="3259138"/>
          <p14:tracePt t="74885" x="3049588" y="3259138"/>
          <p14:tracePt t="74906" x="3055938" y="3259138"/>
          <p14:tracePt t="74916" x="3074988" y="3259138"/>
          <p14:tracePt t="74924" x="3086100" y="3259138"/>
          <p14:tracePt t="74934" x="3092450" y="3252788"/>
          <p14:tracePt t="74950" x="3117850" y="3252788"/>
          <p14:tracePt t="74958" x="3143250" y="3252788"/>
          <p14:tracePt t="74961" x="3148013" y="3252788"/>
          <p14:tracePt t="74972" x="3160713" y="3252788"/>
          <p14:tracePt t="74985" x="3192463" y="3252788"/>
          <p14:tracePt t="75003" x="3222625" y="3252788"/>
          <p14:tracePt t="75020" x="3290888" y="3252788"/>
          <p14:tracePt t="75026" x="3316288" y="3252788"/>
          <p14:tracePt t="75041" x="3352800" y="3240088"/>
          <p14:tracePt t="75054" x="3427413" y="3240088"/>
          <p14:tracePt t="75067" x="3465513" y="3240088"/>
          <p14:tracePt t="75076" x="3533775" y="3233738"/>
          <p14:tracePt t="75084" x="3557588" y="3233738"/>
          <p14:tracePt t="75097" x="3600450" y="3233738"/>
          <p14:tracePt t="75107" x="3606800" y="3233738"/>
          <p14:tracePt t="75114" x="3613150" y="3233738"/>
          <p14:tracePt t="75130" x="3619500" y="3233738"/>
          <p14:tracePt t="75273" x="3625850" y="3233738"/>
          <p14:tracePt t="75287" x="3632200" y="3233738"/>
          <p14:tracePt t="75303" x="3632200" y="3240088"/>
          <p14:tracePt t="75313" x="3644900" y="3240088"/>
          <p14:tracePt t="75330" x="3651250" y="3240088"/>
          <p14:tracePt t="75338" x="3657600" y="3240088"/>
          <p14:tracePt t="75354" x="3663950" y="3246438"/>
          <p14:tracePt t="75369" x="3668713" y="3246438"/>
          <p14:tracePt t="75387" x="3681413" y="3246438"/>
          <p14:tracePt t="75467" x="3687763" y="3246438"/>
          <p14:tracePt t="75490" x="3700463" y="3246438"/>
          <p14:tracePt t="76327" x="3694113" y="3246438"/>
          <p14:tracePt t="76339" x="3687763" y="3240088"/>
          <p14:tracePt t="76345" x="3681413" y="3240088"/>
          <p14:tracePt t="76351" x="3681413" y="3233738"/>
          <p14:tracePt t="76364" x="3675063" y="3233738"/>
          <p14:tracePt t="76374" x="3675063" y="3227388"/>
          <p14:tracePt t="76436" x="3668713" y="3227388"/>
          <p14:tracePt t="76452" x="3663950" y="3233738"/>
          <p14:tracePt t="76463" x="3663950" y="3240088"/>
          <p14:tracePt t="76474" x="3657600" y="3240088"/>
          <p14:tracePt t="76477" x="3657600" y="3246438"/>
          <p14:tracePt t="76630" x="3663950" y="3246438"/>
          <p14:tracePt t="76649" x="3675063" y="3240088"/>
          <p14:tracePt t="76668" x="3687763" y="3233738"/>
          <p14:tracePt t="76682" x="3694113" y="3233738"/>
          <p14:tracePt t="76690" x="3700463" y="3233738"/>
          <p14:tracePt t="76701" x="3713163" y="3233738"/>
          <p14:tracePt t="76711" x="3730625" y="3233738"/>
          <p14:tracePt t="76720" x="3817938" y="3233738"/>
          <p14:tracePt t="76735" x="3856038" y="3233738"/>
          <p14:tracePt t="76744" x="3879850" y="3233738"/>
          <p14:tracePt t="76753" x="3960813" y="3221038"/>
          <p14:tracePt t="76769" x="4078288" y="3203575"/>
          <p14:tracePt t="76787" x="4214813" y="3190875"/>
          <p14:tracePt t="76805" x="4370388" y="3165475"/>
          <p14:tracePt t="76819" x="4487863" y="3165475"/>
          <p14:tracePt t="76837" x="4624388" y="3165475"/>
          <p14:tracePt t="76854" x="4722813" y="3165475"/>
          <p14:tracePt t="76859" x="4778375" y="3152775"/>
          <p14:tracePt t="76869" x="4829175" y="3152775"/>
          <p14:tracePt t="76874" x="4884738" y="3152775"/>
          <p14:tracePt t="76888" x="4946650" y="3159125"/>
          <p14:tracePt t="76901" x="4959350" y="3159125"/>
          <p14:tracePt t="76907" x="4970463" y="3159125"/>
          <p14:tracePt t="76915" x="4976813" y="3159125"/>
          <p14:tracePt t="76925" x="4983163" y="3165475"/>
          <p14:tracePt t="76970" x="4989513" y="3171825"/>
          <p14:tracePt t="77173" x="4995863" y="3178175"/>
          <p14:tracePt t="77196" x="4995863" y="3184525"/>
          <p14:tracePt t="77212" x="4995863" y="3190875"/>
          <p14:tracePt t="77225" x="4995863" y="3203575"/>
          <p14:tracePt t="77239" x="5002213" y="3208338"/>
          <p14:tracePt t="77254" x="5002213" y="3214688"/>
          <p14:tracePt t="77280" x="5002213" y="3221038"/>
          <p14:tracePt t="77331" x="5008563" y="3221038"/>
          <p14:tracePt t="77395" x="5021263" y="3221038"/>
          <p14:tracePt t="77434" x="5026025" y="3221038"/>
          <p14:tracePt t="77448" x="5032375" y="3221038"/>
          <p14:tracePt t="77462" x="5051425" y="3221038"/>
          <p14:tracePt t="77469" x="5070475" y="3221038"/>
          <p14:tracePt t="77476" x="5083175" y="3221038"/>
          <p14:tracePt t="77487" x="5100638" y="3221038"/>
          <p14:tracePt t="77496" x="5113338" y="3221038"/>
          <p14:tracePt t="77504" x="5132388" y="3221038"/>
          <p14:tracePt t="77518" x="5151438" y="3221038"/>
          <p14:tracePt t="77531" x="5224463" y="3221038"/>
          <p14:tracePt t="77543" x="5243513" y="3221038"/>
          <p14:tracePt t="77552" x="5305425" y="3214688"/>
          <p14:tracePt t="77570" x="5360988" y="3208338"/>
          <p14:tracePt t="77586" x="5484813" y="3197225"/>
          <p14:tracePt t="77602" x="5572125" y="3197225"/>
          <p14:tracePt t="77620" x="5634038" y="3190875"/>
          <p14:tracePt t="77626" x="5683250" y="3190875"/>
          <p14:tracePt t="77635" x="5702300" y="3190875"/>
          <p14:tracePt t="77645" x="5715000" y="3178175"/>
          <p14:tracePt t="77657" x="5727700" y="3178175"/>
          <p14:tracePt t="77667" x="5734050" y="3178175"/>
          <p14:tracePt t="77805" x="5738813" y="3178175"/>
          <p14:tracePt t="77819" x="5745163" y="3178175"/>
          <p14:tracePt t="77837" x="5751513" y="3178175"/>
          <p14:tracePt t="77865" x="5776913" y="3178175"/>
          <p14:tracePt t="77876" x="5795963" y="3178175"/>
          <p14:tracePt t="77886" x="5807075" y="3178175"/>
          <p14:tracePt t="77899" x="5813425" y="3178175"/>
          <p14:tracePt t="77904" x="5819775" y="3178175"/>
          <p14:tracePt t="77912" x="5832475" y="3178175"/>
          <p14:tracePt t="77916" x="5838825" y="3178175"/>
          <p14:tracePt t="77926" x="5851525" y="3178175"/>
          <p14:tracePt t="77937" x="5857875" y="3178175"/>
          <p14:tracePt t="77957" x="5868988" y="3178175"/>
          <p14:tracePt t="77997" x="5875338" y="3178175"/>
          <p14:tracePt t="78006" x="5888038" y="3178175"/>
          <p14:tracePt t="78044" x="5913438" y="3178175"/>
          <p14:tracePt t="78050" x="5919788" y="3178175"/>
          <p14:tracePt t="78061" x="5932488" y="3178175"/>
          <p14:tracePt t="78074" x="5956300" y="3178175"/>
          <p14:tracePt t="78080" x="5969000" y="3178175"/>
          <p14:tracePt t="78087" x="5975350" y="3178175"/>
          <p14:tracePt t="78102" x="5994400" y="3178175"/>
          <p14:tracePt t="78122" x="6037263" y="3178175"/>
          <p14:tracePt t="78138" x="6080125" y="3178175"/>
          <p14:tracePt t="78155" x="6111875" y="3178175"/>
          <p14:tracePt t="78169" x="6142038" y="3178175"/>
          <p14:tracePt t="78187" x="6180138" y="3178175"/>
          <p14:tracePt t="78192" x="6186488" y="3178175"/>
          <p14:tracePt t="78204" x="6192838" y="3178175"/>
          <p14:tracePt t="78221" x="6197600" y="3178175"/>
          <p14:tracePt t="78226" x="6203950" y="3178175"/>
          <p14:tracePt t="78240" x="6216650" y="3178175"/>
          <p14:tracePt t="78254" x="6229350" y="3190875"/>
          <p14:tracePt t="78271" x="6235700" y="3190875"/>
          <p14:tracePt t="78288" x="6242050" y="3190875"/>
          <p14:tracePt t="78305" x="6254750" y="3197225"/>
          <p14:tracePt t="78319" x="6278563" y="3197225"/>
          <p14:tracePt t="78336" x="6291263" y="3197225"/>
          <p14:tracePt t="78354" x="6323013" y="3197225"/>
          <p14:tracePt t="78360" x="6327775" y="3197225"/>
          <p14:tracePt t="78377" x="6334125" y="3197225"/>
          <p14:tracePt t="78394" x="6346825" y="3203575"/>
          <p14:tracePt t="78405" x="6353175" y="3203575"/>
          <p14:tracePt t="78420" x="6365875" y="3203575"/>
          <p14:tracePt t="78438" x="6389688" y="3203575"/>
          <p14:tracePt t="78442" x="6402388" y="3203575"/>
          <p14:tracePt t="78446" x="6408738" y="3203575"/>
          <p14:tracePt t="78458" x="6434138" y="3203575"/>
          <p14:tracePt t="78471" x="6502400" y="3203575"/>
          <p14:tracePt t="78483" x="6538913" y="3203575"/>
          <p14:tracePt t="78491" x="6564313" y="3203575"/>
          <p14:tracePt t="78499" x="6581775" y="3203575"/>
          <p14:tracePt t="78508" x="6619875" y="3203575"/>
          <p14:tracePt t="78520" x="6656388" y="3203575"/>
          <p14:tracePt t="78536" x="6675438" y="3203575"/>
          <p14:tracePt t="78553" x="6743700" y="3197225"/>
          <p14:tracePt t="78570" x="6786563" y="3190875"/>
          <p14:tracePt t="78576" x="6792913" y="3190875"/>
          <p14:tracePt t="78594" x="6824663" y="3184525"/>
          <p14:tracePt t="78598" x="6837363" y="3178175"/>
          <p14:tracePt t="78609" x="6842125" y="3178175"/>
          <p14:tracePt t="78619" x="6848475" y="3178175"/>
          <p14:tracePt t="78637" x="6861175" y="3165475"/>
          <p14:tracePt t="78692" x="6867525" y="3165475"/>
          <p14:tracePt t="78708" x="6886575" y="3165475"/>
          <p14:tracePt t="78720" x="6892925" y="3165475"/>
          <p14:tracePt t="78728" x="6899275" y="3165475"/>
          <p14:tracePt t="78737" x="6905625" y="3165475"/>
          <p14:tracePt t="78754" x="6916738" y="3165475"/>
          <p14:tracePt t="78771" x="6935788" y="3165475"/>
          <p14:tracePt t="78777" x="6942138" y="3165475"/>
          <p14:tracePt t="78796" x="6954838" y="3165475"/>
          <p14:tracePt t="78805" x="6961188" y="3165475"/>
          <p14:tracePt t="78821" x="6985000" y="3165475"/>
          <p14:tracePt t="78835" x="6991350" y="3171825"/>
          <p14:tracePt t="78845" x="7004050" y="3171825"/>
          <p14:tracePt t="78854" x="7010400" y="3171825"/>
          <p14:tracePt t="78860" x="7016750" y="3171825"/>
          <p14:tracePt t="78872" x="7029450" y="3171825"/>
          <p14:tracePt t="78929" x="7035800" y="3171825"/>
          <p14:tracePt t="78940" x="7046913" y="3178175"/>
          <p14:tracePt t="78946" x="7065963" y="3178175"/>
          <p14:tracePt t="78960" x="7115175" y="3184525"/>
          <p14:tracePt t="78970" x="7170738" y="3197225"/>
          <p14:tracePt t="78975" x="7208838" y="3197225"/>
          <p14:tracePt t="78987" x="7258050" y="3197225"/>
          <p14:tracePt t="78993" x="7270750" y="3197225"/>
          <p14:tracePt t="79012" x="7351713" y="3197225"/>
          <p14:tracePt t="79023" x="7424738" y="3197225"/>
          <p14:tracePt t="79031" x="7462838" y="3197225"/>
          <p14:tracePt t="79044" x="7488238" y="3197225"/>
          <p14:tracePt t="79055" x="7505700" y="3197225"/>
          <p14:tracePt t="79069" x="7550150" y="3203575"/>
          <p14:tracePt t="79077" x="7561263" y="3203575"/>
          <p14:tracePt t="79085" x="7580313" y="3203575"/>
          <p14:tracePt t="79098" x="7623175" y="3203575"/>
          <p14:tracePt t="79108" x="7635875" y="3203575"/>
          <p14:tracePt t="79120" x="7661275" y="3203575"/>
          <p14:tracePt t="79140" x="7691438" y="3203575"/>
          <p14:tracePt t="79156" x="7723188" y="3203575"/>
          <p14:tracePt t="79159" x="7729538" y="3203575"/>
          <p14:tracePt t="79176" x="7735888" y="3203575"/>
          <p14:tracePt t="79194" x="7742238" y="3203575"/>
          <p14:tracePt t="79236" x="7753350" y="3203575"/>
          <p14:tracePt t="79251" x="7759700" y="3197225"/>
          <p14:tracePt t="79292" x="7766050" y="3197225"/>
          <p14:tracePt t="79369" x="7772400" y="3197225"/>
          <p14:tracePt t="79380" x="7778750" y="3197225"/>
          <p14:tracePt t="79392" x="7804150" y="3197225"/>
          <p14:tracePt t="79401" x="7810500" y="3197225"/>
          <p14:tracePt t="79409" x="7815263" y="3197225"/>
          <p14:tracePt t="79419" x="7827963" y="3197225"/>
          <p14:tracePt t="79427" x="7847013" y="3197225"/>
          <p14:tracePt t="79439" x="7872413" y="3190875"/>
          <p14:tracePt t="79449" x="7878763" y="3190875"/>
          <p14:tracePt t="79455" x="7883525" y="3190875"/>
          <p14:tracePt t="79465" x="7889875" y="3190875"/>
          <p14:tracePt t="79471" x="7896225" y="3190875"/>
          <p14:tracePt t="79487" x="7902575" y="3190875"/>
          <p14:tracePt t="79781" x="7921625" y="3178175"/>
          <p14:tracePt t="79796" x="7951788" y="3178175"/>
          <p14:tracePt t="79813" x="7996238" y="3178175"/>
          <p14:tracePt t="79819" x="8020050" y="3171825"/>
          <p14:tracePt t="79826" x="8039100" y="3171825"/>
          <p14:tracePt t="79853" x="8094663" y="3171825"/>
          <p14:tracePt t="79859" x="8113713" y="3171825"/>
          <p14:tracePt t="79869" x="8126413" y="3171825"/>
          <p14:tracePt t="79880" x="8139113" y="3171825"/>
          <p14:tracePt t="79888" x="8150225" y="3171825"/>
          <p14:tracePt t="79905" x="8162925" y="3171825"/>
          <p14:tracePt t="79920" x="8169275" y="3171825"/>
          <p14:tracePt t="79938" x="8175625" y="3171825"/>
          <p14:tracePt t="80185" x="8181975" y="3171825"/>
          <p14:tracePt t="80232" x="8188325" y="3171825"/>
          <p14:tracePt t="80297" x="8205788" y="3171825"/>
          <p14:tracePt t="80309" x="8212138" y="3165475"/>
          <p14:tracePt t="80322" x="8262938" y="3146425"/>
          <p14:tracePt t="80329" x="8280400" y="3146425"/>
          <p14:tracePt t="80341" x="8286750" y="3146425"/>
          <p14:tracePt t="81047" x="8293100" y="3146425"/>
          <p14:tracePt t="81060" x="8335963" y="3146425"/>
          <p14:tracePt t="81074" x="8423275" y="3146425"/>
          <p14:tracePt t="81094" x="8497888" y="3135313"/>
          <p14:tracePt t="81113" x="8591550" y="3128963"/>
          <p14:tracePt t="81120" x="8658225" y="3116263"/>
          <p14:tracePt t="81129" x="8726488" y="3103563"/>
          <p14:tracePt t="81142" x="8832850" y="3090863"/>
          <p14:tracePt t="81145" x="8913813" y="3079750"/>
          <p14:tracePt t="81153" x="8982075" y="3079750"/>
          <p14:tracePt t="81159" x="9055100" y="3067050"/>
          <p14:tracePt t="81171" x="9080500" y="3067050"/>
          <p14:tracePt t="81187" x="9123363" y="3067050"/>
          <p14:tracePt t="81205" x="9197975" y="3067050"/>
          <p14:tracePt t="81215" x="9247188" y="3073400"/>
          <p14:tracePt t="81220" x="9297988" y="3073400"/>
          <p14:tracePt t="81232" x="9321800" y="3079750"/>
          <p14:tracePt t="81239" x="9359900" y="3079750"/>
          <p14:tracePt t="81257" x="9445625" y="3079750"/>
          <p14:tracePt t="81263" x="9464675" y="3079750"/>
          <p14:tracePt t="81272" x="9483725" y="3079750"/>
          <p14:tracePt t="81288" x="9501188" y="3079750"/>
          <p14:tracePt t="81316" x="9513888" y="3079750"/>
          <p14:tracePt t="81321" x="9526588" y="3079750"/>
          <p14:tracePt t="81330" x="9539288" y="3090863"/>
          <p14:tracePt t="81337" x="9545638" y="3090863"/>
          <p14:tracePt t="81353" x="9569450" y="3097213"/>
          <p14:tracePt t="81372" x="9601200" y="3103563"/>
          <p14:tracePt t="81379" x="9620250" y="3109913"/>
          <p14:tracePt t="81386" x="9626600" y="3109913"/>
          <p14:tracePt t="81395" x="9637713" y="3109913"/>
          <p14:tracePt t="81411" x="9656763" y="3122613"/>
          <p14:tracePt t="81441" x="9656763" y="3128963"/>
          <p14:tracePt t="81452" x="9656763" y="3135313"/>
          <p14:tracePt t="81464" x="9663113" y="3135313"/>
          <p14:tracePt t="81471" x="9663113" y="3141663"/>
          <p14:tracePt t="81489" x="9669463" y="3141663"/>
          <p14:tracePt t="81514" x="9669463" y="3146425"/>
          <p14:tracePt t="81702" x="9669463" y="3152775"/>
          <p14:tracePt t="81761" x="9669463" y="3159125"/>
          <p14:tracePt t="81788" x="9675813" y="3159125"/>
          <p14:tracePt t="82341" x="9675813" y="3171825"/>
          <p14:tracePt t="82730" x="9669463" y="3178175"/>
          <p14:tracePt t="82740" x="9650413" y="3184525"/>
          <p14:tracePt t="82756" x="9594850" y="3221038"/>
          <p14:tracePt t="82772" x="9551988" y="3246438"/>
          <p14:tracePt t="82777" x="9526588" y="3246438"/>
          <p14:tracePt t="82787" x="9496425" y="3259138"/>
          <p14:tracePt t="82794" x="9471025" y="3265488"/>
          <p14:tracePt t="82805" x="9434513" y="3282950"/>
          <p14:tracePt t="82816" x="9366250" y="3314700"/>
          <p14:tracePt t="82825" x="9321800" y="3333750"/>
          <p14:tracePt t="82835" x="9285288" y="3344863"/>
          <p14:tracePt t="82851" x="9185275" y="3389313"/>
          <p14:tracePt t="82861" x="9148763" y="3406775"/>
          <p14:tracePt t="82865" x="9117013" y="3419475"/>
          <p14:tracePt t="82876" x="9067800" y="3438525"/>
          <p14:tracePt t="82890" x="8986838" y="3487738"/>
          <p14:tracePt t="82907" x="8907463" y="3530600"/>
          <p14:tracePt t="82911" x="8851900" y="3562350"/>
          <p14:tracePt t="82922" x="8758238" y="3611563"/>
          <p14:tracePt t="82938" x="8547100" y="3716338"/>
          <p14:tracePt t="82946" x="8429625" y="3773488"/>
          <p14:tracePt t="82955" x="8305800" y="3829050"/>
          <p14:tracePt t="82965" x="8169275" y="3865563"/>
          <p14:tracePt t="82971" x="8002588" y="3908425"/>
          <p14:tracePt t="82976" x="7853363" y="3933825"/>
          <p14:tracePt t="82986" x="7642225" y="3965575"/>
          <p14:tracePt t="82990" x="7388225" y="4002088"/>
          <p14:tracePt t="83000" x="7127875" y="4051300"/>
          <p14:tracePt t="83007" x="6842125" y="4089400"/>
          <p14:tracePt t="83021" x="6551613" y="4125913"/>
          <p14:tracePt t="83025" x="6372225" y="4138613"/>
          <p14:tracePt t="83038" x="5913438" y="4187825"/>
          <p14:tracePt t="83055" x="5584825" y="4213225"/>
          <p14:tracePt t="83068" x="5448300" y="4224338"/>
          <p14:tracePt t="83075" x="5286375" y="4243388"/>
          <p14:tracePt t="83085" x="5119688" y="4256088"/>
          <p14:tracePt t="83096" x="4872038" y="4256088"/>
          <p14:tracePt t="83104" x="4754563" y="4268788"/>
          <p14:tracePt t="83111" x="4654550" y="4268788"/>
          <p14:tracePt t="83123" x="4586288" y="4268788"/>
          <p14:tracePt t="83131" x="4537075" y="4268788"/>
          <p14:tracePt t="83139" x="4511675" y="4268788"/>
          <p14:tracePt t="83149" x="4481513" y="4268788"/>
          <p14:tracePt t="83153" x="4456113" y="4275138"/>
          <p14:tracePt t="83162" x="4432300" y="4286250"/>
          <p14:tracePt t="83171" x="4400550" y="4286250"/>
          <p14:tracePt t="83188" x="4325938" y="4292600"/>
          <p14:tracePt t="83206" x="4195763" y="4318000"/>
          <p14:tracePt t="83212" x="4159250" y="4318000"/>
          <p14:tracePt t="83226" x="4052888" y="4330700"/>
          <p14:tracePt t="83238" x="4016375" y="4330700"/>
          <p14:tracePt t="83255" x="3960813" y="4337050"/>
          <p14:tracePt t="83257" x="3935413" y="4349750"/>
          <p14:tracePt t="83270" x="3898900" y="4354513"/>
          <p14:tracePt t="83288" x="3781425" y="4386263"/>
          <p14:tracePt t="83305" x="3668713" y="4441825"/>
          <p14:tracePt t="83311" x="3625850" y="4460875"/>
          <p14:tracePt t="83323" x="3600450" y="4478338"/>
          <p14:tracePt t="83328" x="3570288" y="4510088"/>
          <p14:tracePt t="83350" x="3502025" y="4559300"/>
          <p14:tracePt t="83355" x="3459163" y="4591050"/>
          <p14:tracePt t="83370" x="3421063" y="4608513"/>
          <p14:tracePt t="83378" x="3340100" y="4652963"/>
          <p14:tracePt t="83391" x="3273425" y="4683125"/>
          <p14:tracePt t="83407" x="3173413" y="4738688"/>
          <p14:tracePt t="83421" x="3105150" y="4757738"/>
          <p14:tracePt t="83440" x="2981325" y="4800600"/>
          <p14:tracePt t="83457" x="2882900" y="4845050"/>
          <p14:tracePt t="83466" x="2832100" y="4851400"/>
          <p14:tracePt t="83473" x="2776538" y="4862513"/>
          <p14:tracePt t="83480" x="2720975" y="4875213"/>
          <p14:tracePt t="83490" x="2671763" y="4887913"/>
          <p14:tracePt t="83505" x="2565400" y="4887913"/>
          <p14:tracePt t="83521" x="2492375" y="4887913"/>
          <p14:tracePt t="83539" x="2441575" y="4887913"/>
          <p14:tracePt t="83545" x="2424113" y="4887913"/>
          <p14:tracePt t="83555" x="2411413" y="4887913"/>
          <p14:tracePt t="83568" x="2392363" y="4887913"/>
          <p14:tracePt t="83570" x="2386013" y="4887913"/>
          <p14:tracePt t="83578" x="2379663" y="4887913"/>
          <p14:tracePt t="83588" x="2373313" y="4887913"/>
          <p14:tracePt t="83605" x="2362200" y="4887913"/>
          <p14:tracePt t="83620" x="2349500" y="4887913"/>
          <p14:tracePt t="83643" x="2330450" y="4875213"/>
          <p14:tracePt t="83651" x="2324100" y="4875213"/>
          <p14:tracePt t="83658" x="2305050" y="4875213"/>
          <p14:tracePt t="83665" x="2300288" y="4875213"/>
          <p14:tracePt t="83672" x="2293938" y="4868863"/>
          <p14:tracePt t="83688" x="2268538" y="4868863"/>
          <p14:tracePt t="83706" x="2249488" y="4862513"/>
          <p14:tracePt t="83724" x="2206625" y="4862513"/>
          <p14:tracePt t="83740" x="2163763" y="4862513"/>
          <p14:tracePt t="83745" x="2125663" y="4862513"/>
          <p14:tracePt t="83756" x="2101850" y="4862513"/>
          <p14:tracePt t="83764" x="2063750" y="4862513"/>
          <p14:tracePt t="83780" x="2008188" y="4862513"/>
          <p14:tracePt t="83785" x="1995488" y="4862513"/>
          <p14:tracePt t="83793" x="1971675" y="4862513"/>
          <p14:tracePt t="83805" x="1952625" y="4857750"/>
          <p14:tracePt t="83808" x="1933575" y="4857750"/>
          <p14:tracePt t="83822" x="1914525" y="4851400"/>
          <p14:tracePt t="83843" x="1897063" y="4845050"/>
          <p14:tracePt t="83852" x="1890713" y="4845050"/>
          <p14:tracePt t="83868" x="1878013" y="4832350"/>
          <p14:tracePt t="83877" x="1871663" y="4832350"/>
          <p14:tracePt t="83895" x="1865313" y="4832350"/>
          <p14:tracePt t="83905" x="1852613" y="4832350"/>
          <p14:tracePt t="83925" x="1847850" y="4832350"/>
          <p14:tracePt t="83939" x="1835150" y="4832350"/>
          <p14:tracePt t="83960" x="1828800" y="4832350"/>
          <p14:tracePt t="84181" x="1828800" y="4826000"/>
          <p14:tracePt t="84274" x="1835150" y="4826000"/>
          <p14:tracePt t="84284" x="1841500" y="4819650"/>
          <p14:tracePt t="84299" x="1865313" y="4813300"/>
          <p14:tracePt t="84315" x="1890713" y="4794250"/>
          <p14:tracePt t="84322" x="1903413" y="4789488"/>
          <p14:tracePt t="84340" x="1939925" y="4783138"/>
          <p14:tracePt t="84349" x="1952625" y="4770438"/>
          <p14:tracePt t="84355" x="1971675" y="4770438"/>
          <p14:tracePt t="84369" x="2014538" y="4764088"/>
          <p14:tracePt t="84376" x="2039938" y="4764088"/>
          <p14:tracePt t="84385" x="2057400" y="4757738"/>
          <p14:tracePt t="84395" x="2070100" y="4757738"/>
          <p14:tracePt t="84412" x="2089150" y="4757738"/>
          <p14:tracePt t="84422" x="2112963" y="4757738"/>
          <p14:tracePt t="84427" x="2144713" y="4757738"/>
          <p14:tracePt t="84430" x="2170113" y="4757738"/>
          <p14:tracePt t="84439" x="2206625" y="4757738"/>
          <p14:tracePt t="84456" x="2236788" y="4757738"/>
          <p14:tracePt t="84471" x="2268538" y="4757738"/>
          <p14:tracePt t="84492" x="2293938" y="4757738"/>
          <p14:tracePt t="84505" x="2324100" y="4757738"/>
          <p14:tracePt t="84512" x="2330450" y="4757738"/>
          <p14:tracePt t="84525" x="2343150" y="4757738"/>
          <p14:tracePt t="84536" x="2362200" y="4757738"/>
          <p14:tracePt t="84544" x="2366963" y="4757738"/>
          <p14:tracePt t="84561" x="2373313" y="4757738"/>
          <p14:tracePt t="84618" x="2379663" y="4757738"/>
          <p14:tracePt t="84628" x="2386013" y="4757738"/>
          <p14:tracePt t="84640" x="2411413" y="4745038"/>
          <p14:tracePt t="84658" x="2435225" y="4738688"/>
          <p14:tracePt t="84673" x="2447925" y="4732338"/>
          <p14:tracePt t="84682" x="2454275" y="4732338"/>
          <p14:tracePt t="84690" x="2473325" y="4727575"/>
          <p14:tracePt t="84699" x="2486025" y="4727575"/>
          <p14:tracePt t="84706" x="2503488" y="4714875"/>
          <p14:tracePt t="84715" x="2516188" y="4714875"/>
          <p14:tracePt t="84723" x="2547938" y="4708525"/>
          <p14:tracePt t="84732" x="2565400" y="4695825"/>
          <p14:tracePt t="84739" x="2578100" y="4695825"/>
          <p14:tracePt t="84746" x="2597150" y="4695825"/>
          <p14:tracePt t="84760" x="2627313" y="4689475"/>
          <p14:tracePt t="84775" x="2633663" y="4689475"/>
          <p14:tracePt t="84787" x="2640013" y="4689475"/>
          <p14:tracePt t="84791" x="2646363" y="4689475"/>
          <p14:tracePt t="84808" x="2659063" y="4689475"/>
          <p14:tracePt t="84822" x="2665413" y="4689475"/>
          <p14:tracePt t="84865" x="2671763" y="4689475"/>
          <p14:tracePt t="84882" x="2678113" y="4689475"/>
          <p14:tracePt t="84889" x="2684463" y="4689475"/>
          <p14:tracePt t="84907" x="2708275" y="4689475"/>
          <p14:tracePt t="84925" x="2740025" y="4689475"/>
          <p14:tracePt t="84928" x="2763838" y="4689475"/>
          <p14:tracePt t="84938" x="2776538" y="4689475"/>
          <p14:tracePt t="84956" x="2814638" y="4689475"/>
          <p14:tracePt t="84962" x="2825750" y="4689475"/>
          <p14:tracePt t="84976" x="2857500" y="4689475"/>
          <p14:tracePt t="84987" x="2876550" y="4689475"/>
          <p14:tracePt t="85007" x="2932113" y="4695825"/>
          <p14:tracePt t="85021" x="2951163" y="4695825"/>
          <p14:tracePt t="85025" x="2974975" y="4695825"/>
          <p14:tracePt t="85041" x="3017838" y="4695825"/>
          <p14:tracePt t="85053" x="3043238" y="4695825"/>
          <p14:tracePt t="85059" x="3062288" y="4695825"/>
          <p14:tracePt t="85072" x="3105150" y="4695825"/>
          <p14:tracePt t="85085" x="3117850" y="4695825"/>
          <p14:tracePt t="85096" x="3148013" y="4695825"/>
          <p14:tracePt t="85105" x="3167063" y="4689475"/>
          <p14:tracePt t="85122" x="3198813" y="4689475"/>
          <p14:tracePt t="85138" x="3228975" y="4683125"/>
          <p14:tracePt t="85143" x="3248025" y="4670425"/>
          <p14:tracePt t="85158" x="3267075" y="4665663"/>
          <p14:tracePt t="85162" x="3278188" y="4665663"/>
          <p14:tracePt t="85171" x="3297238" y="4665663"/>
          <p14:tracePt t="85180" x="3303588" y="4665663"/>
          <p14:tracePt t="85188" x="3322638" y="4659313"/>
          <p14:tracePt t="85191" x="3328988" y="4659313"/>
          <p14:tracePt t="85201" x="3340100" y="4659313"/>
          <p14:tracePt t="85222" x="3384550" y="4659313"/>
          <p14:tracePt t="85226" x="3403600" y="4646613"/>
          <p14:tracePt t="85237" x="3427413" y="4646613"/>
          <p14:tracePt t="85256" x="3476625" y="4646613"/>
          <p14:tracePt t="85268" x="3489325" y="4646613"/>
          <p14:tracePt t="85274" x="3521075" y="4640263"/>
          <p14:tracePt t="85285" x="3533775" y="4640263"/>
          <p14:tracePt t="85297" x="3570288" y="4640263"/>
          <p14:tracePt t="85305" x="3582988" y="4640263"/>
          <p14:tracePt t="85311" x="3600450" y="4640263"/>
          <p14:tracePt t="85319" x="3606800" y="4633913"/>
          <p14:tracePt t="85328" x="3613150" y="4633913"/>
          <p14:tracePt t="85337" x="3619500" y="4633913"/>
          <p14:tracePt t="85356" x="3632200" y="4633913"/>
          <p14:tracePt t="85375" x="3638550" y="4633913"/>
          <p14:tracePt t="85435" x="3644900" y="4633913"/>
          <p14:tracePt t="85506" x="3657600" y="4633913"/>
          <p14:tracePt t="85532" x="3663950" y="4633913"/>
          <p14:tracePt t="85542" x="3675063" y="4627563"/>
          <p14:tracePt t="85555" x="3681413" y="4627563"/>
          <p14:tracePt t="85563" x="3687763" y="4627563"/>
          <p14:tracePt t="85575" x="3706813" y="4627563"/>
          <p14:tracePt t="85585" x="3713163" y="4627563"/>
          <p14:tracePt t="85596" x="3725863" y="4627563"/>
          <p14:tracePt t="85599" x="3730625" y="4627563"/>
          <p14:tracePt t="85615" x="3736975" y="4627563"/>
          <p14:tracePt t="85625" x="3749675" y="4627563"/>
          <p14:tracePt t="85860" x="3756025" y="4627563"/>
          <p14:tracePt t="85914" x="3762375" y="4627563"/>
          <p14:tracePt t="85972" x="3768725" y="4627563"/>
          <p14:tracePt t="85994" x="3775075" y="4627563"/>
          <p14:tracePt t="86009" x="3781425" y="4627563"/>
          <p14:tracePt t="86018" x="3787775" y="4627563"/>
          <p14:tracePt t="86042" x="3798888" y="4627563"/>
          <p14:tracePt t="86066" x="3805238" y="4627563"/>
          <p14:tracePt t="86129" x="3811588" y="4627563"/>
          <p14:tracePt t="86154" x="3817938" y="4627563"/>
          <p14:tracePt t="86171" x="3824288" y="4627563"/>
          <p14:tracePt t="86187" x="3830638" y="4627563"/>
          <p14:tracePt t="86206" x="3836988" y="4627563"/>
          <p14:tracePt t="86216" x="3843338" y="4627563"/>
          <p14:tracePt t="86238" x="3856038" y="4627563"/>
          <p14:tracePt t="86252" x="3860800" y="4627563"/>
          <p14:tracePt t="86275" x="3867150" y="4627563"/>
          <p14:tracePt t="86296" x="3873500" y="4627563"/>
          <p14:tracePt t="86312" x="3879850" y="4627563"/>
          <p14:tracePt t="86319" x="3886200" y="4627563"/>
          <p14:tracePt t="86338" x="3892550" y="4627563"/>
          <p14:tracePt t="86354" x="3905250" y="4627563"/>
          <p14:tracePt t="86363" x="3917950" y="4627563"/>
          <p14:tracePt t="86369" x="3922713" y="4627563"/>
          <p14:tracePt t="86375" x="3929063" y="4627563"/>
          <p14:tracePt t="86400" x="3960813" y="4627563"/>
          <p14:tracePt t="86410" x="3967163" y="4627563"/>
          <p14:tracePt t="86423" x="3973513" y="4627563"/>
          <p14:tracePt t="86579" x="3979863" y="4627563"/>
          <p14:tracePt t="86729" x="3979863" y="4633913"/>
          <p14:tracePt t="86875" x="3979863" y="4640263"/>
          <p14:tracePt t="86891" x="3973513" y="4646613"/>
          <p14:tracePt t="86907" x="3941763" y="4665663"/>
          <p14:tracePt t="86920" x="3860800" y="4702175"/>
          <p14:tracePt t="86927" x="3817938" y="4727575"/>
          <p14:tracePt t="86940" x="3768725" y="4732338"/>
          <p14:tracePt t="86946" x="3694113" y="4757738"/>
          <p14:tracePt t="86955" x="3625850" y="4783138"/>
          <p14:tracePt t="86967" x="3589338" y="4783138"/>
          <p14:tracePt t="86973" x="3508375" y="4794250"/>
          <p14:tracePt t="86980" x="3421063" y="4806950"/>
          <p14:tracePt t="86992" x="3222625" y="4832350"/>
          <p14:tracePt t="87005" x="3117850" y="4845050"/>
          <p14:tracePt t="87022" x="2820988" y="4845050"/>
          <p14:tracePt t="87038" x="2633663" y="4857750"/>
          <p14:tracePt t="87055" x="2486025" y="4857750"/>
          <p14:tracePt t="87075" x="2317750" y="4868863"/>
          <p14:tracePt t="87089" x="2200275" y="4868863"/>
          <p14:tracePt t="87106" x="2119313" y="4868863"/>
          <p14:tracePt t="87122" x="2089150" y="4868863"/>
          <p14:tracePt t="87138" x="2076450" y="4868863"/>
          <p14:tracePt t="87144" x="2070100" y="4868863"/>
          <p14:tracePt t="87160" x="2063750" y="4868863"/>
          <p14:tracePt t="87169" x="2051050" y="4868863"/>
          <p14:tracePt t="87179" x="2044700" y="4868863"/>
          <p14:tracePt t="87188" x="2039938" y="4868863"/>
          <p14:tracePt t="87194" x="2033588" y="4868863"/>
          <p14:tracePt t="87199" x="2020888" y="4868863"/>
          <p14:tracePt t="87215" x="2008188" y="4868863"/>
          <p14:tracePt t="87222" x="2001838" y="4868863"/>
          <p14:tracePt t="87242" x="1971675" y="4868863"/>
          <p14:tracePt t="87250" x="1958975" y="4875213"/>
          <p14:tracePt t="87257" x="1927225" y="4875213"/>
          <p14:tracePt t="87268" x="1914525" y="4875213"/>
          <p14:tracePt t="87273" x="1884363" y="4887913"/>
          <p14:tracePt t="87288" x="1822450" y="4887913"/>
          <p14:tracePt t="87305" x="1766888" y="4894263"/>
          <p14:tracePt t="87322" x="1704975" y="4906963"/>
          <p14:tracePt t="87339" x="1654175" y="4906963"/>
          <p14:tracePt t="87346" x="1617663" y="4906963"/>
          <p14:tracePt t="87362" x="1574800" y="4906963"/>
          <p14:tracePt t="87371" x="1543050" y="4913313"/>
          <p14:tracePt t="87383" x="1536700" y="4913313"/>
          <p14:tracePt t="87388" x="1524000" y="4919663"/>
          <p14:tracePt t="87395" x="1519238" y="4919663"/>
          <p14:tracePt t="87405" x="1506538" y="4919663"/>
          <p14:tracePt t="87426" x="1506538" y="4924425"/>
          <p14:tracePt t="87465" x="1500188" y="4924425"/>
          <p14:tracePt t="87477" x="1500188" y="4937125"/>
          <p14:tracePt t="87482" x="1493838" y="4943475"/>
          <p14:tracePt t="87497" x="1487488" y="4949825"/>
          <p14:tracePt t="87506" x="1481138" y="4956175"/>
          <p14:tracePt t="87523" x="1474788" y="4962525"/>
          <p14:tracePt t="87538" x="1468438" y="4962525"/>
          <p14:tracePt t="87545" x="1457325" y="4968875"/>
          <p14:tracePt t="87555" x="1450975" y="4968875"/>
          <p14:tracePt t="87564" x="1444625" y="4968875"/>
          <p14:tracePt t="87572" x="1438275" y="4968875"/>
          <p14:tracePt t="87583" x="1431925" y="4968875"/>
          <p14:tracePt t="87588" x="1425575" y="4968875"/>
          <p14:tracePt t="87596" x="1419225" y="4968875"/>
          <p14:tracePt t="87609" x="1400175" y="4968875"/>
          <p14:tracePt t="87619" x="1393825" y="4968875"/>
          <p14:tracePt t="87630" x="1382713" y="4968875"/>
          <p14:tracePt t="87640" x="1370013" y="4968875"/>
          <p14:tracePt t="87655" x="1357313" y="4968875"/>
          <p14:tracePt t="87674" x="1338263" y="4968875"/>
          <p14:tracePt t="87690" x="1327150" y="4968875"/>
          <p14:tracePt t="87707" x="1320800" y="4968875"/>
          <p14:tracePt t="87723" x="1308100" y="4975225"/>
          <p14:tracePt t="87739" x="1301750" y="4975225"/>
          <p14:tracePt t="87756" x="1301750" y="4986338"/>
          <p14:tracePt t="87772" x="1295400" y="4986338"/>
          <p14:tracePt t="87842" x="1289050" y="4986338"/>
          <p14:tracePt t="88018" x="1289050" y="4992688"/>
          <p14:tracePt t="88214" x="1282700" y="4992688"/>
          <p14:tracePt t="88228" x="1276350" y="4999038"/>
          <p14:tracePt t="88241" x="1270000" y="5005388"/>
          <p14:tracePt t="88270" x="1258888" y="5005388"/>
          <p14:tracePt t="88282" x="1252538" y="5011738"/>
          <p14:tracePt t="88291" x="1246188" y="5018088"/>
          <p14:tracePt t="88307" x="1239838" y="5018088"/>
          <p14:tracePt t="88317" x="1233488" y="5018088"/>
          <p14:tracePt t="88340" x="1227138" y="5024438"/>
          <p14:tracePt t="88351" x="1208088" y="5024438"/>
          <p14:tracePt t="88367" x="1201738" y="5037138"/>
          <p14:tracePt t="88376" x="1196975" y="5037138"/>
          <p14:tracePt t="88389" x="1190625" y="5037138"/>
          <p14:tracePt t="88392" x="1184275" y="5037138"/>
          <p14:tracePt t="88406" x="1177925" y="5037138"/>
          <p14:tracePt t="89073" x="1184275" y="5037138"/>
          <p14:tracePt t="89086" x="1208088" y="5037138"/>
          <p14:tracePt t="89100" x="1282700" y="5037138"/>
          <p14:tracePt t="89109" x="1320800" y="5037138"/>
          <p14:tracePt t="89124" x="1406525" y="5037138"/>
          <p14:tracePt t="89136" x="1536700" y="5037138"/>
          <p14:tracePt t="89148" x="1574800" y="5037138"/>
          <p14:tracePt t="89152" x="1630363" y="5030788"/>
          <p14:tracePt t="89159" x="1643063" y="5030788"/>
          <p14:tracePt t="89172" x="1666875" y="5030788"/>
          <p14:tracePt t="89190" x="1728788" y="5024438"/>
          <p14:tracePt t="89210" x="1760538" y="5024438"/>
          <p14:tracePt t="89226" x="1784350" y="5024438"/>
          <p14:tracePt t="89243" x="1816100" y="5024438"/>
          <p14:tracePt t="89261" x="1858963" y="5024438"/>
          <p14:tracePt t="89269" x="1871663" y="5024438"/>
          <p14:tracePt t="89275" x="1909763" y="5011738"/>
          <p14:tracePt t="89287" x="1946275" y="5011738"/>
          <p14:tracePt t="89298" x="2020888" y="5011738"/>
          <p14:tracePt t="89307" x="2039938" y="5011738"/>
          <p14:tracePt t="89323" x="2089150" y="5011738"/>
          <p14:tracePt t="89327" x="2108200" y="5011738"/>
          <p14:tracePt t="89339" x="2132013" y="5011738"/>
          <p14:tracePt t="89357" x="2163763" y="5011738"/>
          <p14:tracePt t="89365" x="2181225" y="5011738"/>
          <p14:tracePt t="89373" x="2206625" y="5011738"/>
          <p14:tracePt t="89384" x="2225675" y="5011738"/>
          <p14:tracePt t="89388" x="2249488" y="5011738"/>
          <p14:tracePt t="89393" x="2274888" y="5011738"/>
          <p14:tracePt t="89401" x="2293938" y="5011738"/>
          <p14:tracePt t="89407" x="2330450" y="5011738"/>
          <p14:tracePt t="89423" x="2392363" y="5005388"/>
          <p14:tracePt t="89440" x="2447925" y="5005388"/>
          <p14:tracePt t="89459" x="2497138" y="5005388"/>
          <p14:tracePt t="89465" x="2516188" y="5005388"/>
          <p14:tracePt t="89474" x="2528888" y="5005388"/>
          <p14:tracePt t="89482" x="2547938" y="5005388"/>
          <p14:tracePt t="89488" x="2560638" y="5005388"/>
          <p14:tracePt t="89498" x="2590800" y="5005388"/>
          <p14:tracePt t="89508" x="2603500" y="5005388"/>
          <p14:tracePt t="89510" x="2609850" y="5005388"/>
          <p14:tracePt t="89519" x="2627313" y="5005388"/>
          <p14:tracePt t="89527" x="2640013" y="5005388"/>
          <p14:tracePt t="89538" x="2659063" y="5005388"/>
          <p14:tracePt t="89556" x="2690813" y="5005388"/>
          <p14:tracePt t="89559" x="2708275" y="5005388"/>
          <p14:tracePt t="89575" x="2746375" y="5005388"/>
          <p14:tracePt t="89586" x="2776538" y="5005388"/>
          <p14:tracePt t="89591" x="2801938" y="5005388"/>
          <p14:tracePt t="89607" x="2820988" y="5005388"/>
          <p14:tracePt t="89615" x="2857500" y="5005388"/>
          <p14:tracePt t="89623" x="2887663" y="5005388"/>
          <p14:tracePt t="89634" x="2925763" y="5005388"/>
          <p14:tracePt t="89642" x="2962275" y="5005388"/>
          <p14:tracePt t="89646" x="3000375" y="5005388"/>
          <p14:tracePt t="89658" x="3024188" y="5005388"/>
          <p14:tracePt t="89673" x="3124200" y="5005388"/>
          <p14:tracePt t="89693" x="3186113" y="5005388"/>
          <p14:tracePt t="89697" x="3222625" y="5005388"/>
          <p14:tracePt t="89707" x="3273425" y="5005388"/>
          <p14:tracePt t="89716" x="3328988" y="5005388"/>
          <p14:tracePt t="89725" x="3365500" y="5005388"/>
          <p14:tracePt t="89739" x="3414713" y="5005388"/>
          <p14:tracePt t="89756" x="3476625" y="5005388"/>
          <p14:tracePt t="89773" x="3508375" y="5005388"/>
          <p14:tracePt t="89790" x="3538538" y="5005388"/>
          <p14:tracePt t="89808" x="3563938" y="5005388"/>
          <p14:tracePt t="89815" x="3570288" y="5011738"/>
          <p14:tracePt t="89825" x="3576638" y="5011738"/>
          <p14:tracePt t="89837" x="3582988" y="5018088"/>
          <p14:tracePt t="89841" x="3600450" y="5018088"/>
          <p14:tracePt t="89850" x="3606800" y="5024438"/>
          <p14:tracePt t="89862" x="3613150" y="5024438"/>
          <p14:tracePt t="89874" x="3619500" y="5024438"/>
          <p14:tracePt t="89891" x="3638550" y="5030788"/>
          <p14:tracePt t="89896" x="3644900" y="5037138"/>
          <p14:tracePt t="89914" x="3651250" y="5037138"/>
          <p14:tracePt t="89925" x="3657600" y="5037138"/>
          <p14:tracePt t="89940" x="3663950" y="5037138"/>
          <p14:tracePt t="89959" x="3675063" y="5037138"/>
          <p14:tracePt t="89976" x="3681413" y="5037138"/>
          <p14:tracePt t="90008" x="3694113" y="5037138"/>
          <p14:tracePt t="90026" x="3706813" y="5037138"/>
          <p14:tracePt t="90038" x="3719513" y="5037138"/>
          <p14:tracePt t="90050" x="3725863" y="5037138"/>
          <p14:tracePt t="90055" x="3743325" y="5037138"/>
          <p14:tracePt t="90064" x="3775075" y="5037138"/>
          <p14:tracePt t="90072" x="3798888" y="5037138"/>
          <p14:tracePt t="90089" x="3856038" y="5048250"/>
          <p14:tracePt t="90107" x="3898900" y="5054600"/>
          <p14:tracePt t="90115" x="3922713" y="5054600"/>
          <p14:tracePt t="90123" x="3954463" y="5067300"/>
          <p14:tracePt t="90136" x="3990975" y="5067300"/>
          <p14:tracePt t="90140" x="4016375" y="5067300"/>
          <p14:tracePt t="90145" x="4029075" y="5067300"/>
          <p14:tracePt t="90154" x="4059238" y="5067300"/>
          <p14:tracePt t="90162" x="4084638" y="5067300"/>
          <p14:tracePt t="90174" x="4097338" y="5067300"/>
          <p14:tracePt t="90178" x="4127500" y="5067300"/>
          <p14:tracePt t="90184" x="4140200" y="5067300"/>
          <p14:tracePt t="90191" x="4171950" y="5067300"/>
          <p14:tracePt t="90210" x="4221163" y="5067300"/>
          <p14:tracePt t="90219" x="4240213" y="5067300"/>
          <p14:tracePt t="90225" x="4264025" y="5067300"/>
          <p14:tracePt t="90237" x="4283075" y="5073650"/>
          <p14:tracePt t="90249" x="4325938" y="5073650"/>
          <p14:tracePt t="90259" x="4351338" y="5086350"/>
          <p14:tracePt t="90262" x="4387850" y="5086350"/>
          <p14:tracePt t="90272" x="4413250" y="5086350"/>
          <p14:tracePt t="90280" x="4432300" y="5086350"/>
          <p14:tracePt t="90289" x="4456113" y="5086350"/>
          <p14:tracePt t="90308" x="4481513" y="5086350"/>
          <p14:tracePt t="90311" x="4487863" y="5086350"/>
          <p14:tracePt t="90323" x="4500563" y="5086350"/>
          <p14:tracePt t="90327" x="4518025" y="5086350"/>
          <p14:tracePt t="90340" x="4524375" y="5086350"/>
          <p14:tracePt t="90348" x="4530725" y="5086350"/>
          <p14:tracePt t="90355" x="4543425" y="5086350"/>
          <p14:tracePt t="90364" x="4562475" y="5086350"/>
          <p14:tracePt t="90372" x="4573588" y="5086350"/>
          <p14:tracePt t="90380" x="4586288" y="5080000"/>
          <p14:tracePt t="90385" x="4605338" y="5080000"/>
          <p14:tracePt t="90394" x="4624388" y="5080000"/>
          <p14:tracePt t="90408" x="4667250" y="5073650"/>
          <p14:tracePt t="90424" x="4692650" y="5073650"/>
          <p14:tracePt t="90429" x="4710113" y="5073650"/>
          <p14:tracePt t="90440" x="4760913" y="5067300"/>
          <p14:tracePt t="90460" x="4816475" y="5054600"/>
          <p14:tracePt t="90473" x="4846638" y="5054600"/>
          <p14:tracePt t="90490" x="4878388" y="5048250"/>
          <p14:tracePt t="90500" x="4895850" y="5048250"/>
          <p14:tracePt t="90516" x="4940300" y="5048250"/>
          <p14:tracePt t="90528" x="4953000" y="5048250"/>
          <p14:tracePt t="90546" x="4983163" y="5048250"/>
          <p14:tracePt t="90557" x="5008563" y="5048250"/>
          <p14:tracePt t="90572" x="5021263" y="5048250"/>
          <p14:tracePt t="90590" x="5051425" y="5048250"/>
          <p14:tracePt t="90602" x="5057775" y="5048250"/>
          <p14:tracePt t="90613" x="5064125" y="5054600"/>
          <p14:tracePt t="90621" x="5076825" y="5054600"/>
          <p14:tracePt t="90640" x="5083175" y="5054600"/>
          <p14:tracePt t="90657" x="5089525" y="5054600"/>
          <p14:tracePt t="90674" x="5094288" y="5054600"/>
          <p14:tracePt t="90678" x="5100638" y="5054600"/>
          <p14:tracePt t="90692" x="5106988" y="5054600"/>
          <p14:tracePt t="90706" x="5113338" y="5054600"/>
          <p14:tracePt t="91474" x="5106988" y="5054600"/>
          <p14:tracePt t="91843" x="5100638" y="5060950"/>
          <p14:tracePt t="91867" x="5094288" y="5060950"/>
          <p14:tracePt t="91886" x="5094288" y="5073650"/>
          <p14:tracePt t="91906" x="5089525" y="5073650"/>
          <p14:tracePt t="91940" x="5083175" y="5073650"/>
          <p14:tracePt t="91975" x="5070475" y="5073650"/>
          <p14:tracePt t="92106" x="5083175" y="5073650"/>
          <p14:tracePt t="92117" x="5094288" y="5073650"/>
          <p14:tracePt t="92142" x="5249863" y="5024438"/>
          <p14:tracePt t="92150" x="5318125" y="5011738"/>
          <p14:tracePt t="92158" x="5416550" y="4986338"/>
          <p14:tracePt t="92168" x="5640388" y="4937125"/>
          <p14:tracePt t="92180" x="5789613" y="4894263"/>
          <p14:tracePt t="92185" x="5943600" y="4851400"/>
          <p14:tracePt t="92194" x="6080125" y="4813300"/>
          <p14:tracePt t="92207" x="6272213" y="4751388"/>
          <p14:tracePt t="92225" x="6750050" y="4584700"/>
          <p14:tracePt t="92252" x="7232650" y="4416425"/>
          <p14:tracePt t="92262" x="7351713" y="4373563"/>
          <p14:tracePt t="92271" x="7488238" y="4318000"/>
          <p14:tracePt t="92279" x="7691438" y="4256088"/>
          <p14:tracePt t="92289" x="7766050" y="4230688"/>
          <p14:tracePt t="92307" x="7847013" y="4219575"/>
          <p14:tracePt t="92324" x="7853363" y="4213225"/>
          <p14:tracePt t="92384" x="7853363" y="4224338"/>
          <p14:tracePt t="92395" x="7853363" y="4237038"/>
          <p14:tracePt t="92398" x="7853363" y="4249738"/>
          <p14:tracePt t="92410" x="7853363" y="4262438"/>
          <p14:tracePt t="92426" x="7853363" y="4281488"/>
          <p14:tracePt t="92441" x="7859713" y="4292600"/>
          <p14:tracePt t="92464" x="7872413" y="4311650"/>
          <p14:tracePt t="92472" x="7889875" y="4311650"/>
          <p14:tracePt t="92484" x="7915275" y="4311650"/>
          <p14:tracePt t="92492" x="7934325" y="4311650"/>
          <p14:tracePt t="92507" x="7983538" y="4311650"/>
          <p14:tracePt t="92523" x="8039100" y="4305300"/>
          <p14:tracePt t="92542" x="8132763" y="4286250"/>
          <p14:tracePt t="92553" x="8156575" y="4281488"/>
          <p14:tracePt t="92559" x="8181975" y="4281488"/>
          <p14:tracePt t="92584" x="8262938" y="4262438"/>
          <p14:tracePt t="92595" x="8280400" y="4262438"/>
          <p14:tracePt t="92609" x="8312150" y="4249738"/>
          <p14:tracePt t="92626" x="8318500" y="4249738"/>
          <p14:tracePt t="92747" x="8324850" y="4249738"/>
          <p14:tracePt t="92768" x="8335963" y="4256088"/>
          <p14:tracePt t="92788" x="8342313" y="4256088"/>
          <p14:tracePt t="92797" x="8342313" y="4262438"/>
          <p14:tracePt t="92844" x="8355013" y="4262438"/>
          <p14:tracePt t="92859" x="8380413" y="4262438"/>
          <p14:tracePt t="92866" x="8393113" y="4262438"/>
          <p14:tracePt t="92875" x="8397875" y="4262438"/>
          <p14:tracePt t="92879" x="8416925" y="4262438"/>
          <p14:tracePt t="92889" x="8423275" y="4262438"/>
          <p14:tracePt t="92907" x="8455025" y="4256088"/>
          <p14:tracePt t="92910" x="8461375" y="4256088"/>
          <p14:tracePt t="92924" x="8478838" y="4249738"/>
          <p14:tracePt t="92930" x="8485188" y="4243388"/>
          <p14:tracePt t="92936" x="8491538" y="4243388"/>
          <p14:tracePt t="92943" x="8497888" y="4237038"/>
          <p14:tracePt t="92960" x="8510588" y="4230688"/>
          <p14:tracePt t="92978" x="8523288" y="4230688"/>
          <p14:tracePt t="93059" x="8516938" y="4230688"/>
          <p14:tracePt t="93067" x="8510588" y="4230688"/>
          <p14:tracePt t="93072" x="8504238" y="4230688"/>
          <p14:tracePt t="93097" x="8442325" y="4275138"/>
          <p14:tracePt t="93112" x="8386763" y="4311650"/>
          <p14:tracePt t="93118" x="8361363" y="4318000"/>
          <p14:tracePt t="93136" x="8305800" y="4349750"/>
          <p14:tracePt t="93146" x="8293100" y="4349750"/>
          <p14:tracePt t="93159" x="8262938" y="4360863"/>
          <p14:tracePt t="93178" x="8250238" y="4373563"/>
          <p14:tracePt t="93182" x="8243888" y="4379913"/>
          <p14:tracePt t="93200" x="8237538" y="4386263"/>
          <p14:tracePt t="93327" x="8243888" y="4373563"/>
          <p14:tracePt t="93331" x="8256588" y="4360863"/>
          <p14:tracePt t="93343" x="8262938" y="4354513"/>
          <p14:tracePt t="93349" x="8269288" y="4343400"/>
          <p14:tracePt t="93356" x="8280400" y="4318000"/>
          <p14:tracePt t="93362" x="8299450" y="4292600"/>
          <p14:tracePt t="93386" x="8361363" y="4213225"/>
          <p14:tracePt t="93394" x="8448675" y="4076700"/>
          <p14:tracePt t="93401" x="8491538" y="4032250"/>
          <p14:tracePt t="93410" x="8523288" y="4008438"/>
          <p14:tracePt t="93420" x="8547100" y="3989388"/>
          <p14:tracePt t="93431" x="8609013" y="3927475"/>
          <p14:tracePt t="93440" x="8628063" y="3897313"/>
          <p14:tracePt t="93458" x="8653463" y="3865563"/>
          <p14:tracePt t="93474" x="8670925" y="3841750"/>
          <p14:tracePt t="93480" x="8677275" y="3822700"/>
          <p14:tracePt t="93492" x="8683625" y="3810000"/>
          <p14:tracePt t="93507" x="8702675" y="3784600"/>
          <p14:tracePt t="93511" x="8709025" y="3778250"/>
          <p14:tracePt t="93523" x="8709025" y="3767138"/>
          <p14:tracePt t="93540" x="8715375" y="3741738"/>
          <p14:tracePt t="93560" x="8721725" y="3716338"/>
          <p14:tracePt t="93568" x="8726488" y="3686175"/>
          <p14:tracePt t="93574" x="8726488" y="3679825"/>
          <p14:tracePt t="93705" x="8732838" y="3679825"/>
          <p14:tracePt t="93862" x="8745538" y="3722688"/>
          <p14:tracePt t="93874" x="8745538" y="3810000"/>
          <p14:tracePt t="93884" x="8745538" y="3865563"/>
          <p14:tracePt t="93891" x="8739188" y="3903663"/>
          <p14:tracePt t="93907" x="8709025" y="3995738"/>
          <p14:tracePt t="93924" x="8702675" y="4051300"/>
          <p14:tracePt t="93929" x="8689975" y="4076700"/>
          <p14:tracePt t="93939" x="8689975" y="4083050"/>
          <p14:tracePt t="93946" x="8689975" y="4106863"/>
          <p14:tracePt t="93960" x="8683625" y="4151313"/>
          <p14:tracePt t="93969" x="8683625" y="4175125"/>
          <p14:tracePt t="93977" x="8683625" y="4181475"/>
          <p14:tracePt t="93992" x="8677275" y="4200525"/>
          <p14:tracePt t="93999" x="8677275" y="4206875"/>
          <p14:tracePt t="94007" x="8677275" y="4213225"/>
          <p14:tracePt t="94015" x="8677275" y="4224338"/>
          <p14:tracePt t="94028" x="8677275" y="4243388"/>
          <p14:tracePt t="94040" x="8677275" y="4286250"/>
          <p14:tracePt t="94057" x="8664575" y="4330700"/>
          <p14:tracePt t="94074" x="8664575" y="4343400"/>
          <p14:tracePt t="94078" x="8664575" y="4349750"/>
          <p14:tracePt t="94091" x="8664575" y="4360863"/>
          <p14:tracePt t="94108" x="8664575" y="4367213"/>
          <p14:tracePt t="94369" x="8670925" y="4354513"/>
          <p14:tracePt t="94387" x="8683625" y="4311650"/>
          <p14:tracePt t="94397" x="8696325" y="4292600"/>
          <p14:tracePt t="94408" x="8715375" y="4275138"/>
          <p14:tracePt t="94417" x="8751888" y="4219575"/>
          <p14:tracePt t="94427" x="8770938" y="4194175"/>
          <p14:tracePt t="94433" x="8794750" y="4162425"/>
          <p14:tracePt t="94449" x="8845550" y="4106863"/>
          <p14:tracePt t="94457" x="8851900" y="4089400"/>
          <p14:tracePt t="94474" x="8888413" y="4044950"/>
          <p14:tracePt t="94491" x="8907463" y="4014788"/>
          <p14:tracePt t="94496" x="8913813" y="3983038"/>
          <p14:tracePt t="94513" x="8931275" y="3927475"/>
          <p14:tracePt t="94519" x="8943975" y="3903663"/>
          <p14:tracePt t="94528" x="8943975" y="3865563"/>
          <p14:tracePt t="94540" x="8950325" y="3841750"/>
          <p14:tracePt t="94558" x="8975725" y="3754438"/>
          <p14:tracePt t="94576" x="9005888" y="3722688"/>
          <p14:tracePt t="94585" x="9012238" y="3716338"/>
          <p14:tracePt t="94593" x="9024938" y="3698875"/>
          <p14:tracePt t="94606" x="9037638" y="3698875"/>
          <p14:tracePt t="94611" x="9043988" y="3692525"/>
          <p14:tracePt t="94614" x="9048750" y="3686175"/>
          <p14:tracePt t="94625" x="9055100" y="3679825"/>
          <p14:tracePt t="94642" x="9061450" y="3673475"/>
          <p14:tracePt t="94649" x="9067800" y="3660775"/>
          <p14:tracePt t="94664" x="9074150" y="3654425"/>
          <p14:tracePt t="94704" x="9086850" y="3654425"/>
          <p14:tracePt t="94794" x="9086850" y="3667125"/>
          <p14:tracePt t="94804" x="9086850" y="3692525"/>
          <p14:tracePt t="94825" x="9080500" y="3778250"/>
          <p14:tracePt t="94834" x="9080500" y="3816350"/>
          <p14:tracePt t="94848" x="9043988" y="4008438"/>
          <p14:tracePt t="94861" x="9005888" y="4113213"/>
          <p14:tracePt t="94875" x="8913813" y="4337050"/>
          <p14:tracePt t="94878" x="8856663" y="4429125"/>
          <p14:tracePt t="94891" x="8826500" y="4503738"/>
          <p14:tracePt t="94896" x="8813800" y="4529138"/>
          <p14:tracePt t="94908" x="8807450" y="4546600"/>
          <p14:tracePt t="94913" x="8794750" y="4565650"/>
          <p14:tracePt t="94918" x="8788400" y="4565650"/>
          <p14:tracePt t="94931" x="8788400" y="4572000"/>
          <p14:tracePt t="94941" x="8783638" y="4572000"/>
          <p14:tracePt t="94946" x="8783638" y="4578350"/>
          <p14:tracePt t="95146" x="8783638" y="4572000"/>
          <p14:tracePt t="95161" x="8783638" y="4565650"/>
          <p14:tracePt t="95173" x="8794750" y="4529138"/>
          <p14:tracePt t="95184" x="8820150" y="4497388"/>
          <p14:tracePt t="95193" x="8826500" y="4491038"/>
          <p14:tracePt t="95211" x="8851900" y="4467225"/>
          <p14:tracePt t="95226" x="8888413" y="4411663"/>
          <p14:tracePt t="95230" x="8918575" y="4379913"/>
          <p14:tracePt t="95247" x="8969375" y="4311650"/>
          <p14:tracePt t="95272" x="9037638" y="4213225"/>
          <p14:tracePt t="95286" x="9043988" y="4194175"/>
          <p14:tracePt t="95292" x="9074150" y="4168775"/>
          <p14:tracePt t="95297" x="9105900" y="4106863"/>
          <p14:tracePt t="95315" x="9155113" y="4064000"/>
          <p14:tracePt t="95325" x="9161463" y="4044950"/>
          <p14:tracePt t="95342" x="9204325" y="3995738"/>
          <p14:tracePt t="95358" x="9217025" y="3976688"/>
          <p14:tracePt t="95361" x="9217025" y="3952875"/>
          <p14:tracePt t="95365" x="9223375" y="3921125"/>
          <p14:tracePt t="95379" x="9223375" y="3897313"/>
          <p14:tracePt t="95394" x="9240838" y="3803650"/>
          <p14:tracePt t="95415" x="9253538" y="3741738"/>
          <p14:tracePt t="95422" x="9253538" y="3716338"/>
          <p14:tracePt t="95426" x="9259888" y="3698875"/>
          <p14:tracePt t="95442" x="9266238" y="3643313"/>
          <p14:tracePt t="95457" x="9278938" y="3598863"/>
          <p14:tracePt t="95476" x="9278938" y="3556000"/>
          <p14:tracePt t="95481" x="9285288" y="3543300"/>
          <p14:tracePt t="95492" x="9285288" y="3524250"/>
          <p14:tracePt t="95500" x="9285288" y="3519488"/>
          <p14:tracePt t="95507" x="9285288" y="3513138"/>
          <p14:tracePt t="95544" x="9291638" y="3513138"/>
          <p14:tracePt t="95585" x="9291638" y="3543300"/>
          <p14:tracePt t="95596" x="9285288" y="3575050"/>
          <p14:tracePt t="95613" x="9223375" y="3716338"/>
          <p14:tracePt t="95623" x="9174163" y="3822700"/>
          <p14:tracePt t="95629" x="9080500" y="4002088"/>
          <p14:tracePt t="95644" x="8869363" y="4337050"/>
          <p14:tracePt t="95660" x="8516938" y="4721225"/>
          <p14:tracePt t="95667" x="8331200" y="4887913"/>
          <p14:tracePt t="95674" x="8181975" y="5005388"/>
          <p14:tracePt t="95682" x="7977188" y="5141913"/>
          <p14:tracePt t="95695" x="7667625" y="5302250"/>
          <p14:tracePt t="95708" x="7512050" y="5370513"/>
          <p14:tracePt t="95724" x="7189788" y="5470525"/>
          <p14:tracePt t="95741" x="6792913" y="5575300"/>
          <p14:tracePt t="95747" x="6564313" y="5624513"/>
          <p14:tracePt t="95760" x="6167438" y="5681663"/>
          <p14:tracePt t="95777" x="5807075" y="5724525"/>
          <p14:tracePt t="95790" x="5621338" y="5754688"/>
          <p14:tracePt t="95795" x="5461000" y="5767388"/>
          <p14:tracePt t="95809" x="5224463" y="5780088"/>
          <p14:tracePt t="95824" x="5008563" y="5780088"/>
          <p14:tracePt t="95845" x="4829175" y="5780088"/>
          <p14:tracePt t="95852" x="4778375" y="5780088"/>
          <p14:tracePt t="95860" x="4748213" y="5780088"/>
          <p14:tracePt t="95868" x="4722813" y="5780088"/>
          <p14:tracePt t="95875" x="4703763" y="5780088"/>
          <p14:tracePt t="95883" x="4699000" y="5773738"/>
          <p14:tracePt t="95891" x="4692650" y="5761038"/>
          <p14:tracePt t="95905" x="4686300" y="5754688"/>
          <p14:tracePt t="95914" x="4679950" y="5743575"/>
          <p14:tracePt t="95927" x="4654550" y="5711825"/>
          <p14:tracePt t="95942" x="4637088" y="5692775"/>
          <p14:tracePt t="95948" x="4630738" y="5686425"/>
          <p14:tracePt t="95960" x="4598988" y="5649913"/>
          <p14:tracePt t="95975" x="4579938" y="5643563"/>
          <p14:tracePt t="95991" x="4524375" y="5588000"/>
          <p14:tracePt t="96014" x="4511675" y="5575300"/>
          <p14:tracePt t="96017" x="4506913" y="5562600"/>
          <p14:tracePt t="96025" x="4506913" y="5545138"/>
          <p14:tracePt t="96041" x="4494213" y="5500688"/>
          <p14:tracePt t="96066" x="4494213" y="5402263"/>
          <p14:tracePt t="96075" x="4494213" y="5353050"/>
          <p14:tracePt t="96089" x="4500563" y="5284788"/>
          <p14:tracePt t="96100" x="4506913" y="5259388"/>
          <p14:tracePt t="96107" x="4556125" y="5191125"/>
          <p14:tracePt t="96111" x="4568825" y="5167313"/>
          <p14:tracePt t="96121" x="4611688" y="5135563"/>
          <p14:tracePt t="96128" x="4667250" y="5111750"/>
          <p14:tracePt t="96142" x="4735513" y="5092700"/>
          <p14:tracePt t="96159" x="4822825" y="5086350"/>
          <p14:tracePt t="96177" x="4891088" y="5073650"/>
          <p14:tracePt t="96184" x="4995863" y="5073650"/>
          <p14:tracePt t="96191" x="5045075" y="5073650"/>
          <p14:tracePt t="96200" x="5094288" y="5073650"/>
          <p14:tracePt t="96209" x="5132388" y="5073650"/>
          <p14:tracePt t="96225" x="5187950" y="5073650"/>
          <p14:tracePt t="96246" x="5219700" y="5073650"/>
          <p14:tracePt t="96259" x="5224463" y="5073650"/>
          <p14:tracePt t="96275" x="5230813" y="5073650"/>
          <p14:tracePt t="96307" x="5230813" y="5080000"/>
          <p14:tracePt t="96319" x="5230813" y="5086350"/>
          <p14:tracePt t="96327" x="5230813" y="5092700"/>
          <p14:tracePt t="96341" x="5230813" y="5099050"/>
          <p14:tracePt t="96360" x="5230813" y="5122863"/>
          <p14:tracePt t="96378" x="5230813" y="5129213"/>
          <p14:tracePt t="96392" x="5230813" y="5135563"/>
          <p14:tracePt t="96409" x="5224463" y="5135563"/>
          <p14:tracePt t="96633" x="5243513" y="5129213"/>
          <p14:tracePt t="96645" x="5249863" y="5122863"/>
          <p14:tracePt t="96648" x="5262563" y="5105400"/>
          <p14:tracePt t="96658" x="5281613" y="5099050"/>
          <p14:tracePt t="96674" x="5305425" y="5080000"/>
          <p14:tracePt t="96678" x="5311775" y="5073650"/>
          <p14:tracePt t="96694" x="5318125" y="5067300"/>
          <p14:tracePt t="96699" x="5324475" y="5067300"/>
          <p14:tracePt t="96708" x="5330825" y="5067300"/>
          <p14:tracePt t="96715" x="5330825" y="5060950"/>
          <p14:tracePt t="96723" x="5337175" y="5060950"/>
          <p14:tracePt t="98025" x="5330825" y="5067300"/>
          <p14:tracePt t="98034" x="5324475" y="5073650"/>
          <p14:tracePt t="98049" x="5305425" y="5086350"/>
          <p14:tracePt t="98056" x="5299075" y="5092700"/>
          <p14:tracePt t="98064" x="5292725" y="5099050"/>
          <p14:tracePt t="98081" x="5286375" y="5105400"/>
          <p14:tracePt t="98171" x="5292725" y="5099050"/>
          <p14:tracePt t="98184" x="5311775" y="5099050"/>
          <p14:tracePt t="98196" x="5318125" y="5099050"/>
          <p14:tracePt t="98208" x="5330825" y="5099050"/>
          <p14:tracePt t="98232" x="5354638" y="5099050"/>
          <p14:tracePt t="98240" x="5360988" y="5099050"/>
          <p14:tracePt t="98250" x="5373688" y="5099050"/>
          <p14:tracePt t="98267" x="5399088" y="5099050"/>
          <p14:tracePt t="98272" x="5429250" y="5099050"/>
          <p14:tracePt t="98279" x="5435600" y="5099050"/>
          <p14:tracePt t="98292" x="5454650" y="5099050"/>
          <p14:tracePt t="98300" x="5467350" y="5099050"/>
          <p14:tracePt t="98308" x="5480050" y="5092700"/>
          <p14:tracePt t="98322" x="5491163" y="5092700"/>
          <p14:tracePt t="98328" x="5516563" y="5080000"/>
          <p14:tracePt t="98338" x="5522913" y="5073650"/>
          <p14:tracePt t="98352" x="5541963" y="5073650"/>
          <p14:tracePt t="98359" x="5546725" y="5073650"/>
          <p14:tracePt t="98367" x="5559425" y="5073650"/>
          <p14:tracePt t="98379" x="5565775" y="5073650"/>
          <p14:tracePt t="98394" x="5572125" y="5067300"/>
          <p14:tracePt t="98411" x="5578475" y="5067300"/>
          <p14:tracePt t="98842" x="5578475" y="5073650"/>
          <p14:tracePt t="98857" x="5572125" y="5086350"/>
          <p14:tracePt t="98872" x="5565775" y="5092700"/>
          <p14:tracePt t="98880" x="5565775" y="5099050"/>
          <p14:tracePt t="98888" x="5553075" y="5111750"/>
          <p14:tracePt t="98898" x="5546725" y="5116513"/>
          <p14:tracePt t="98905" x="5541963" y="5116513"/>
          <p14:tracePt t="98913" x="5541963" y="5122863"/>
          <p14:tracePt t="98936" x="5522913" y="5141913"/>
          <p14:tracePt t="98949" x="5516563" y="5148263"/>
          <p14:tracePt t="98961" x="5503863" y="5154613"/>
          <p14:tracePt t="98977" x="5473700" y="5167313"/>
          <p14:tracePt t="98991" x="5441950" y="5184775"/>
          <p14:tracePt t="99008" x="5386388" y="5210175"/>
          <p14:tracePt t="99026" x="5281613" y="5235575"/>
          <p14:tracePt t="99033" x="5243513" y="5240338"/>
          <p14:tracePt t="99040" x="5207000" y="5240338"/>
          <p14:tracePt t="99049" x="5156200" y="5253038"/>
          <p14:tracePt t="99058" x="5126038" y="5253038"/>
          <p14:tracePt t="99074" x="5076825" y="5265738"/>
          <p14:tracePt t="99080" x="4921250" y="5284788"/>
          <p14:tracePt t="99089" x="4833938" y="5297488"/>
          <p14:tracePt t="99098" x="4735513" y="5308600"/>
          <p14:tracePt t="99108" x="4637088" y="5327650"/>
          <p14:tracePt t="99125" x="4400550" y="5340350"/>
          <p14:tracePt t="99130" x="4251325" y="5353050"/>
          <p14:tracePt t="99143" x="4003675" y="5353050"/>
          <p14:tracePt t="99162" x="3756025" y="5365750"/>
          <p14:tracePt t="99168" x="3668713" y="5376863"/>
          <p14:tracePt t="99174" x="3557588" y="5376863"/>
          <p14:tracePt t="99188" x="3440113" y="5376863"/>
          <p14:tracePt t="99195" x="3359150" y="5376863"/>
          <p14:tracePt t="99207" x="3143250" y="5389563"/>
          <p14:tracePt t="99215" x="3024188" y="5389563"/>
          <p14:tracePt t="99225" x="2938463" y="5389563"/>
          <p14:tracePt t="99231" x="2838450" y="5389563"/>
          <p14:tracePt t="99242" x="2757488" y="5389563"/>
          <p14:tracePt t="99258" x="2659063" y="5402263"/>
          <p14:tracePt t="99276" x="2473325" y="5402263"/>
          <p14:tracePt t="99280" x="2405063" y="5402263"/>
          <p14:tracePt t="99291" x="2336800" y="5402263"/>
          <p14:tracePt t="99308" x="2274888" y="5402263"/>
          <p14:tracePt t="99326" x="2212975" y="5402263"/>
          <p14:tracePt t="99332" x="2193925" y="5402263"/>
          <p14:tracePt t="99339" x="2170113" y="5402263"/>
          <p14:tracePt t="99347" x="2144713" y="5402263"/>
          <p14:tracePt t="99355" x="2125663" y="5389563"/>
          <p14:tracePt t="99364" x="2101850" y="5389563"/>
          <p14:tracePt t="99367" x="2082800" y="5383213"/>
          <p14:tracePt t="99376" x="2063750" y="5383213"/>
          <p14:tracePt t="99384" x="2051050" y="5376863"/>
          <p14:tracePt t="99392" x="2044700" y="5376863"/>
          <p14:tracePt t="99410" x="2027238" y="5376863"/>
          <p14:tracePt t="99425" x="2020888" y="5376863"/>
          <p14:tracePt t="99430" x="2014538" y="5376863"/>
          <p14:tracePt t="99432" x="2008188" y="5376863"/>
          <p14:tracePt t="99441" x="1989138" y="5376863"/>
          <p14:tracePt t="99458" x="1958975" y="5376863"/>
          <p14:tracePt t="99464" x="1933575" y="5376863"/>
          <p14:tracePt t="99481" x="1903413" y="5383213"/>
          <p14:tracePt t="99495" x="1847850" y="5395913"/>
          <p14:tracePt t="99507" x="1822450" y="5402263"/>
          <p14:tracePt t="99511" x="1790700" y="5402263"/>
          <p14:tracePt t="99523" x="1766888" y="5402263"/>
          <p14:tracePt t="99539" x="1722438" y="5414963"/>
          <p14:tracePt t="99545" x="1711325" y="5414963"/>
          <p14:tracePt t="99552" x="1692275" y="5421313"/>
          <p14:tracePt t="99561" x="1685925" y="5421313"/>
          <p14:tracePt t="99579" x="1679575" y="5421313"/>
          <p14:tracePt t="99675" x="1666875" y="5421313"/>
          <p14:tracePt t="99713" x="1666875" y="5427663"/>
          <p14:tracePt t="99723" x="1660525" y="5427663"/>
          <p14:tracePt t="99728" x="1654175" y="5432425"/>
          <p14:tracePt t="99745" x="1649413" y="5445125"/>
          <p14:tracePt t="99759" x="1643063" y="5445125"/>
          <p14:tracePt t="99766" x="1624013" y="5451475"/>
          <p14:tracePt t="99776" x="1617663" y="5451475"/>
          <p14:tracePt t="99785" x="1598613" y="5464175"/>
          <p14:tracePt t="99792" x="1587500" y="5464175"/>
          <p14:tracePt t="99803" x="1581150" y="5464175"/>
          <p14:tracePt t="99814" x="1574800" y="5464175"/>
          <p14:tracePt t="99825" x="1568450" y="5464175"/>
          <p14:tracePt t="99960" x="1562100" y="5464175"/>
          <p14:tracePt t="100442" x="1568450" y="5457825"/>
          <p14:tracePt t="100452" x="1587500" y="5451475"/>
          <p14:tracePt t="100461" x="1598613" y="5451475"/>
          <p14:tracePt t="100476" x="1679575" y="5432425"/>
          <p14:tracePt t="100479" x="1704975" y="5421313"/>
          <p14:tracePt t="100493" x="1741488" y="5414963"/>
          <p14:tracePt t="100498" x="1828800" y="5402263"/>
          <p14:tracePt t="100508" x="1897063" y="5389563"/>
          <p14:tracePt t="100516" x="1982788" y="5376863"/>
          <p14:tracePt t="100521" x="2051050" y="5376863"/>
          <p14:tracePt t="100529" x="2132013" y="5376863"/>
          <p14:tracePt t="100538" x="2219325" y="5376863"/>
          <p14:tracePt t="100546" x="2305050" y="5365750"/>
          <p14:tracePt t="100561" x="2424113" y="5365750"/>
          <p14:tracePt t="100577" x="2522538" y="5365750"/>
          <p14:tracePt t="100590" x="2560638" y="5365750"/>
          <p14:tracePt t="100606" x="2584450" y="5365750"/>
          <p14:tracePt t="100615" x="2627313" y="5365750"/>
          <p14:tracePt t="100626" x="2652713" y="5365750"/>
          <p14:tracePt t="100640" x="2659063" y="5370513"/>
          <p14:tracePt t="100689" x="2665413" y="5370513"/>
          <p14:tracePt t="100730" x="2671763" y="5370513"/>
          <p14:tracePt t="100779" x="2684463" y="5370513"/>
          <p14:tracePt t="100796" x="2690813" y="5370513"/>
          <p14:tracePt t="100805" x="2695575" y="5370513"/>
          <p14:tracePt t="100820" x="2714625" y="5370513"/>
          <p14:tracePt t="100836" x="2733675" y="5370513"/>
          <p14:tracePt t="100850" x="2752725" y="5370513"/>
          <p14:tracePt t="100858" x="2770188" y="5370513"/>
          <p14:tracePt t="100867" x="2782888" y="5370513"/>
          <p14:tracePt t="100876" x="2801938" y="5370513"/>
          <p14:tracePt t="100890" x="2808288" y="5370513"/>
          <p14:tracePt t="100897" x="2838450" y="5370513"/>
          <p14:tracePt t="100905" x="2844800" y="5370513"/>
          <p14:tracePt t="100913" x="2857500" y="5376863"/>
          <p14:tracePt t="100920" x="2870200" y="5376863"/>
          <p14:tracePt t="100938" x="2876550" y="5383213"/>
          <p14:tracePt t="100952" x="2882900" y="5383213"/>
          <p14:tracePt t="100968" x="2887663" y="5383213"/>
          <p14:tracePt t="101085" x="2894013" y="5383213"/>
          <p14:tracePt t="101107" x="2925763" y="5383213"/>
          <p14:tracePt t="101116" x="2938463" y="5383213"/>
          <p14:tracePt t="101129" x="2962275" y="5389563"/>
          <p14:tracePt t="101142" x="2974975" y="5389563"/>
          <p14:tracePt t="101151" x="3013075" y="5383213"/>
          <p14:tracePt t="101164" x="3024188" y="5383213"/>
          <p14:tracePt t="101179" x="3043238" y="5383213"/>
          <p14:tracePt t="101183" x="3055938" y="5383213"/>
          <p14:tracePt t="101194" x="3062288" y="5383213"/>
          <p14:tracePt t="101211" x="3074988" y="5383213"/>
          <p14:tracePt t="101219" x="3079750" y="5383213"/>
          <p14:tracePt t="101233" x="3105150" y="5383213"/>
          <p14:tracePt t="101239" x="3111500" y="5383213"/>
          <p14:tracePt t="101249" x="3117850" y="5389563"/>
          <p14:tracePt t="101258" x="3136900" y="5389563"/>
          <p14:tracePt t="101275" x="3167063" y="5389563"/>
          <p14:tracePt t="101279" x="3173413" y="5395913"/>
          <p14:tracePt t="101292" x="3186113" y="5395913"/>
          <p14:tracePt t="101313" x="3205163" y="5395913"/>
          <p14:tracePt t="101322" x="3209925" y="5395913"/>
          <p14:tracePt t="101330" x="3216275" y="5395913"/>
          <p14:tracePt t="101339" x="3222625" y="5395913"/>
          <p14:tracePt t="101364" x="3228975" y="5395913"/>
          <p14:tracePt t="101379" x="3235325" y="5402263"/>
          <p14:tracePt t="101394" x="3254375" y="5402263"/>
          <p14:tracePt t="101403" x="3260725" y="5408613"/>
          <p14:tracePt t="101411" x="3267075" y="5408613"/>
          <p14:tracePt t="101418" x="3273425" y="5408613"/>
          <p14:tracePt t="101423" x="3278188" y="5414963"/>
          <p14:tracePt t="101432" x="3297238" y="5414963"/>
          <p14:tracePt t="101442" x="3303588" y="5414963"/>
          <p14:tracePt t="101460" x="3322638" y="5414963"/>
          <p14:tracePt t="101464" x="3328988" y="5414963"/>
          <p14:tracePt t="101475" x="3346450" y="5414963"/>
          <p14:tracePt t="101479" x="3352800" y="5414963"/>
          <p14:tracePt t="101488" x="3359150" y="5414963"/>
          <p14:tracePt t="101502" x="3390900" y="5414963"/>
          <p14:tracePt t="101522" x="3403600" y="5414963"/>
          <p14:tracePt t="101536" x="3414713" y="5414963"/>
          <p14:tracePt t="101544" x="3421063" y="5414963"/>
          <p14:tracePt t="101577" x="3427413" y="5414963"/>
          <p14:tracePt t="101600" x="3433763" y="5414963"/>
          <p14:tracePt t="101615" x="3440113" y="5414963"/>
          <p14:tracePt t="101624" x="3446463" y="5414963"/>
          <p14:tracePt t="101631" x="3465513" y="5414963"/>
          <p14:tracePt t="101643" x="3476625" y="5414963"/>
          <p14:tracePt t="101649" x="3495675" y="5414963"/>
          <p14:tracePt t="101658" x="3508375" y="5414963"/>
          <p14:tracePt t="101665" x="3527425" y="5414963"/>
          <p14:tracePt t="101675" x="3538538" y="5414963"/>
          <p14:tracePt t="101689" x="3576638" y="5414963"/>
          <p14:tracePt t="101696" x="3589338" y="5421313"/>
          <p14:tracePt t="101704" x="3595688" y="5421313"/>
          <p14:tracePt t="101711" x="3613150" y="5421313"/>
          <p14:tracePt t="101724" x="3625850" y="5421313"/>
          <p14:tracePt t="101731" x="3638550" y="5421313"/>
          <p14:tracePt t="101742" x="3657600" y="5421313"/>
          <p14:tracePt t="101759" x="3668713" y="5432425"/>
          <p14:tracePt t="101777" x="3675063" y="5432425"/>
          <p14:tracePt t="101783" x="3687763" y="5432425"/>
          <p14:tracePt t="101817" x="3694113" y="5432425"/>
          <p14:tracePt t="101841" x="3700463" y="5432425"/>
          <p14:tracePt t="101856" x="3706813" y="5432425"/>
          <p14:tracePt t="101864" x="3713163" y="5432425"/>
          <p14:tracePt t="101877" x="3719513" y="5432425"/>
          <p14:tracePt t="101882" x="3725863" y="5432425"/>
          <p14:tracePt t="101892" x="3736975" y="5432425"/>
          <p14:tracePt t="101900" x="3743325" y="5432425"/>
          <p14:tracePt t="101904" x="3749675" y="5432425"/>
          <p14:tracePt t="101913" x="3762375" y="5432425"/>
          <p14:tracePt t="101926" x="3787775" y="5438775"/>
          <p14:tracePt t="101942" x="3811588" y="5438775"/>
          <p14:tracePt t="101958" x="3824288" y="5445125"/>
          <p14:tracePt t="101976" x="3856038" y="5451475"/>
          <p14:tracePt t="101991" x="3860800" y="5451475"/>
          <p14:tracePt t="102009" x="3867150" y="5451475"/>
          <p14:tracePt t="102178" x="3873500" y="5451475"/>
          <p14:tracePt t="102190" x="3886200" y="5451475"/>
          <p14:tracePt t="102205" x="3905250" y="5457825"/>
          <p14:tracePt t="102217" x="3929063" y="5457825"/>
          <p14:tracePt t="102233" x="3941763" y="5470525"/>
          <p14:tracePt t="102243" x="3954463" y="5470525"/>
          <p14:tracePt t="102256" x="3960813" y="5470525"/>
          <p14:tracePt t="102262" x="3979863" y="5470525"/>
          <p14:tracePt t="102266" x="3986213" y="5470525"/>
          <p14:tracePt t="102271" x="4003675" y="5476875"/>
          <p14:tracePt t="102279" x="4010025" y="5476875"/>
          <p14:tracePt t="102292" x="4016375" y="5476875"/>
          <p14:tracePt t="102316" x="4022725" y="5476875"/>
          <p14:tracePt t="102327" x="4035425" y="5476875"/>
          <p14:tracePt t="102343" x="4041775" y="5476875"/>
          <p14:tracePt t="102359" x="4065588" y="5476875"/>
          <p14:tracePt t="102371" x="4071938" y="5476875"/>
          <p14:tracePt t="102384" x="4097338" y="5476875"/>
          <p14:tracePt t="102393" x="4110038" y="5476875"/>
          <p14:tracePt t="102400" x="4127500" y="5476875"/>
          <p14:tracePt t="102411" x="4152900" y="5476875"/>
          <p14:tracePt t="102427" x="4195763" y="5476875"/>
          <p14:tracePt t="102443" x="4240213" y="5476875"/>
          <p14:tracePt t="102459" x="4270375" y="5476875"/>
          <p14:tracePt t="102465" x="4283075" y="5476875"/>
          <p14:tracePt t="102479" x="4325938" y="5476875"/>
          <p14:tracePt t="102490" x="4357688" y="5489575"/>
          <p14:tracePt t="102496" x="4370388" y="5489575"/>
          <p14:tracePt t="102506" x="4394200" y="5489575"/>
          <p14:tracePt t="102515" x="4413250" y="5489575"/>
          <p14:tracePt t="102519" x="4425950" y="5489575"/>
          <p14:tracePt t="102529" x="4443413" y="5489575"/>
          <p14:tracePt t="102542" x="4462463" y="5489575"/>
          <p14:tracePt t="102559" x="4530725" y="5489575"/>
          <p14:tracePt t="102578" x="4573588" y="5489575"/>
          <p14:tracePt t="102596" x="4611688" y="5489575"/>
          <p14:tracePt t="102612" x="4637088" y="5489575"/>
          <p14:tracePt t="102627" x="4641850" y="5489575"/>
          <p14:tracePt t="102635" x="4648200" y="5483225"/>
          <p14:tracePt t="102647" x="4667250" y="5483225"/>
          <p14:tracePt t="102665" x="4673600" y="5483225"/>
          <p14:tracePt t="102676" x="4679950" y="5483225"/>
          <p14:tracePt t="102684" x="4686300" y="5483225"/>
          <p14:tracePt t="102696" x="4699000" y="5483225"/>
          <p14:tracePt t="102709" x="4703763" y="5483225"/>
          <p14:tracePt t="102734" x="4748213" y="5483225"/>
          <p14:tracePt t="102739" x="4760913" y="5483225"/>
          <p14:tracePt t="102748" x="4778375" y="5483225"/>
          <p14:tracePt t="102758" x="4803775" y="5476875"/>
          <p14:tracePt t="102776" x="4859338" y="5476875"/>
          <p14:tracePt t="102784" x="4878388" y="5476875"/>
          <p14:tracePt t="102793" x="4884738" y="5476875"/>
          <p14:tracePt t="102808" x="4891088" y="5476875"/>
          <p14:tracePt t="102817" x="4895850" y="5476875"/>
          <p14:tracePt t="102840" x="4908550" y="5476875"/>
          <p14:tracePt t="102848" x="4914900" y="5476875"/>
          <p14:tracePt t="102864" x="4921250" y="5476875"/>
          <p14:tracePt t="102877" x="4927600" y="5476875"/>
          <p14:tracePt t="102879" x="4933950" y="5476875"/>
          <p14:tracePt t="102899" x="4964113" y="5476875"/>
          <p14:tracePt t="102902" x="4970463" y="5470525"/>
          <p14:tracePt t="102913" x="4989513" y="5470525"/>
          <p14:tracePt t="102928" x="5021263" y="5470525"/>
          <p14:tracePt t="102940" x="5026025" y="5470525"/>
          <p14:tracePt t="102946" x="5032375" y="5470525"/>
          <p14:tracePt t="102955" x="5038725" y="5470525"/>
          <p14:tracePt t="102964" x="5045075" y="5470525"/>
          <p14:tracePt t="102975" x="5051425" y="5470525"/>
          <p14:tracePt t="102982" x="5070475" y="5476875"/>
          <p14:tracePt t="102993" x="5083175" y="5476875"/>
          <p14:tracePt t="103001" x="5100638" y="5476875"/>
          <p14:tracePt t="103008" x="5126038" y="5476875"/>
          <p14:tracePt t="103028" x="5187950" y="5476875"/>
          <p14:tracePt t="103044" x="5281613" y="5464175"/>
          <p14:tracePt t="103062" x="5367338" y="5457825"/>
          <p14:tracePt t="103072" x="5399088" y="5457825"/>
          <p14:tracePt t="103082" x="5435600" y="5457825"/>
          <p14:tracePt t="103088" x="5461000" y="5457825"/>
          <p14:tracePt t="103096" x="5484813" y="5457825"/>
          <p14:tracePt t="103104" x="5516563" y="5457825"/>
          <p14:tracePt t="103111" x="5529263" y="5457825"/>
          <p14:tracePt t="103125" x="5546725" y="5457825"/>
          <p14:tracePt t="103129" x="5559425" y="5457825"/>
          <p14:tracePt t="103143" x="5597525" y="5476875"/>
          <p14:tracePt t="103159" x="5614988" y="5483225"/>
          <p14:tracePt t="103177" x="5672138" y="5489575"/>
          <p14:tracePt t="103193" x="5738813" y="5500688"/>
          <p14:tracePt t="103209" x="5764213" y="5500688"/>
          <p14:tracePt t="103215" x="5807075" y="5500688"/>
          <p14:tracePt t="103231" x="5819775" y="5500688"/>
          <p14:tracePt t="103240" x="5838825" y="5500688"/>
          <p14:tracePt t="103248" x="5845175" y="5500688"/>
          <p14:tracePt t="103250" x="5857875" y="5500688"/>
          <p14:tracePt t="103258" x="5864225" y="5500688"/>
          <p14:tracePt t="103266" x="5875338" y="5500688"/>
          <p14:tracePt t="103275" x="5881688" y="5500688"/>
          <p14:tracePt t="103286" x="5888038" y="5500688"/>
          <p14:tracePt t="103297" x="5894388" y="5500688"/>
          <p14:tracePt t="103310" x="5900738" y="5500688"/>
          <p14:tracePt t="103314" x="5907088" y="5500688"/>
          <p14:tracePt t="103318" x="5913438" y="5500688"/>
          <p14:tracePt t="103326" x="5926138" y="5500688"/>
          <p14:tracePt t="103345" x="5943600" y="5500688"/>
          <p14:tracePt t="103357" x="5949950" y="5500688"/>
          <p14:tracePt t="103362" x="5969000" y="5500688"/>
          <p14:tracePt t="103367" x="5981700" y="5500688"/>
          <p14:tracePt t="103377" x="5999163" y="5500688"/>
          <p14:tracePt t="103384" x="6005513" y="5500688"/>
          <p14:tracePt t="103391" x="6018213" y="5500688"/>
          <p14:tracePt t="103402" x="6037263" y="5500688"/>
          <p14:tracePt t="103409" x="6043613" y="5500688"/>
          <p14:tracePt t="103425" x="6056313" y="5500688"/>
          <p14:tracePt t="103442" x="6067425" y="5507038"/>
          <p14:tracePt t="103462" x="6073775" y="5507038"/>
          <p14:tracePt t="103704" x="6073775" y="5519738"/>
          <p14:tracePt t="103732" x="6080125" y="5519738"/>
          <p14:tracePt t="103866" x="6080125" y="5526088"/>
          <p14:tracePt t="103880" x="6086475" y="5526088"/>
          <p14:tracePt t="103896" x="6086475" y="5532438"/>
          <p14:tracePt t="104042" x="6086475" y="5538788"/>
          <p14:tracePt t="104059" x="6080125" y="5538788"/>
          <p14:tracePt t="104074" x="6073775" y="5545138"/>
          <p14:tracePt t="104082" x="6056313" y="5545138"/>
          <p14:tracePt t="104087" x="6049963" y="5545138"/>
          <p14:tracePt t="104100" x="6043613" y="5545138"/>
          <p14:tracePt t="104125" x="6030913" y="5545138"/>
          <p14:tracePt t="104154" x="6018213" y="5545138"/>
          <p14:tracePt t="104170" x="6018213" y="5538788"/>
          <p14:tracePt t="104184" x="6018213" y="5532438"/>
          <p14:tracePt t="104193" x="6011863" y="5532438"/>
          <p14:tracePt t="104210" x="6011863" y="5513388"/>
          <p14:tracePt t="104225" x="6011863" y="5507038"/>
          <p14:tracePt t="104242" x="6005513" y="5500688"/>
          <p14:tracePt t="104260" x="5999163" y="5494338"/>
          <p14:tracePt t="104278" x="5994400" y="5494338"/>
          <p14:tracePt t="104294" x="5988050" y="5494338"/>
          <p14:tracePt t="104330" x="5981700" y="5494338"/>
          <p14:tracePt t="104372" x="5975350" y="5494338"/>
          <p14:tracePt t="104407" x="5962650" y="5494338"/>
          <p14:tracePt t="104474" x="5956300" y="5494338"/>
          <p14:tracePt t="104504" x="5949950" y="5494338"/>
          <p14:tracePt t="104529" x="5943600" y="5494338"/>
          <p14:tracePt t="104555" x="5937250" y="5494338"/>
          <p14:tracePt t="104568" x="5932488" y="5494338"/>
          <p14:tracePt t="104585" x="5932488" y="5500688"/>
          <p14:tracePt t="104595" x="5926138" y="5500688"/>
          <p14:tracePt t="104611" x="5913438" y="5500688"/>
          <p14:tracePt t="104616" x="5913438" y="5507038"/>
          <p14:tracePt t="104634" x="5907088" y="5519738"/>
          <p14:tracePt t="104649" x="5900738" y="5526088"/>
          <p14:tracePt t="104659" x="5894388" y="5526088"/>
          <p14:tracePt t="104665" x="5888038" y="5526088"/>
          <p14:tracePt t="104677" x="5881688" y="5532438"/>
          <p14:tracePt t="104694" x="5875338" y="5532438"/>
          <p14:tracePt t="104710" x="5864225" y="5532438"/>
          <p14:tracePt t="104726" x="5857875" y="5538788"/>
          <p14:tracePt t="104946" x="5851525" y="5526088"/>
          <p14:tracePt t="104959" x="5845175" y="5519738"/>
          <p14:tracePt t="104972" x="5845175" y="5513388"/>
          <p14:tracePt t="104981" x="5838825" y="5507038"/>
          <p14:tracePt t="104987" x="5832475" y="5500688"/>
          <p14:tracePt t="104993" x="5832475" y="5494338"/>
          <p14:tracePt t="105009" x="5826125" y="5494338"/>
          <p14:tracePt t="105147" x="5813425" y="5494338"/>
          <p14:tracePt t="105785" x="5813425" y="5476875"/>
          <p14:tracePt t="106221" x="5813425" y="5470525"/>
          <p14:tracePt t="106236" x="5826125" y="5457825"/>
          <p14:tracePt t="106247" x="5845175" y="5445125"/>
          <p14:tracePt t="106257" x="5875338" y="5438775"/>
          <p14:tracePt t="106266" x="5900738" y="5438775"/>
          <p14:tracePt t="106275" x="5949950" y="5427663"/>
          <p14:tracePt t="106287" x="5988050" y="5427663"/>
          <p14:tracePt t="106293" x="6043613" y="5421313"/>
          <p14:tracePt t="106300" x="6092825" y="5421313"/>
          <p14:tracePt t="106309" x="6142038" y="5421313"/>
          <p14:tracePt t="106322" x="6248400" y="5421313"/>
          <p14:tracePt t="106328" x="6316663" y="5421313"/>
          <p14:tracePt t="106340" x="6365875" y="5421313"/>
          <p14:tracePt t="106346" x="6389688" y="5421313"/>
          <p14:tracePt t="106354" x="6440488" y="5421313"/>
          <p14:tracePt t="106360" x="6477000" y="5421313"/>
          <p14:tracePt t="106367" x="6515100" y="5421313"/>
          <p14:tracePt t="106376" x="6551613" y="5421313"/>
          <p14:tracePt t="106385" x="6577013" y="5421313"/>
          <p14:tracePt t="106393" x="6581775" y="5421313"/>
          <p14:tracePt t="106411" x="6607175" y="5421313"/>
          <p14:tracePt t="106430" x="6613525" y="5421313"/>
          <p14:tracePt t="106529" x="6619875" y="5421313"/>
          <p14:tracePt t="106570" x="6626225" y="5421313"/>
          <p14:tracePt t="106633" x="6632575" y="5421313"/>
          <p14:tracePt t="106917" x="6632575" y="5427663"/>
          <p14:tracePt t="106931" x="6632575" y="5438775"/>
          <p14:tracePt t="106940" x="6626225" y="5438775"/>
          <p14:tracePt t="106960" x="6619875" y="5445125"/>
          <p14:tracePt t="106978" x="6613525" y="5445125"/>
          <p14:tracePt t="106994" x="6613525" y="5457825"/>
          <p14:tracePt t="107104" x="6607175" y="5464175"/>
          <p14:tracePt t="107113" x="6600825" y="5470525"/>
          <p14:tracePt t="107138" x="6594475" y="5476875"/>
          <p14:tracePt t="107173" x="6594475" y="5483225"/>
          <p14:tracePt t="107331" x="6581775" y="5489575"/>
          <p14:tracePt t="107347" x="6564313" y="5500688"/>
          <p14:tracePt t="107353" x="6545263" y="5500688"/>
          <p14:tracePt t="107368" x="6515100" y="5500688"/>
          <p14:tracePt t="107376" x="6502400" y="5500688"/>
          <p14:tracePt t="107385" x="6489700" y="5500688"/>
          <p14:tracePt t="107394" x="6477000" y="5500688"/>
          <p14:tracePt t="107401" x="6477000" y="5494338"/>
          <p14:tracePt t="107415" x="6470650" y="5494338"/>
          <p14:tracePt t="107425" x="6464300" y="5494338"/>
          <p14:tracePt t="107440" x="6457950" y="5483225"/>
          <p14:tracePt t="107447" x="6453188" y="5483225"/>
          <p14:tracePt t="107466" x="6440488" y="5483225"/>
          <p14:tracePt t="107477" x="6434138" y="5483225"/>
          <p14:tracePt t="107493" x="6427788" y="5483225"/>
          <p14:tracePt t="107509" x="6421438" y="5483225"/>
          <p14:tracePt t="107547" x="6421438" y="5476875"/>
          <p14:tracePt t="107576" x="6415088" y="5470525"/>
          <p14:tracePt t="107583" x="6415088" y="5451475"/>
          <p14:tracePt t="107594" x="6402388" y="5427663"/>
          <p14:tracePt t="107613" x="6402388" y="5414963"/>
          <p14:tracePt t="107629" x="6402388" y="5408613"/>
          <p14:tracePt t="107646" x="6415088" y="5389563"/>
          <p14:tracePt t="107662" x="6464300" y="5383213"/>
          <p14:tracePt t="107672" x="6515100" y="5370513"/>
          <p14:tracePt t="107680" x="6551613" y="5370513"/>
          <p14:tracePt t="107692" x="6613525" y="5370513"/>
          <p14:tracePt t="107700" x="6669088" y="5370513"/>
          <p14:tracePt t="107711" x="6929438" y="5370513"/>
          <p14:tracePt t="107732" x="7227888" y="5359400"/>
          <p14:tracePt t="107745" x="7524750" y="5359400"/>
          <p14:tracePt t="107769" x="7902575" y="5359400"/>
          <p14:tracePt t="107776" x="8020050" y="5359400"/>
          <p14:tracePt t="107787" x="8101013" y="5359400"/>
          <p14:tracePt t="107796" x="8126413" y="5359400"/>
          <p14:tracePt t="107811" x="8162925" y="5359400"/>
          <p14:tracePt t="107930" x="8162925" y="5370513"/>
          <p14:tracePt t="107940" x="8162925" y="5376863"/>
          <p14:tracePt t="107948" x="8162925" y="5383213"/>
          <p14:tracePt t="107962" x="8162925" y="5389563"/>
          <p14:tracePt t="108090" x="8156575" y="5395913"/>
          <p14:tracePt t="108099" x="8143875" y="5402263"/>
          <p14:tracePt t="108115" x="8126413" y="5408613"/>
          <p14:tracePt t="108134" x="8101013" y="5427663"/>
          <p14:tracePt t="108138" x="8081963" y="5432425"/>
          <p14:tracePt t="108146" x="8070850" y="5432425"/>
          <p14:tracePt t="108160" x="8026400" y="5451475"/>
          <p14:tracePt t="108167" x="7989888" y="5464175"/>
          <p14:tracePt t="108175" x="7951788" y="5464175"/>
          <p14:tracePt t="108185" x="7921625" y="5464175"/>
          <p14:tracePt t="108194" x="7883525" y="5464175"/>
          <p14:tracePt t="108198" x="7834313" y="5464175"/>
          <p14:tracePt t="108210" x="7785100" y="5464175"/>
          <p14:tracePt t="108227" x="7697788" y="5464175"/>
          <p14:tracePt t="108234" x="7629525" y="5476875"/>
          <p14:tracePt t="108241" x="7561263" y="5476875"/>
          <p14:tracePt t="108250" x="7512050" y="5476875"/>
          <p14:tracePt t="108254" x="7443788" y="5476875"/>
          <p14:tracePt t="108264" x="7413625" y="5476875"/>
          <p14:tracePt t="108279" x="7362825" y="5476875"/>
          <p14:tracePt t="108284" x="7313613" y="5476875"/>
          <p14:tracePt t="108286" x="7264400" y="5476875"/>
          <p14:tracePt t="108295" x="7227888" y="5476875"/>
          <p14:tracePt t="108312" x="7140575" y="5476875"/>
          <p14:tracePt t="108328" x="7078663" y="5476875"/>
          <p14:tracePt t="108348" x="7010400" y="5476875"/>
          <p14:tracePt t="108365" x="6948488" y="5483225"/>
          <p14:tracePt t="108373" x="6923088" y="5494338"/>
          <p14:tracePt t="108378" x="6867525" y="5500688"/>
          <p14:tracePt t="108390" x="6769100" y="5513388"/>
          <p14:tracePt t="108399" x="6731000" y="5513388"/>
          <p14:tracePt t="108410" x="6675438" y="5526088"/>
          <p14:tracePt t="108427" x="6538913" y="5538788"/>
          <p14:tracePt t="108431" x="6470650" y="5545138"/>
          <p14:tracePt t="108444" x="6402388" y="5545138"/>
          <p14:tracePt t="108453" x="6334125" y="5545138"/>
          <p14:tracePt t="108458" x="6254750" y="5545138"/>
          <p14:tracePt t="108474" x="6118225" y="5556250"/>
          <p14:tracePt t="108481" x="6049963" y="5556250"/>
          <p14:tracePt t="108491" x="5981700" y="5568950"/>
          <p14:tracePt t="108498" x="5956300" y="5568950"/>
          <p14:tracePt t="108502" x="5900738" y="5581650"/>
          <p14:tracePt t="108514" x="5875338" y="5581650"/>
          <p14:tracePt t="108528" x="5783263" y="5600700"/>
          <p14:tracePt t="108547" x="5695950" y="5613400"/>
          <p14:tracePt t="108563" x="5591175" y="5619750"/>
          <p14:tracePt t="108570" x="5553075" y="5630863"/>
          <p14:tracePt t="108577" x="5522913" y="5637213"/>
          <p14:tracePt t="108587" x="5497513" y="5637213"/>
          <p14:tracePt t="108595" x="5461000" y="5649913"/>
          <p14:tracePt t="108609" x="5435600" y="5656263"/>
          <p14:tracePt t="108619" x="5367338" y="5668963"/>
          <p14:tracePt t="108622" x="5330825" y="5675313"/>
          <p14:tracePt t="108632" x="5292725" y="5686425"/>
          <p14:tracePt t="108646" x="5243513" y="5686425"/>
          <p14:tracePt t="108650" x="5168900" y="5699125"/>
          <p14:tracePt t="108661" x="5119688" y="5705475"/>
          <p14:tracePt t="108665" x="5083175" y="5705475"/>
          <p14:tracePt t="108678" x="5032375" y="5705475"/>
          <p14:tracePt t="108684" x="4976813" y="5718175"/>
          <p14:tracePt t="108695" x="4859338" y="5730875"/>
          <p14:tracePt t="108705" x="4784725" y="5743575"/>
          <p14:tracePt t="108711" x="4716463" y="5754688"/>
          <p14:tracePt t="108721" x="4648200" y="5754688"/>
          <p14:tracePt t="108729" x="4579938" y="5754688"/>
          <p14:tracePt t="108746" x="4449763" y="5754688"/>
          <p14:tracePt t="108761" x="4264025" y="5754688"/>
          <p14:tracePt t="108777" x="4097338" y="5754688"/>
          <p14:tracePt t="108786" x="4016375" y="5754688"/>
          <p14:tracePt t="108802" x="3817938" y="5754688"/>
          <p14:tracePt t="108815" x="3749675" y="5754688"/>
          <p14:tracePt t="108826" x="3663950" y="5754688"/>
          <p14:tracePt t="108835" x="3533775" y="5754688"/>
          <p14:tracePt t="108844" x="3465513" y="5754688"/>
          <p14:tracePt t="108861" x="3346450" y="5754688"/>
          <p14:tracePt t="108872" x="3267075" y="5754688"/>
          <p14:tracePt t="108880" x="3216275" y="5754688"/>
          <p14:tracePt t="108889" x="3179763" y="5761038"/>
          <p14:tracePt t="108897" x="3154363" y="5761038"/>
          <p14:tracePt t="108910" x="3136900" y="5761038"/>
          <p14:tracePt t="108928" x="3086100" y="5761038"/>
          <p14:tracePt t="108946" x="3055938" y="5761038"/>
          <p14:tracePt t="108951" x="3043238" y="5761038"/>
          <p14:tracePt t="108960" x="3024188" y="5761038"/>
          <p14:tracePt t="108969" x="3017838" y="5761038"/>
          <p14:tracePt t="108977" x="3006725" y="5761038"/>
          <p14:tracePt t="108985" x="2987675" y="5761038"/>
          <p14:tracePt t="108994" x="2962275" y="5761038"/>
          <p14:tracePt t="109011" x="2932113" y="5761038"/>
          <p14:tracePt t="109016" x="2913063" y="5761038"/>
          <p14:tracePt t="109029" x="2900363" y="5761038"/>
          <p14:tracePt t="109034" x="2882900" y="5761038"/>
          <p14:tracePt t="109048" x="2851150" y="5754688"/>
          <p14:tracePt t="109057" x="2820988" y="5754688"/>
          <p14:tracePt t="109064" x="2795588" y="5754688"/>
          <p14:tracePt t="109070" x="2770188" y="5754688"/>
          <p14:tracePt t="109087" x="2733675" y="5767388"/>
          <p14:tracePt t="109095" x="2678113" y="5773738"/>
          <p14:tracePt t="109111" x="2640013" y="5773738"/>
          <p14:tracePt t="109130" x="2486025" y="5786438"/>
          <p14:tracePt t="109135" x="2447925" y="5786438"/>
          <p14:tracePt t="109145" x="2424113" y="5786438"/>
          <p14:tracePt t="109163" x="2379663" y="5786438"/>
          <p14:tracePt t="109188" x="2349500" y="5786438"/>
          <p14:tracePt t="109206" x="2343150" y="5786438"/>
          <p14:tracePt t="109216" x="2336800" y="5780088"/>
          <p14:tracePt t="109233" x="2330450" y="5773738"/>
          <p14:tracePt t="109355" x="2324100" y="5773738"/>
          <p14:tracePt t="109434" x="2317750" y="5773738"/>
          <p14:tracePt t="109475" x="2311400" y="5773738"/>
          <p14:tracePt t="109490" x="2300288" y="5780088"/>
          <p14:tracePt t="109504" x="2293938" y="5780088"/>
          <p14:tracePt t="109517" x="2287588" y="5786438"/>
          <p14:tracePt t="109528" x="2281238" y="5786438"/>
          <p14:tracePt t="109547" x="2274888" y="5786438"/>
          <p14:tracePt t="109594" x="2268538" y="5786438"/>
          <p14:tracePt t="109616" x="2262188" y="5786438"/>
          <p14:tracePt t="109642" x="2255838" y="5786438"/>
          <p14:tracePt t="109698" x="2243138" y="5786438"/>
          <p14:tracePt t="109714" x="2236788" y="5786438"/>
          <p14:tracePt t="109729" x="2232025" y="5786438"/>
          <p14:tracePt t="109745" x="2225675" y="5786438"/>
          <p14:tracePt t="109770" x="2219325" y="5786438"/>
          <p14:tracePt t="109785" x="2212975" y="5786438"/>
          <p14:tracePt t="109795" x="2206625" y="5786438"/>
          <p14:tracePt t="109800" x="2193925" y="5786438"/>
          <p14:tracePt t="109808" x="2187575" y="5786438"/>
          <p14:tracePt t="109825" x="2174875" y="5786438"/>
          <p14:tracePt t="109840" x="2163763" y="5786438"/>
          <p14:tracePt t="109848" x="2151063" y="5786438"/>
          <p14:tracePt t="109858" x="2144713" y="5786438"/>
          <p14:tracePt t="109865" x="2138363" y="5786438"/>
          <p14:tracePt t="109878" x="2132013" y="5786438"/>
          <p14:tracePt t="109912" x="2125663" y="5786438"/>
          <p14:tracePt t="110026" x="2144713" y="5786438"/>
          <p14:tracePt t="110036" x="2157413" y="5786438"/>
          <p14:tracePt t="110047" x="2181225" y="5773738"/>
          <p14:tracePt t="110064" x="2311400" y="5767388"/>
          <p14:tracePt t="110070" x="2373313" y="5767388"/>
          <p14:tracePt t="110079" x="2441575" y="5754688"/>
          <p14:tracePt t="110096" x="2516188" y="5754688"/>
          <p14:tracePt t="110111" x="2622550" y="5754688"/>
          <p14:tracePt t="110130" x="2752725" y="5754688"/>
          <p14:tracePt t="110154" x="3006725" y="5773738"/>
          <p14:tracePt t="110163" x="3111500" y="5786438"/>
          <p14:tracePt t="110170" x="3198813" y="5799138"/>
          <p14:tracePt t="110177" x="3278188" y="5810250"/>
          <p14:tracePt t="110186" x="3346450" y="5822950"/>
          <p14:tracePt t="110203" x="3427413" y="5829300"/>
          <p14:tracePt t="110211" x="3465513" y="5829300"/>
          <p14:tracePt t="110218" x="3489325" y="5829300"/>
          <p14:tracePt t="110235" x="3544888" y="5829300"/>
          <p14:tracePt t="110245" x="3570288" y="5829300"/>
          <p14:tracePt t="110263" x="3619500" y="5816600"/>
          <p14:tracePt t="110284" x="3644900" y="5816600"/>
          <p14:tracePt t="110314" x="3651250" y="5816600"/>
          <p14:tracePt t="110337" x="3657600" y="5816600"/>
          <p14:tracePt t="110345" x="3681413" y="5822950"/>
          <p14:tracePt t="110362" x="3725863" y="5842000"/>
          <p14:tracePt t="110378" x="3798888" y="5861050"/>
          <p14:tracePt t="110395" x="3879850" y="5878513"/>
          <p14:tracePt t="110403" x="3917950" y="5878513"/>
          <p14:tracePt t="110410" x="3954463" y="5884863"/>
          <p14:tracePt t="110417" x="4010025" y="5897563"/>
          <p14:tracePt t="110426" x="4078288" y="5922963"/>
          <p14:tracePt t="110430" x="4116388" y="5929313"/>
          <p14:tracePt t="110441" x="4189413" y="5940425"/>
          <p14:tracePt t="110448" x="4257675" y="5953125"/>
          <p14:tracePt t="110460" x="4283075" y="5965825"/>
          <p14:tracePt t="110465" x="4319588" y="5972175"/>
          <p14:tracePt t="110469" x="4357688" y="5984875"/>
          <p14:tracePt t="110482" x="4387850" y="5991225"/>
          <p14:tracePt t="110495" x="4443413" y="6021388"/>
          <p14:tracePt t="110511" x="4487863" y="6034088"/>
          <p14:tracePt t="110528" x="4500563" y="6046788"/>
          <p14:tracePt t="110547" x="4506913" y="6046788"/>
          <p14:tracePt t="110562" x="4530725" y="6040438"/>
          <p14:tracePt t="110585" x="4568825" y="6002338"/>
          <p14:tracePt t="110595" x="4598988" y="5972175"/>
          <p14:tracePt t="110604" x="4641850" y="5953125"/>
          <p14:tracePt t="110612" x="4667250" y="5922963"/>
          <p14:tracePt t="110628" x="4729163" y="5867400"/>
          <p14:tracePt t="110632" x="4760913" y="5835650"/>
          <p14:tracePt t="110644" x="4767263" y="5816600"/>
          <p14:tracePt t="110648" x="4767263" y="5792788"/>
          <p14:tracePt t="110662" x="4767263" y="5737225"/>
          <p14:tracePt t="110675" x="4767263" y="5711825"/>
          <p14:tracePt t="110682" x="4767263" y="5675313"/>
          <p14:tracePt t="110688" x="4767263" y="5668963"/>
          <p14:tracePt t="110697" x="4767263" y="5662613"/>
          <p14:tracePt t="110706" x="4767263" y="5656263"/>
          <p14:tracePt t="110713" x="4767263" y="5649913"/>
          <p14:tracePt t="110736" x="4772025" y="5637213"/>
          <p14:tracePt t="110746" x="4791075" y="5637213"/>
          <p14:tracePt t="110754" x="4840288" y="5643563"/>
          <p14:tracePt t="110761" x="4865688" y="5662613"/>
          <p14:tracePt t="110779" x="5008563" y="5743575"/>
          <p14:tracePt t="110783" x="5070475" y="5780088"/>
          <p14:tracePt t="110792" x="5156200" y="5829300"/>
          <p14:tracePt t="110803" x="5249863" y="5884863"/>
          <p14:tracePt t="110811" x="5367338" y="5935663"/>
          <p14:tracePt t="110817" x="5491163" y="6002338"/>
          <p14:tracePt t="110826" x="5627688" y="6059488"/>
          <p14:tracePt t="110835" x="5715000" y="6096000"/>
          <p14:tracePt t="110844" x="5789613" y="6132513"/>
          <p14:tracePt t="110856" x="5894388" y="6170613"/>
          <p14:tracePt t="110871" x="5962650" y="6183313"/>
          <p14:tracePt t="110884" x="5969000" y="6183313"/>
          <p14:tracePt t="110924" x="5969000" y="6164263"/>
          <p14:tracePt t="110931" x="5969000" y="6151563"/>
          <p14:tracePt t="110947" x="5969000" y="6089650"/>
          <p14:tracePt t="110961" x="5969000" y="6034088"/>
          <p14:tracePt t="110980" x="5962650" y="6002338"/>
          <p14:tracePt t="110984" x="5956300" y="5997575"/>
          <p14:tracePt t="111073" x="5962650" y="5997575"/>
          <p14:tracePt t="111087" x="5975350" y="5997575"/>
          <p14:tracePt t="111095" x="5981700" y="5984875"/>
          <p14:tracePt t="111106" x="5994400" y="5984875"/>
          <p14:tracePt t="111162" x="5988050" y="5984875"/>
          <p14:tracePt t="111177" x="5981700" y="5984875"/>
          <p14:tracePt t="111187" x="5981700" y="5991225"/>
          <p14:tracePt t="111199" x="5994400" y="5997575"/>
          <p14:tracePt t="111211" x="5999163" y="5997575"/>
          <p14:tracePt t="111215" x="6005513" y="5997575"/>
          <p14:tracePt t="111228" x="6018213" y="5997575"/>
          <p14:tracePt t="111248" x="6018213" y="6002338"/>
          <p14:tracePt t="111260" x="6011863" y="6008688"/>
          <p14:tracePt t="111264" x="6005513" y="6008688"/>
          <p14:tracePt t="111279" x="5999163" y="6015038"/>
          <p14:tracePt t="111295" x="5994400" y="6021388"/>
          <p14:tracePt t="111311" x="5988050" y="6021388"/>
          <p14:tracePt t="111347" x="5981700" y="6027738"/>
          <p14:tracePt t="111360" x="5962650" y="6040438"/>
          <p14:tracePt t="111371" x="5949950" y="6070600"/>
          <p14:tracePt t="111378" x="5937250" y="6089650"/>
          <p14:tracePt t="111396" x="5926138" y="6115050"/>
          <p14:tracePt t="111402" x="5926138" y="6127750"/>
          <p14:tracePt t="111411" x="5913438" y="6145213"/>
          <p14:tracePt t="111416" x="5913438" y="6170613"/>
          <p14:tracePt t="111432" x="5907088" y="6226175"/>
          <p14:tracePt t="111439" x="5907088" y="6238875"/>
          <p14:tracePt t="111450" x="5907088" y="6256338"/>
          <p14:tracePt t="111462" x="5907088" y="6281738"/>
          <p14:tracePt t="111466" x="5907088" y="6288088"/>
          <p14:tracePt t="111480" x="5907088" y="6300788"/>
          <p14:tracePt t="111495" x="5907088" y="6307138"/>
          <p14:tracePt t="111530" x="5907088" y="6294438"/>
          <p14:tracePt t="111541" x="5907088" y="6256338"/>
          <p14:tracePt t="111549" x="5907088" y="6232525"/>
          <p14:tracePt t="111562" x="5888038" y="6189663"/>
          <p14:tracePt t="111577" x="5875338" y="6164263"/>
          <p14:tracePt t="111597" x="5868988" y="6157913"/>
          <p14:tracePt t="111711" x="5864225" y="6164263"/>
          <p14:tracePt t="111721" x="5864225" y="6170613"/>
          <p14:tracePt t="111727" x="5864225" y="6176963"/>
          <p14:tracePt t="111742" x="5857875" y="6183313"/>
          <p14:tracePt t="111757" x="5857875" y="6194425"/>
          <p14:tracePt t="111861" x="5851525" y="6194425"/>
          <p14:tracePt t="111875" x="5832475" y="6200775"/>
          <p14:tracePt t="111893" x="5813425" y="6213475"/>
          <p14:tracePt t="111900" x="5802313" y="6219825"/>
          <p14:tracePt t="111909" x="5789613" y="6238875"/>
          <p14:tracePt t="111925" x="5745163" y="6262688"/>
          <p14:tracePt t="111936" x="5695950" y="6300788"/>
          <p14:tracePt t="111945" x="5672138" y="6330950"/>
          <p14:tracePt t="111952" x="5627688" y="6350000"/>
          <p14:tracePt t="111961" x="5603875" y="6369050"/>
          <p14:tracePt t="111979" x="5535613" y="6405563"/>
          <p14:tracePt t="111984" x="5516563" y="6418263"/>
          <p14:tracePt t="111995" x="5497513" y="6424613"/>
          <p14:tracePt t="112011" x="5480050" y="6430963"/>
          <p14:tracePt t="112023" x="5441950" y="6443663"/>
          <p14:tracePt t="112028" x="5386388" y="6448425"/>
          <p14:tracePt t="112035" x="5318125" y="6461125"/>
          <p14:tracePt t="112052" x="5162550" y="6461125"/>
          <p14:tracePt t="112056" x="5021263" y="6461125"/>
          <p14:tracePt t="112065" x="4852988" y="6454775"/>
          <p14:tracePt t="112071" x="4703763" y="6443663"/>
          <p14:tracePt t="112083" x="4549775" y="6399213"/>
          <p14:tracePt t="112097" x="4276725" y="6307138"/>
          <p14:tracePt t="112113" x="4159250" y="6238875"/>
          <p14:tracePt t="112135" x="4116388" y="6194425"/>
          <p14:tracePt t="112155" x="4116388" y="6183313"/>
          <p14:tracePt t="112162" x="4116388" y="6176963"/>
          <p14:tracePt t="112179" x="4116388" y="6157913"/>
          <p14:tracePt t="112183" x="4133850" y="6157913"/>
          <p14:tracePt t="112197" x="4140200" y="6151563"/>
          <p14:tracePt t="112201" x="4152900" y="6151563"/>
          <p14:tracePt t="112211" x="4159250" y="6151563"/>
          <p14:tracePt t="112217" x="4171950" y="6151563"/>
          <p14:tracePt t="112235" x="4183063" y="6151563"/>
          <p14:tracePt t="112245" x="4189413" y="6151563"/>
          <p14:tracePt t="112263" x="4202113" y="6145213"/>
          <p14:tracePt t="112278" x="4227513" y="6132513"/>
          <p14:tracePt t="112298" x="4240213" y="6115050"/>
          <p14:tracePt t="112318" x="4251325" y="6102350"/>
          <p14:tracePt t="112322" x="4270375" y="6096000"/>
          <p14:tracePt t="112329" x="4289425" y="6083300"/>
          <p14:tracePt t="112340" x="4295775" y="6076950"/>
          <p14:tracePt t="112355" x="4308475" y="6064250"/>
          <p14:tracePt t="112364" x="4344988" y="6046788"/>
          <p14:tracePt t="112369" x="4351338" y="6040438"/>
          <p14:tracePt t="112375" x="4357688" y="6034088"/>
          <p14:tracePt t="112387" x="4364038" y="6027738"/>
          <p14:tracePt t="112397" x="4370388" y="6015038"/>
          <p14:tracePt t="112412" x="4381500" y="6008688"/>
          <p14:tracePt t="112531" x="4387850" y="6008688"/>
          <p14:tracePt t="112544" x="4394200" y="6027738"/>
          <p14:tracePt t="112555" x="4394200" y="6053138"/>
          <p14:tracePt t="112569" x="4394200" y="6059488"/>
          <p14:tracePt t="112573" x="4394200" y="6064250"/>
          <p14:tracePt t="112580" x="4394200" y="6076950"/>
          <p14:tracePt t="112600" x="4394200" y="6083300"/>
          <p14:tracePt t="112633" x="4394200" y="6053138"/>
          <p14:tracePt t="112642" x="4394200" y="6027738"/>
          <p14:tracePt t="112650" x="4394200" y="6002338"/>
          <p14:tracePt t="112663" x="4394200" y="5978525"/>
          <p14:tracePt t="112691" x="4394200" y="5953125"/>
          <p14:tracePt t="112699" x="4394200" y="5946775"/>
          <p14:tracePt t="112711" x="4400550" y="5940425"/>
          <p14:tracePt t="112729" x="4400550" y="5935663"/>
          <p14:tracePt t="113050" x="4400550" y="5903913"/>
          <p14:tracePt t="113061" x="4400550" y="5884863"/>
          <p14:tracePt t="113075" x="4400550" y="5861050"/>
          <p14:tracePt t="113088" x="4400550" y="5854700"/>
          <p14:tracePt t="113108" x="4406900" y="5854700"/>
          <p14:tracePt t="113162" x="4406900" y="5867400"/>
          <p14:tracePt t="113174" x="4406900" y="5891213"/>
          <p14:tracePt t="113181" x="4406900" y="5916613"/>
          <p14:tracePt t="113188" x="4406900" y="5940425"/>
          <p14:tracePt t="113198" x="4419600" y="6046788"/>
          <p14:tracePt t="113211" x="4432300" y="6096000"/>
          <p14:tracePt t="113216" x="4432300" y="6151563"/>
          <p14:tracePt t="113235" x="4438650" y="6200775"/>
          <p14:tracePt t="113245" x="4443413" y="6213475"/>
          <p14:tracePt t="113252" x="4449763" y="6219825"/>
          <p14:tracePt t="113262" x="4449763" y="6226175"/>
          <p14:tracePt t="113283" x="4456113" y="6219825"/>
          <p14:tracePt t="113291" x="4456113" y="6200775"/>
          <p14:tracePt t="113304" x="4456113" y="6189663"/>
          <p14:tracePt t="113315" x="4456113" y="6164263"/>
          <p14:tracePt t="113329" x="4456113" y="6138863"/>
          <p14:tracePt t="113334" x="4456113" y="6127750"/>
          <p14:tracePt t="113352" x="4456113" y="6121400"/>
          <p14:tracePt t="113378" x="4456113" y="6115050"/>
          <p14:tracePt t="113689" x="4449763" y="6127750"/>
          <p14:tracePt t="113708" x="4419600" y="6164263"/>
          <p14:tracePt t="113716" x="4376738" y="6207125"/>
          <p14:tracePt t="113727" x="4357688" y="6232525"/>
          <p14:tracePt t="113742" x="4313238" y="6262688"/>
          <p14:tracePt t="113748" x="4302125" y="6269038"/>
          <p14:tracePt t="113752" x="4295775" y="6269038"/>
          <p14:tracePt t="113764" x="4289425" y="6269038"/>
          <p14:tracePt t="113778" x="4276725" y="6269038"/>
          <p14:tracePt t="113797" x="4251325" y="6226175"/>
          <p14:tracePt t="113816" x="4202113" y="6102350"/>
          <p14:tracePt t="113823" x="4202113" y="6089650"/>
          <p14:tracePt t="113834" x="4189413" y="6070600"/>
          <p14:tracePt t="113851" x="4178300" y="6059488"/>
          <p14:tracePt t="113856" x="4178300" y="6046788"/>
          <p14:tracePt t="113862" x="4171950" y="6046788"/>
          <p14:tracePt t="113888" x="4165600" y="6046788"/>
          <p14:tracePt t="113905" x="4152900" y="6053138"/>
          <p14:tracePt t="113919" x="4146550" y="6059488"/>
          <p14:tracePt t="113929" x="4146550" y="6064250"/>
          <p14:tracePt t="113947" x="4140200" y="6083300"/>
          <p14:tracePt t="113962" x="4133850" y="6121400"/>
          <p14:tracePt t="113979" x="4110038" y="6157913"/>
          <p14:tracePt t="113988" x="4097338" y="6170613"/>
          <p14:tracePt t="113995" x="4078288" y="6189663"/>
          <p14:tracePt t="114005" x="4065588" y="6189663"/>
          <p14:tracePt t="114012" x="4010025" y="6219825"/>
          <p14:tracePt t="114018" x="3986213" y="6238875"/>
          <p14:tracePt t="114022" x="3941763" y="6269038"/>
          <p14:tracePt t="114035" x="3898900" y="6313488"/>
          <p14:tracePt t="114045" x="3830638" y="6405563"/>
          <p14:tracePt t="114066" x="3619500" y="6697663"/>
          <p14:tracePt t="114080" x="3527425" y="6802438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9AFB351-1CC5-473A-A1A6-C0E3ACB05C0D}"/>
              </a:ext>
            </a:extLst>
          </p:cNvPr>
          <p:cNvSpPr txBox="1">
            <a:spLocks/>
          </p:cNvSpPr>
          <p:nvPr/>
        </p:nvSpPr>
        <p:spPr>
          <a:xfrm>
            <a:off x="334955" y="2697576"/>
            <a:ext cx="11344835" cy="381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Method 1-The Method of Indeterminate Derivatives: </a:t>
            </a:r>
            <a:endParaRPr kumimoji="0" lang="fa-IR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Microsoft Uighur" panose="02000000000000000000" pitchFamily="2" charset="-78"/>
              </a:rPr>
              <a:t>Characteristics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Microsoft Uighur" panose="02000000000000000000" pitchFamily="2" charset="-78"/>
              </a:rPr>
              <a:t>(lines across which there may be a discontinuity in the velocity derivatives or which there is not a unique solution for the velocity derivative)</a:t>
            </a:r>
            <a:endParaRPr lang="en-US" sz="1600" dirty="0">
              <a:solidFill>
                <a:sysClr val="windowText" lastClr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02A715-8B68-40C5-BA8F-D37C2093E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305" y="3364994"/>
            <a:ext cx="2967685" cy="1658614"/>
          </a:xfrm>
          <a:prstGeom prst="rect">
            <a:avLst/>
          </a:prstGeom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88899570-403D-49FB-8EB9-55F128C38990}"/>
              </a:ext>
            </a:extLst>
          </p:cNvPr>
          <p:cNvSpPr/>
          <p:nvPr/>
        </p:nvSpPr>
        <p:spPr>
          <a:xfrm>
            <a:off x="8872645" y="3696831"/>
            <a:ext cx="107944" cy="13267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CC2321-493B-4BB3-8C49-58C1AB7555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049"/>
          <a:stretch/>
        </p:blipFill>
        <p:spPr>
          <a:xfrm>
            <a:off x="6010018" y="5427193"/>
            <a:ext cx="2834886" cy="106139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92F7278-AD70-44A3-B920-A49892A52E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4353"/>
          <a:stretch/>
        </p:blipFill>
        <p:spPr>
          <a:xfrm>
            <a:off x="8844904" y="5355445"/>
            <a:ext cx="2834886" cy="11549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63F2D1-EB47-4B89-83BC-6F362142ACE9}"/>
              </a:ext>
            </a:extLst>
          </p:cNvPr>
          <p:cNvSpPr txBox="1"/>
          <p:nvPr/>
        </p:nvSpPr>
        <p:spPr>
          <a:xfrm>
            <a:off x="329202" y="3913922"/>
            <a:ext cx="81277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marR="0" lvl="0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romanU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Equation for two-dimensional isentropic, irrotational steady flow of a perfect gas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400050" marR="0" lvl="0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romanU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The derivatives</a:t>
            </a:r>
            <a:r>
              <a:rPr kumimoji="0" lang="fa-IR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of the velocity components for this isentropic flow.</a:t>
            </a:r>
            <a:endParaRPr lang="en-US" sz="1600" dirty="0"/>
          </a:p>
          <a:p>
            <a:pPr marL="400050" marR="0" lvl="0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romanU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00050" marR="0" lvl="0" indent="-4000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+mj-lt"/>
              <a:buAutoNum type="romanUcPeriod"/>
              <a:tabLst/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BBDBE5-DADF-4E10-BA3D-41AEE6E2B946}"/>
              </a:ext>
            </a:extLst>
          </p:cNvPr>
          <p:cNvSpPr txBox="1"/>
          <p:nvPr/>
        </p:nvSpPr>
        <p:spPr>
          <a:xfrm>
            <a:off x="329202" y="5036100"/>
            <a:ext cx="9699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property 2 by using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Cramer's rule,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characteristics at each point in the flow</a:t>
            </a:r>
            <a:r>
              <a:rPr kumimoji="0" lang="fa-IR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0E4777-CF43-4BB2-9130-840821CE05EF}"/>
              </a:ext>
            </a:extLst>
          </p:cNvPr>
          <p:cNvSpPr txBox="1"/>
          <p:nvPr/>
        </p:nvSpPr>
        <p:spPr>
          <a:xfrm>
            <a:off x="467046" y="1010088"/>
            <a:ext cx="10989508" cy="1363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Three methods available for determining both the slopes of the characteristics and the compatibility equations: </a:t>
            </a:r>
            <a:endParaRPr kumimoji="0" lang="fa-I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9E39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The Method of Indeterminate Derivatives (based on Property 2)</a:t>
            </a:r>
            <a:endParaRPr kumimoji="0" lang="fa-IR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9E39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The Method of Linear Combination (based on Property 3)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9E39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The Eigen analysis (based on both Properties 2 and 3)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9F25FE5A-FE2A-4111-92A5-87C3AE4C2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55" y="443187"/>
            <a:ext cx="3294530" cy="369332"/>
          </a:xfr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ctr"/>
            <a:r>
              <a:rPr lang="en-US" sz="1800" b="1" i="0" u="none" strike="noStrike" baseline="0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Theory of characteristics: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2102C7-ECC2-4D7F-A539-3119D5AC3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10" y="5735806"/>
            <a:ext cx="3894157" cy="548688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2220E6D2-7BF8-46CB-9F6D-E4091AAA0FC7}"/>
              </a:ext>
            </a:extLst>
          </p:cNvPr>
          <p:cNvSpPr/>
          <p:nvPr/>
        </p:nvSpPr>
        <p:spPr>
          <a:xfrm>
            <a:off x="4859141" y="5864506"/>
            <a:ext cx="1102659" cy="165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873938-BD19-4D1F-AB77-B5DD4011F4A2}"/>
              </a:ext>
            </a:extLst>
          </p:cNvPr>
          <p:cNvSpPr txBox="1"/>
          <p:nvPr/>
        </p:nvSpPr>
        <p:spPr>
          <a:xfrm>
            <a:off x="4504102" y="5597306"/>
            <a:ext cx="1726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Replacing C1,C2 and C3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443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7381"/>
    </mc:Choice>
    <mc:Fallback xmlns="">
      <p:transition spd="slow" advTm="257381"/>
    </mc:Fallback>
  </mc:AlternateContent>
  <p:extLst>
    <p:ext uri="{3A86A75C-4F4B-4683-9AE1-C65F6400EC91}">
      <p14:laserTraceLst xmlns:p14="http://schemas.microsoft.com/office/powerpoint/2010/main">
        <p14:tracePtLst>
          <p14:tracePt t="1798" x="6161088" y="149225"/>
          <p14:tracePt t="1812" x="6056313" y="185738"/>
          <p14:tracePt t="1828" x="5802313" y="279400"/>
          <p14:tracePt t="1838" x="5665788" y="322263"/>
          <p14:tracePt t="1850" x="5473700" y="365125"/>
          <p14:tracePt t="1864" x="5132388" y="452438"/>
          <p14:tracePt t="1868" x="4902200" y="501650"/>
          <p14:tracePt t="1877" x="4283075" y="612775"/>
          <p14:tracePt t="1884" x="3954463" y="668338"/>
          <p14:tracePt t="1903" x="3668713" y="706438"/>
          <p14:tracePt t="1919" x="2776538" y="817563"/>
          <p14:tracePt t="1942" x="2262188" y="830263"/>
          <p14:tracePt t="1950" x="2057400" y="830263"/>
          <p14:tracePt t="1954" x="1890713" y="830263"/>
          <p14:tracePt t="1967" x="1728788" y="830263"/>
          <p14:tracePt t="1975" x="1581150" y="830263"/>
          <p14:tracePt t="1984" x="1431925" y="830263"/>
          <p14:tracePt t="1990" x="1246188" y="811213"/>
          <p14:tracePt t="2000" x="1158875" y="787400"/>
          <p14:tracePt t="2010" x="1128713" y="768350"/>
          <p14:tracePt t="2018" x="1122363" y="762000"/>
          <p14:tracePt t="2036" x="1116013" y="762000"/>
          <p14:tracePt t="2052" x="1116013" y="755650"/>
          <p14:tracePt t="2073" x="1128713" y="725488"/>
          <p14:tracePt t="2079" x="1135063" y="719138"/>
          <p14:tracePt t="2091" x="1139825" y="719138"/>
          <p14:tracePt t="2103" x="1165225" y="719138"/>
          <p14:tracePt t="2120" x="1265238" y="719138"/>
          <p14:tracePt t="2137" x="1331913" y="725488"/>
          <p14:tracePt t="2154" x="1543050" y="755650"/>
          <p14:tracePt t="2164" x="1660525" y="787400"/>
          <p14:tracePt t="2177" x="1779588" y="798513"/>
          <p14:tracePt t="2185" x="2051050" y="855663"/>
          <p14:tracePt t="2203" x="2317750" y="904875"/>
          <p14:tracePt t="2218" x="2571750" y="960438"/>
          <p14:tracePt t="2237" x="2757488" y="996950"/>
          <p14:tracePt t="2243" x="2825750" y="1009650"/>
          <p14:tracePt t="2252" x="2857500" y="1009650"/>
          <p14:tracePt t="2261" x="2863850" y="1009650"/>
          <p14:tracePt t="2377" x="2863850" y="1016000"/>
          <p14:tracePt t="2392" x="2863850" y="1022350"/>
          <p14:tracePt t="2399" x="2863850" y="1028700"/>
          <p14:tracePt t="2404" x="2851150" y="1035050"/>
          <p14:tracePt t="2413" x="2844800" y="1052513"/>
          <p14:tracePt t="2424" x="2838450" y="1058863"/>
          <p14:tracePt t="2438" x="2838450" y="1065213"/>
          <p14:tracePt t="2446" x="2832100" y="1071563"/>
          <p14:tracePt t="2455" x="2832100" y="1077913"/>
          <p14:tracePt t="2468" x="2825750" y="1103313"/>
          <p14:tracePt t="2488" x="2825750" y="1133475"/>
          <p14:tracePt t="2505" x="2825750" y="1165225"/>
          <p14:tracePt t="2517" x="2825750" y="1182688"/>
          <p14:tracePt t="2522" x="2825750" y="1195388"/>
          <p14:tracePt t="2534" x="2814638" y="1214438"/>
          <p14:tracePt t="2546" x="2808288" y="1238250"/>
          <p14:tracePt t="2553" x="2801938" y="1244600"/>
          <p14:tracePt t="2571" x="2795588" y="1244600"/>
          <p14:tracePt t="2808" x="2795588" y="1233488"/>
          <p14:tracePt t="2824" x="2795588" y="1227138"/>
          <p14:tracePt t="2841" x="2795588" y="1220788"/>
          <p14:tracePt t="2899" x="2795588" y="1214438"/>
          <p14:tracePt t="2912" x="2814638" y="1208088"/>
          <p14:tracePt t="2924" x="2832100" y="1189038"/>
          <p14:tracePt t="2937" x="2838450" y="1182688"/>
          <p14:tracePt t="2941" x="2851150" y="1176338"/>
          <p14:tracePt t="2954" x="2882900" y="1158875"/>
          <p14:tracePt t="2965" x="2906713" y="1158875"/>
          <p14:tracePt t="2970" x="2944813" y="1158875"/>
          <p14:tracePt t="2979" x="2951163" y="1158875"/>
          <p14:tracePt t="2989" x="2981325" y="1158875"/>
          <p14:tracePt t="3005" x="3036888" y="1171575"/>
          <p14:tracePt t="3008" x="3055938" y="1182688"/>
          <p14:tracePt t="3018" x="3062288" y="1182688"/>
          <p14:tracePt t="3023" x="3079750" y="1189038"/>
          <p14:tracePt t="3036" x="3086100" y="1195388"/>
          <p14:tracePt t="3040" x="3092450" y="1201738"/>
          <p14:tracePt t="3056" x="3098800" y="1201738"/>
          <p14:tracePt t="3068" x="3098800" y="1208088"/>
          <p14:tracePt t="3181" x="3098800" y="1220788"/>
          <p14:tracePt t="3211" x="3098800" y="1227138"/>
          <p14:tracePt t="3233" x="3105150" y="1238250"/>
          <p14:tracePt t="3241" x="3111500" y="1238250"/>
          <p14:tracePt t="3253" x="3111500" y="1244600"/>
          <p14:tracePt t="3267" x="3117850" y="1250950"/>
          <p14:tracePt t="3277" x="3130550" y="1257300"/>
          <p14:tracePt t="3284" x="3130550" y="1270000"/>
          <p14:tracePt t="3300" x="3136900" y="1270000"/>
          <p14:tracePt t="3307" x="3143250" y="1276350"/>
          <p14:tracePt t="3317" x="3143250" y="1282700"/>
          <p14:tracePt t="3344" x="3148013" y="1282700"/>
          <p14:tracePt t="3351" x="3148013" y="1289050"/>
          <p14:tracePt t="3360" x="3160713" y="1289050"/>
          <p14:tracePt t="3370" x="3179763" y="1295400"/>
          <p14:tracePt t="3376" x="3198813" y="1295400"/>
          <p14:tracePt t="3385" x="3209925" y="1306513"/>
          <p14:tracePt t="3401" x="3241675" y="1306513"/>
          <p14:tracePt t="3412" x="3303588" y="1312863"/>
          <p14:tracePt t="3429" x="3390900" y="1312863"/>
          <p14:tracePt t="3440" x="3452813" y="1312863"/>
          <p14:tracePt t="3455" x="3489325" y="1312863"/>
          <p14:tracePt t="3460" x="3521075" y="1312863"/>
          <p14:tracePt t="3468" x="3544888" y="1312863"/>
          <p14:tracePt t="3492" x="3563938" y="1312863"/>
          <p14:tracePt t="3501" x="3570288" y="1312863"/>
          <p14:tracePt t="3559" x="3576638" y="1312863"/>
          <p14:tracePt t="3636" x="3576638" y="1301750"/>
          <p14:tracePt t="3649" x="3595688" y="1276350"/>
          <p14:tracePt t="3666" x="3595688" y="1270000"/>
          <p14:tracePt t="3676" x="3600450" y="1250950"/>
          <p14:tracePt t="3694" x="3606800" y="1244600"/>
          <p14:tracePt t="3703" x="3606800" y="1238250"/>
          <p14:tracePt t="3803" x="3613150" y="1238250"/>
          <p14:tracePt t="3816" x="3625850" y="1238250"/>
          <p14:tracePt t="3824" x="3632200" y="1238250"/>
          <p14:tracePt t="3836" x="3638550" y="1238250"/>
          <p14:tracePt t="3845" x="3644900" y="1238250"/>
          <p14:tracePt t="3864" x="3700463" y="1227138"/>
          <p14:tracePt t="3872" x="3719513" y="1227138"/>
          <p14:tracePt t="3880" x="3743325" y="1220788"/>
          <p14:tracePt t="3890" x="3775075" y="1220788"/>
          <p14:tracePt t="3905" x="3787775" y="1220788"/>
          <p14:tracePt t="3920" x="3892550" y="1220788"/>
          <p14:tracePt t="3936" x="3954463" y="1220788"/>
          <p14:tracePt t="3953" x="4029075" y="1208088"/>
          <p14:tracePt t="3971" x="4103688" y="1208088"/>
          <p14:tracePt t="3994" x="4257675" y="1208088"/>
          <p14:tracePt t="3999" x="4308475" y="1208088"/>
          <p14:tracePt t="4010" x="4344988" y="1208088"/>
          <p14:tracePt t="4018" x="4381500" y="1208088"/>
          <p14:tracePt t="4037" x="4413250" y="1208088"/>
          <p14:tracePt t="4040" x="4419600" y="1208088"/>
          <p14:tracePt t="4054" x="4425950" y="1208088"/>
          <p14:tracePt t="4058" x="4432300" y="1208088"/>
          <p14:tracePt t="4070" x="4443413" y="1201738"/>
          <p14:tracePt t="4087" x="4449763" y="1201738"/>
          <p14:tracePt t="4278" x="4449763" y="1208088"/>
          <p14:tracePt t="4357" x="4438650" y="1220788"/>
          <p14:tracePt t="4507" x="4438650" y="1227138"/>
          <p14:tracePt t="4526" x="4449763" y="1233488"/>
          <p14:tracePt t="4549" x="4475163" y="1238250"/>
          <p14:tracePt t="4553" x="4500563" y="1238250"/>
          <p14:tracePt t="4566" x="4543425" y="1238250"/>
          <p14:tracePt t="4578" x="4592638" y="1238250"/>
          <p14:tracePt t="4584" x="4618038" y="1238250"/>
          <p14:tracePt t="4595" x="4654550" y="1238250"/>
          <p14:tracePt t="4601" x="4692650" y="1238250"/>
          <p14:tracePt t="4611" x="4741863" y="1238250"/>
          <p14:tracePt t="4619" x="4767263" y="1238250"/>
          <p14:tracePt t="4623" x="4797425" y="1238250"/>
          <p14:tracePt t="4637" x="4810125" y="1238250"/>
          <p14:tracePt t="4641" x="4829175" y="1238250"/>
          <p14:tracePt t="4647" x="4840288" y="1238250"/>
          <p14:tracePt t="4658" x="4872038" y="1238250"/>
          <p14:tracePt t="4667" x="4895850" y="1238250"/>
          <p14:tracePt t="4674" x="4921250" y="1238250"/>
          <p14:tracePt t="4683" x="4946650" y="1238250"/>
          <p14:tracePt t="4694" x="4964113" y="1238250"/>
          <p14:tracePt t="4701" x="4983163" y="1238250"/>
          <p14:tracePt t="4717" x="5021263" y="1238250"/>
          <p14:tracePt t="4727" x="5057775" y="1238250"/>
          <p14:tracePt t="4737" x="5070475" y="1238250"/>
          <p14:tracePt t="4753" x="5094288" y="1238250"/>
          <p14:tracePt t="4769" x="5100638" y="1238250"/>
          <p14:tracePt t="4786" x="5113338" y="1238250"/>
          <p14:tracePt t="4796" x="5119688" y="1238250"/>
          <p14:tracePt t="4808" x="5138738" y="1238250"/>
          <p14:tracePt t="4819" x="5145088" y="1238250"/>
          <p14:tracePt t="4823" x="5156200" y="1238250"/>
          <p14:tracePt t="4836" x="5175250" y="1244600"/>
          <p14:tracePt t="4840" x="5213350" y="1244600"/>
          <p14:tracePt t="4853" x="5237163" y="1257300"/>
          <p14:tracePt t="4859" x="5268913" y="1263650"/>
          <p14:tracePt t="4871" x="5318125" y="1263650"/>
          <p14:tracePt t="4881" x="5337175" y="1276350"/>
          <p14:tracePt t="4888" x="5360988" y="1276350"/>
          <p14:tracePt t="4899" x="5367338" y="1276350"/>
          <p14:tracePt t="4909" x="5386388" y="1282700"/>
          <p14:tracePt t="4911" x="5392738" y="1282700"/>
          <p14:tracePt t="4926" x="5399088" y="1289050"/>
          <p14:tracePt t="4994" x="5405438" y="1295400"/>
          <p14:tracePt t="5013" x="5411788" y="1295400"/>
          <p14:tracePt t="5027" x="5422900" y="1295400"/>
          <p14:tracePt t="5138" x="5422900" y="1301750"/>
          <p14:tracePt t="5410" x="5429250" y="1301750"/>
          <p14:tracePt t="5426" x="5435600" y="1306513"/>
          <p14:tracePt t="5437" x="5467350" y="1306513"/>
          <p14:tracePt t="5451" x="5497513" y="1306513"/>
          <p14:tracePt t="5463" x="5510213" y="1306513"/>
          <p14:tracePt t="5467" x="5565775" y="1306513"/>
          <p14:tracePt t="5487" x="5672138" y="1270000"/>
          <p14:tracePt t="5501" x="5745163" y="1257300"/>
          <p14:tracePt t="5513" x="5864225" y="1238250"/>
          <p14:tracePt t="5525" x="5919788" y="1227138"/>
          <p14:tracePt t="5538" x="5949950" y="1227138"/>
          <p14:tracePt t="5555" x="5969000" y="1227138"/>
          <p14:tracePt t="5571" x="5975350" y="1227138"/>
          <p14:tracePt t="5581" x="5981700" y="1227138"/>
          <p14:tracePt t="5592" x="5994400" y="1227138"/>
          <p14:tracePt t="5608" x="5999163" y="1227138"/>
          <p14:tracePt t="5617" x="6018213" y="1227138"/>
          <p14:tracePt t="5630" x="6024563" y="1227138"/>
          <p14:tracePt t="5734" x="6024563" y="1220788"/>
          <p14:tracePt t="5760" x="6024563" y="1214438"/>
          <p14:tracePt t="7354" x="5975350" y="1227138"/>
          <p14:tracePt t="7368" x="5789613" y="1276350"/>
          <p14:tracePt t="7387" x="5324475" y="1412875"/>
          <p14:tracePt t="7403" x="4729163" y="1536700"/>
          <p14:tracePt t="7408" x="4308475" y="1604963"/>
          <p14:tracePt t="7417" x="3892550" y="1641475"/>
          <p14:tracePt t="7434" x="3476625" y="1666875"/>
          <p14:tracePt t="7443" x="2590800" y="1703388"/>
          <p14:tracePt t="7448" x="2108200" y="1752600"/>
          <p14:tracePt t="7457" x="1028700" y="1771650"/>
          <p14:tracePt t="7470" x="422275" y="1771650"/>
          <p14:tracePt t="8135" x="11572875" y="211138"/>
          <p14:tracePt t="8152" x="11342688" y="358775"/>
          <p14:tracePt t="8163" x="11120438" y="465138"/>
          <p14:tracePt t="8175" x="11033125" y="501650"/>
          <p14:tracePt t="8190" x="10821988" y="582613"/>
          <p14:tracePt t="8207" x="10617200" y="631825"/>
          <p14:tracePt t="8212" x="10493375" y="674688"/>
          <p14:tracePt t="8221" x="10363200" y="712788"/>
          <p14:tracePt t="8237" x="10258425" y="736600"/>
          <p14:tracePt t="8255" x="9886950" y="860425"/>
          <p14:tracePt t="8264" x="9780588" y="898525"/>
          <p14:tracePt t="8275" x="9750425" y="911225"/>
          <p14:tracePt t="8287" x="9675813" y="928688"/>
          <p14:tracePt t="8293" x="9620250" y="935038"/>
          <p14:tracePt t="8301" x="9564688" y="947738"/>
          <p14:tracePt t="8312" x="9477375" y="973138"/>
          <p14:tracePt t="8320" x="9377363" y="996950"/>
          <p14:tracePt t="8330" x="9259888" y="1028700"/>
          <p14:tracePt t="8336" x="9155113" y="1052513"/>
          <p14:tracePt t="8356" x="8751888" y="1114425"/>
          <p14:tracePt t="8372" x="8653463" y="1133475"/>
          <p14:tracePt t="8377" x="8553450" y="1146175"/>
          <p14:tracePt t="8390" x="8380413" y="1165225"/>
          <p14:tracePt t="8412" x="8169275" y="1227138"/>
          <p14:tracePt t="8434" x="8045450" y="1250950"/>
          <p14:tracePt t="8444" x="7964488" y="1257300"/>
          <p14:tracePt t="8463" x="7896225" y="1270000"/>
          <p14:tracePt t="8484" x="7889875" y="1270000"/>
          <p14:tracePt t="8656" x="7889875" y="1276350"/>
          <p14:tracePt t="8744" x="7883525" y="1276350"/>
          <p14:tracePt t="8808" x="7889875" y="1276350"/>
          <p14:tracePt t="8820" x="7908925" y="1276350"/>
          <p14:tracePt t="8824" x="7921625" y="1276350"/>
          <p14:tracePt t="8842" x="7977188" y="1276350"/>
          <p14:tracePt t="8855" x="8032750" y="1263650"/>
          <p14:tracePt t="8866" x="8039100" y="1263650"/>
          <p14:tracePt t="8873" x="8051800" y="1263650"/>
          <p14:tracePt t="8879" x="8058150" y="1257300"/>
          <p14:tracePt t="8883" x="8075613" y="1257300"/>
          <p14:tracePt t="8892" x="8101013" y="1250950"/>
          <p14:tracePt t="8897" x="8107363" y="1250950"/>
          <p14:tracePt t="8911" x="8113713" y="1250950"/>
          <p14:tracePt t="8921" x="8126413" y="1250950"/>
          <p14:tracePt t="8938" x="8143875" y="1250950"/>
          <p14:tracePt t="8956" x="8169275" y="1250950"/>
          <p14:tracePt t="8961" x="8175625" y="1250950"/>
          <p14:tracePt t="8970" x="8181975" y="1250950"/>
          <p14:tracePt t="8991" x="8188325" y="1250950"/>
          <p14:tracePt t="9004" x="8188325" y="1257300"/>
          <p14:tracePt t="9024" x="8194675" y="1257300"/>
          <p14:tracePt t="9039" x="8212138" y="1257300"/>
          <p14:tracePt t="9051" x="8218488" y="1257300"/>
          <p14:tracePt t="9067" x="8250238" y="1257300"/>
          <p14:tracePt t="9075" x="8262938" y="1244600"/>
          <p14:tracePt t="9084" x="8280400" y="1244600"/>
          <p14:tracePt t="9091" x="8299450" y="1244600"/>
          <p14:tracePt t="9098" x="8312150" y="1238250"/>
          <p14:tracePt t="9110" x="8331200" y="1238250"/>
          <p14:tracePt t="9121" x="8342313" y="1238250"/>
          <p14:tracePt t="9129" x="8361363" y="1233488"/>
          <p14:tracePt t="9136" x="8380413" y="1233488"/>
          <p14:tracePt t="9143" x="8404225" y="1233488"/>
          <p14:tracePt t="9154" x="8423275" y="1220788"/>
          <p14:tracePt t="9161" x="8435975" y="1220788"/>
          <p14:tracePt t="9170" x="8455025" y="1220788"/>
          <p14:tracePt t="9178" x="8466138" y="1220788"/>
          <p14:tracePt t="9191" x="8497888" y="1220788"/>
          <p14:tracePt t="9203" x="8559800" y="1214438"/>
          <p14:tracePt t="9211" x="8621713" y="1201738"/>
          <p14:tracePt t="9224" x="8664575" y="1195388"/>
          <p14:tracePt t="9238" x="8715375" y="1182688"/>
          <p14:tracePt t="9255" x="8770938" y="1176338"/>
          <p14:tracePt t="9270" x="8801100" y="1165225"/>
          <p14:tracePt t="9276" x="8807450" y="1158875"/>
          <p14:tracePt t="9284" x="8820150" y="1158875"/>
          <p14:tracePt t="9298" x="8832850" y="1158875"/>
          <p14:tracePt t="9307" x="8851900" y="1152525"/>
          <p14:tracePt t="9316" x="8856663" y="1152525"/>
          <p14:tracePt t="9330" x="8888413" y="1139825"/>
          <p14:tracePt t="9342" x="8931275" y="1133475"/>
          <p14:tracePt t="9348" x="8950325" y="1127125"/>
          <p14:tracePt t="9356" x="8975725" y="1127125"/>
          <p14:tracePt t="9368" x="8999538" y="1127125"/>
          <p14:tracePt t="9383" x="9055100" y="1114425"/>
          <p14:tracePt t="9395" x="9067800" y="1114425"/>
          <p14:tracePt t="9400" x="9099550" y="1109663"/>
          <p14:tracePt t="9413" x="9142413" y="1109663"/>
          <p14:tracePt t="9423" x="9178925" y="1109663"/>
          <p14:tracePt t="9428" x="9185275" y="1109663"/>
          <p14:tracePt t="9434" x="9197975" y="1109663"/>
          <p14:tracePt t="9447" x="9204325" y="1109663"/>
          <p14:tracePt t="9457" x="9236075" y="1109663"/>
          <p14:tracePt t="9471" x="9266238" y="1109663"/>
          <p14:tracePt t="9490" x="9297988" y="1109663"/>
          <p14:tracePt t="9498" x="9321800" y="1114425"/>
          <p14:tracePt t="9513" x="9328150" y="1120775"/>
          <p14:tracePt t="9521" x="9334500" y="1133475"/>
          <p14:tracePt t="9537" x="9347200" y="1133475"/>
          <p14:tracePt t="9542" x="9347200" y="1139825"/>
          <p14:tracePt t="9554" x="9353550" y="1139825"/>
          <p14:tracePt t="9571" x="9366250" y="1146175"/>
          <p14:tracePt t="9595" x="9371013" y="1146175"/>
          <p14:tracePt t="9620" x="9371013" y="1152525"/>
          <p14:tracePt t="9651" x="9377363" y="1152525"/>
          <p14:tracePt t="9708" x="9383713" y="1152525"/>
          <p14:tracePt t="9784" x="9390063" y="1152525"/>
          <p14:tracePt t="9797" x="9396413" y="1152525"/>
          <p14:tracePt t="9813" x="9402763" y="1152525"/>
          <p14:tracePt t="10888" x="9377363" y="1171575"/>
          <p14:tracePt t="10894" x="9371013" y="1176338"/>
          <p14:tracePt t="10907" x="9366250" y="1182688"/>
          <p14:tracePt t="10910" x="9353550" y="1189038"/>
          <p14:tracePt t="10922" x="9340850" y="1195388"/>
          <p14:tracePt t="10929" x="9334500" y="1195388"/>
          <p14:tracePt t="10938" x="9328150" y="1208088"/>
          <p14:tracePt t="10954" x="9321800" y="1214438"/>
          <p14:tracePt t="10957" x="9321800" y="1220788"/>
          <p14:tracePt t="10971" x="9315450" y="1220788"/>
          <p14:tracePt t="10975" x="9309100" y="1227138"/>
          <p14:tracePt t="10989" x="9285288" y="1238250"/>
          <p14:tracePt t="10998" x="9266238" y="1250950"/>
          <p14:tracePt t="11006" x="9229725" y="1270000"/>
          <p14:tracePt t="11019" x="9191625" y="1276350"/>
          <p14:tracePt t="11026" x="9123363" y="1306513"/>
          <p14:tracePt t="11046" x="9024938" y="1350963"/>
          <p14:tracePt t="11051" x="8986838" y="1363663"/>
          <p14:tracePt t="11061" x="8950325" y="1381125"/>
          <p14:tracePt t="11070" x="8894763" y="1393825"/>
          <p14:tracePt t="11087" x="8801100" y="1425575"/>
          <p14:tracePt t="11091" x="8726488" y="1449388"/>
          <p14:tracePt t="11105" x="8670925" y="1468438"/>
          <p14:tracePt t="11123" x="8572500" y="1487488"/>
          <p14:tracePt t="11131" x="8523288" y="1498600"/>
          <p14:tracePt t="11137" x="8485188" y="1511300"/>
          <p14:tracePt t="11143" x="8397875" y="1536700"/>
          <p14:tracePt t="11154" x="8342313" y="1543050"/>
          <p14:tracePt t="11157" x="8243888" y="1573213"/>
          <p14:tracePt t="11168" x="8139113" y="1598613"/>
          <p14:tracePt t="11176" x="8051800" y="1611313"/>
          <p14:tracePt t="11187" x="7970838" y="1622425"/>
          <p14:tracePt t="11192" x="7834313" y="1647825"/>
          <p14:tracePt t="11206" x="7586663" y="1673225"/>
          <p14:tracePt t="11214" x="7419975" y="1703388"/>
          <p14:tracePt t="11220" x="7251700" y="1728788"/>
          <p14:tracePt t="11228" x="7065963" y="1758950"/>
          <p14:tracePt t="11234" x="6916738" y="1771650"/>
          <p14:tracePt t="11244" x="6711950" y="1784350"/>
          <p14:tracePt t="11253" x="6519863" y="1814513"/>
          <p14:tracePt t="11270" x="6186488" y="1871663"/>
          <p14:tracePt t="11287" x="5907088" y="1914525"/>
          <p14:tracePt t="11294" x="5738813" y="1927225"/>
          <p14:tracePt t="11304" x="5610225" y="1938338"/>
          <p14:tracePt t="11318" x="5422900" y="1951038"/>
          <p14:tracePt t="11323" x="5243513" y="1963738"/>
          <p14:tracePt t="11333" x="5083175" y="1982788"/>
          <p14:tracePt t="11347" x="4568825" y="2019300"/>
          <p14:tracePt t="11361" x="4387850" y="2038350"/>
          <p14:tracePt t="11375" x="4041775" y="2051050"/>
          <p14:tracePt t="11390" x="3713163" y="2063750"/>
          <p14:tracePt t="11401" x="3563938" y="2063750"/>
          <p14:tracePt t="11412" x="3433763" y="2063750"/>
          <p14:tracePt t="11419" x="3303588" y="2063750"/>
          <p14:tracePt t="11435" x="2968625" y="2074863"/>
          <p14:tracePt t="11446" x="2851150" y="2074863"/>
          <p14:tracePt t="11455" x="2770188" y="2074863"/>
          <p14:tracePt t="11470" x="2671763" y="2068513"/>
          <p14:tracePt t="11487" x="2454275" y="2000250"/>
          <p14:tracePt t="11503" x="2293938" y="1908175"/>
          <p14:tracePt t="11510" x="2200275" y="1858963"/>
          <p14:tracePt t="11520" x="2144713" y="1809750"/>
          <p14:tracePt t="11528" x="2082800" y="1765300"/>
          <p14:tracePt t="11538" x="2020888" y="1716088"/>
          <p14:tracePt t="11556" x="1989138" y="1684338"/>
          <p14:tracePt t="11570" x="1989138" y="1679575"/>
          <p14:tracePt t="11588" x="1965325" y="1654175"/>
          <p14:tracePt t="11604" x="1927225" y="1647825"/>
          <p14:tracePt t="11614" x="1903413" y="1641475"/>
          <p14:tracePt t="11624" x="1884363" y="1641475"/>
          <p14:tracePt t="11638" x="1841500" y="1628775"/>
          <p14:tracePt t="11645" x="1828800" y="1628775"/>
          <p14:tracePt t="11655" x="1809750" y="1628775"/>
          <p14:tracePt t="11664" x="1784350" y="1622425"/>
          <p14:tracePt t="11671" x="1766888" y="1622425"/>
          <p14:tracePt t="11683" x="1754188" y="1622425"/>
          <p14:tracePt t="11692" x="1747838" y="1617663"/>
          <p14:tracePt t="11704" x="1704975" y="1617663"/>
          <p14:tracePt t="11721" x="1654175" y="1617663"/>
          <p14:tracePt t="11737" x="1617663" y="1617663"/>
          <p14:tracePt t="11756" x="1524000" y="1617663"/>
          <p14:tracePt t="11771" x="1487488" y="1617663"/>
          <p14:tracePt t="11787" x="1444625" y="1628775"/>
          <p14:tracePt t="11791" x="1438275" y="1628775"/>
          <p14:tracePt t="11804" x="1412875" y="1635125"/>
          <p14:tracePt t="11821" x="1406525" y="1635125"/>
          <p14:tracePt t="11840" x="1406525" y="1641475"/>
          <p14:tracePt t="12034" x="1400175" y="1641475"/>
          <p14:tracePt t="12098" x="1393825" y="1641475"/>
          <p14:tracePt t="12127" x="1393825" y="1635125"/>
          <p14:tracePt t="12139" x="1393825" y="1628775"/>
          <p14:tracePt t="12158" x="1393825" y="1617663"/>
          <p14:tracePt t="12185" x="1393825" y="1611313"/>
          <p14:tracePt t="12198" x="1400175" y="1611313"/>
          <p14:tracePt t="12237" x="1406525" y="1611313"/>
          <p14:tracePt t="12386" x="1419225" y="1611313"/>
          <p14:tracePt t="12408" x="1425575" y="1611313"/>
          <p14:tracePt t="12440" x="1431925" y="1611313"/>
          <p14:tracePt t="12458" x="1438275" y="1611313"/>
          <p14:tracePt t="12474" x="1444625" y="1611313"/>
          <p14:tracePt t="12483" x="1444625" y="1622425"/>
          <p14:tracePt t="12503" x="1450975" y="1622425"/>
          <p14:tracePt t="12691" x="1457325" y="1622425"/>
          <p14:tracePt t="12711" x="1457325" y="1617663"/>
          <p14:tracePt t="12745" x="1468438" y="1617663"/>
          <p14:tracePt t="12814" x="1474788" y="1617663"/>
          <p14:tracePt t="12839" x="1481138" y="1617663"/>
          <p14:tracePt t="12851" x="1487488" y="1622425"/>
          <p14:tracePt t="12869" x="1493838" y="1622425"/>
          <p14:tracePt t="12884" x="1500188" y="1628775"/>
          <p14:tracePt t="12906" x="1506538" y="1628775"/>
          <p14:tracePt t="12921" x="1512888" y="1635125"/>
          <p14:tracePt t="12926" x="1524000" y="1635125"/>
          <p14:tracePt t="12933" x="1530350" y="1635125"/>
          <p14:tracePt t="12943" x="1543050" y="1641475"/>
          <p14:tracePt t="12955" x="1562100" y="1641475"/>
          <p14:tracePt t="12964" x="1592263" y="1647825"/>
          <p14:tracePt t="12976" x="1630363" y="1660525"/>
          <p14:tracePt t="12988" x="1685925" y="1666875"/>
          <p14:tracePt t="13005" x="1741488" y="1679575"/>
          <p14:tracePt t="13021" x="1784350" y="1684338"/>
          <p14:tracePt t="13045" x="1858963" y="1697038"/>
          <p14:tracePt t="13055" x="1878013" y="1703388"/>
          <p14:tracePt t="13083" x="1903413" y="1709738"/>
          <p14:tracePt t="13087" x="1914525" y="1722438"/>
          <p14:tracePt t="13094" x="1933575" y="1722438"/>
          <p14:tracePt t="13104" x="1946275" y="1722438"/>
          <p14:tracePt t="13118" x="1971675" y="1728788"/>
          <p14:tracePt t="13123" x="1982788" y="1728788"/>
          <p14:tracePt t="13134" x="2001838" y="1728788"/>
          <p14:tracePt t="13144" x="2014538" y="1728788"/>
          <p14:tracePt t="13156" x="2033588" y="1728788"/>
          <p14:tracePt t="13174" x="2112963" y="1728788"/>
          <p14:tracePt t="13185" x="2125663" y="1728788"/>
          <p14:tracePt t="13193" x="2144713" y="1728788"/>
          <p14:tracePt t="13205" x="2170113" y="1728788"/>
          <p14:tracePt t="13221" x="2274888" y="1722438"/>
          <p14:tracePt t="13232" x="2311400" y="1722438"/>
          <p14:tracePt t="13237" x="2349500" y="1722438"/>
          <p14:tracePt t="13249" x="2386013" y="1722438"/>
          <p14:tracePt t="13258" x="2411413" y="1722438"/>
          <p14:tracePt t="13263" x="2447925" y="1722438"/>
          <p14:tracePt t="13267" x="2473325" y="1722438"/>
          <p14:tracePt t="13280" x="2492375" y="1722438"/>
          <p14:tracePt t="13286" x="2516188" y="1722438"/>
          <p14:tracePt t="13291" x="2528888" y="1722438"/>
          <p14:tracePt t="13305" x="2547938" y="1722438"/>
          <p14:tracePt t="13323" x="2560638" y="1722438"/>
          <p14:tracePt t="13334" x="2565400" y="1722438"/>
          <p14:tracePt t="13338" x="2571750" y="1722438"/>
          <p14:tracePt t="13351" x="2590800" y="1722438"/>
          <p14:tracePt t="13361" x="2603500" y="1722438"/>
          <p14:tracePt t="13379" x="2627313" y="1722438"/>
          <p14:tracePt t="13385" x="2633663" y="1722438"/>
          <p14:tracePt t="13398" x="2665413" y="1722438"/>
          <p14:tracePt t="13410" x="2684463" y="1716088"/>
          <p14:tracePt t="13421" x="2690813" y="1716088"/>
          <p14:tracePt t="13430" x="2695575" y="1716088"/>
          <p14:tracePt t="13453" x="2701925" y="1716088"/>
          <p14:tracePt t="13470" x="2708275" y="1716088"/>
          <p14:tracePt t="13502" x="2727325" y="1716088"/>
          <p14:tracePt t="13520" x="2733675" y="1716088"/>
          <p14:tracePt t="13535" x="2740025" y="1716088"/>
          <p14:tracePt t="13539" x="2746375" y="1716088"/>
          <p14:tracePt t="13550" x="2752725" y="1716088"/>
          <p14:tracePt t="13560" x="2757488" y="1716088"/>
          <p14:tracePt t="13573" x="2763838" y="1716088"/>
          <p14:tracePt t="13591" x="2770188" y="1716088"/>
          <p14:tracePt t="13613" x="2782888" y="1709738"/>
          <p14:tracePt t="13637" x="2789238" y="1709738"/>
          <p14:tracePt t="13738" x="2795588" y="1709738"/>
          <p14:tracePt t="13755" x="2808288" y="1709738"/>
          <p14:tracePt t="13770" x="2814638" y="1709738"/>
          <p14:tracePt t="13780" x="2832100" y="1709738"/>
          <p14:tracePt t="13807" x="2838450" y="1709738"/>
          <p14:tracePt t="13846" x="2844800" y="1709738"/>
          <p14:tracePt t="13872" x="2851150" y="1709738"/>
          <p14:tracePt t="13878" x="2857500" y="1709738"/>
          <p14:tracePt t="13891" x="2863850" y="1709738"/>
          <p14:tracePt t="13906" x="2870200" y="1709738"/>
          <p14:tracePt t="13922" x="2882900" y="1709738"/>
          <p14:tracePt t="13941" x="2894013" y="1709738"/>
          <p14:tracePt t="13958" x="2900363" y="1709738"/>
          <p14:tracePt t="13971" x="2913063" y="1709738"/>
          <p14:tracePt t="13989" x="2932113" y="1709738"/>
          <p14:tracePt t="14006" x="2938463" y="1709738"/>
          <p14:tracePt t="14032" x="2944813" y="1709738"/>
          <p14:tracePt t="14113" x="2951163" y="1709738"/>
          <p14:tracePt t="14131" x="2955925" y="1709738"/>
          <p14:tracePt t="14147" x="2962275" y="1709738"/>
          <p14:tracePt t="14158" x="2962275" y="1703388"/>
          <p14:tracePt t="14171" x="2968625" y="1703388"/>
          <p14:tracePt t="14189" x="2974975" y="1703388"/>
          <p14:tracePt t="14560" x="2987675" y="1703388"/>
          <p14:tracePt t="14574" x="3017838" y="1703388"/>
          <p14:tracePt t="14586" x="3043238" y="1703388"/>
          <p14:tracePt t="14598" x="3092450" y="1703388"/>
          <p14:tracePt t="14607" x="3124200" y="1703388"/>
          <p14:tracePt t="14615" x="3148013" y="1703388"/>
          <p14:tracePt t="14635" x="3198813" y="1703388"/>
          <p14:tracePt t="14654" x="3254375" y="1703388"/>
          <p14:tracePt t="14666" x="3273425" y="1703388"/>
          <p14:tracePt t="14673" x="3290888" y="1703388"/>
          <p14:tracePt t="14685" x="3297238" y="1703388"/>
          <p14:tracePt t="14694" x="3309938" y="1703388"/>
          <p14:tracePt t="14710" x="3316288" y="1703388"/>
          <p14:tracePt t="14721" x="3322638" y="1703388"/>
          <p14:tracePt t="14738" x="3340100" y="1703388"/>
          <p14:tracePt t="14757" x="3403600" y="1703388"/>
          <p14:tracePt t="14768" x="3414713" y="1703388"/>
          <p14:tracePt t="14773" x="3446463" y="1690688"/>
          <p14:tracePt t="14786" x="3470275" y="1690688"/>
          <p14:tracePt t="14794" x="3489325" y="1690688"/>
          <p14:tracePt t="14804" x="3521075" y="1690688"/>
          <p14:tracePt t="14815" x="3527425" y="1690688"/>
          <p14:tracePt t="14821" x="3533775" y="1690688"/>
          <p14:tracePt t="14834" x="3544888" y="1690688"/>
          <p14:tracePt t="14845" x="3576638" y="1697038"/>
          <p14:tracePt t="14855" x="3589338" y="1697038"/>
          <p14:tracePt t="14860" x="3606800" y="1697038"/>
          <p14:tracePt t="14872" x="3632200" y="1697038"/>
          <p14:tracePt t="14876" x="3651250" y="1697038"/>
          <p14:tracePt t="14905" x="3730625" y="1697038"/>
          <p14:tracePt t="14922" x="3805238" y="1697038"/>
          <p14:tracePt t="14931" x="3879850" y="1697038"/>
          <p14:tracePt t="14944" x="3929063" y="1697038"/>
          <p14:tracePt t="14956" x="3954463" y="1697038"/>
          <p14:tracePt t="14970" x="4016375" y="1697038"/>
          <p14:tracePt t="14976" x="4048125" y="1697038"/>
          <p14:tracePt t="14982" x="4071938" y="1697038"/>
          <p14:tracePt t="14989" x="4097338" y="1697038"/>
          <p14:tracePt t="15004" x="4116388" y="1697038"/>
          <p14:tracePt t="15011" x="4152900" y="1703388"/>
          <p14:tracePt t="15015" x="4165600" y="1703388"/>
          <p14:tracePt t="15026" x="4208463" y="1703388"/>
          <p14:tracePt t="15037" x="4227513" y="1703388"/>
          <p14:tracePt t="15045" x="4233863" y="1703388"/>
          <p14:tracePt t="15055" x="4257675" y="1703388"/>
          <p14:tracePt t="15069" x="4270375" y="1703388"/>
          <p14:tracePt t="15080" x="4302125" y="1703388"/>
          <p14:tracePt t="15086" x="4313238" y="1703388"/>
          <p14:tracePt t="15099" x="4332288" y="1703388"/>
          <p14:tracePt t="15114" x="4364038" y="1703388"/>
          <p14:tracePt t="15136" x="4394200" y="1703388"/>
          <p14:tracePt t="15143" x="4413250" y="1703388"/>
          <p14:tracePt t="15149" x="4438650" y="1703388"/>
          <p14:tracePt t="15157" x="4456113" y="1703388"/>
          <p14:tracePt t="15164" x="4481513" y="1703388"/>
          <p14:tracePt t="15179" x="4511675" y="1703388"/>
          <p14:tracePt t="15190" x="4530725" y="1703388"/>
          <p14:tracePt t="15207" x="4543425" y="1703388"/>
          <p14:tracePt t="15396" x="4549775" y="1703388"/>
          <p14:tracePt t="15965" x="4556125" y="1703388"/>
          <p14:tracePt t="15990" x="4624388" y="1703388"/>
          <p14:tracePt t="16000" x="4641850" y="1703388"/>
          <p14:tracePt t="16007" x="4692650" y="1703388"/>
          <p14:tracePt t="16014" x="4716463" y="1703388"/>
          <p14:tracePt t="16024" x="4754563" y="1703388"/>
          <p14:tracePt t="16041" x="4816475" y="1703388"/>
          <p14:tracePt t="16058" x="4872038" y="1703388"/>
          <p14:tracePt t="16070" x="4946650" y="1703388"/>
          <p14:tracePt t="16079" x="4983163" y="1703388"/>
          <p14:tracePt t="16088" x="5021263" y="1703388"/>
          <p14:tracePt t="16107" x="5070475" y="1703388"/>
          <p14:tracePt t="16112" x="5089525" y="1703388"/>
          <p14:tracePt t="16117" x="5113338" y="1703388"/>
          <p14:tracePt t="16123" x="5126038" y="1703388"/>
          <p14:tracePt t="16134" x="5145088" y="1703388"/>
          <p14:tracePt t="16140" x="5162550" y="1703388"/>
          <p14:tracePt t="16147" x="5168900" y="1703388"/>
          <p14:tracePt t="16161" x="5175250" y="1703388"/>
          <p14:tracePt t="16167" x="5187950" y="1703388"/>
          <p14:tracePt t="16184" x="5213350" y="1703388"/>
          <p14:tracePt t="16189" x="5237163" y="1703388"/>
          <p14:tracePt t="16195" x="5243513" y="1703388"/>
          <p14:tracePt t="16220" x="5275263" y="1709738"/>
          <p14:tracePt t="16225" x="5292725" y="1709738"/>
          <p14:tracePt t="16237" x="5305425" y="1709738"/>
          <p14:tracePt t="16245" x="5318125" y="1709738"/>
          <p14:tracePt t="16262" x="5337175" y="1709738"/>
          <p14:tracePt t="16272" x="5343525" y="1709738"/>
          <p14:tracePt t="16288" x="5360988" y="1709738"/>
          <p14:tracePt t="16293" x="5367338" y="1709738"/>
          <p14:tracePt t="16305" x="5380038" y="1709738"/>
          <p14:tracePt t="16323" x="5416550" y="1709738"/>
          <p14:tracePt t="16348" x="5441950" y="1709738"/>
          <p14:tracePt t="16366" x="5454650" y="1709738"/>
          <p14:tracePt t="16376" x="5461000" y="1703388"/>
          <p14:tracePt t="16381" x="5467350" y="1703388"/>
          <p14:tracePt t="16391" x="5473700" y="1703388"/>
          <p14:tracePt t="16406" x="5484813" y="1703388"/>
          <p14:tracePt t="16423" x="5510213" y="1703388"/>
          <p14:tracePt t="16441" x="5522913" y="1703388"/>
          <p14:tracePt t="16448" x="5541963" y="1703388"/>
          <p14:tracePt t="16457" x="5553075" y="1703388"/>
          <p14:tracePt t="16473" x="5610225" y="1703388"/>
          <p14:tracePt t="16477" x="5627688" y="1703388"/>
          <p14:tracePt t="16488" x="5665788" y="1697038"/>
          <p14:tracePt t="16506" x="5727700" y="1697038"/>
          <p14:tracePt t="16524" x="5795963" y="1684338"/>
          <p14:tracePt t="16542" x="5857875" y="1684338"/>
          <p14:tracePt t="16555" x="5900738" y="1684338"/>
          <p14:tracePt t="16564" x="5919788" y="1684338"/>
          <p14:tracePt t="16578" x="5943600" y="1684338"/>
          <p14:tracePt t="16588" x="5949950" y="1684338"/>
          <p14:tracePt t="16599" x="5956300" y="1679575"/>
          <p14:tracePt t="16614" x="5975350" y="1679575"/>
          <p14:tracePt t="16674" x="5981700" y="1679575"/>
          <p14:tracePt t="16683" x="5981700" y="1673225"/>
          <p14:tracePt t="17416" x="5981700" y="1666875"/>
          <p14:tracePt t="17465" x="5981700" y="1660525"/>
          <p14:tracePt t="17965" x="5962650" y="1666875"/>
          <p14:tracePt t="17979" x="5943600" y="1679575"/>
          <p14:tracePt t="17989" x="5894388" y="1690688"/>
          <p14:tracePt t="18006" x="5851525" y="1709738"/>
          <p14:tracePt t="18013" x="5802313" y="1716088"/>
          <p14:tracePt t="18028" x="5659438" y="1752600"/>
          <p14:tracePt t="18052" x="5584825" y="1765300"/>
          <p14:tracePt t="18069" x="5399088" y="1790700"/>
          <p14:tracePt t="18076" x="5262563" y="1814513"/>
          <p14:tracePt t="18083" x="5014913" y="1839913"/>
          <p14:tracePt t="18091" x="4878388" y="1852613"/>
          <p14:tracePt t="18102" x="4748213" y="1865313"/>
          <p14:tracePt t="18114" x="4543425" y="1882775"/>
          <p14:tracePt t="18121" x="4376738" y="1895475"/>
          <p14:tracePt t="18130" x="4022725" y="1927225"/>
          <p14:tracePt t="18143" x="3836988" y="1951038"/>
          <p14:tracePt t="18157" x="3551238" y="1995488"/>
          <p14:tracePt t="18175" x="3284538" y="2006600"/>
          <p14:tracePt t="18178" x="3173413" y="2006600"/>
          <p14:tracePt t="18191" x="3074988" y="2006600"/>
          <p14:tracePt t="18197" x="2974975" y="2006600"/>
          <p14:tracePt t="18218" x="2838450" y="2006600"/>
          <p14:tracePt t="18223" x="2789238" y="2006600"/>
          <p14:tracePt t="18229" x="2757488" y="2006600"/>
          <p14:tracePt t="18252" x="2720975" y="2006600"/>
          <p14:tracePt t="18270" x="2714625" y="2006600"/>
          <p14:tracePt t="18283" x="2708275" y="2006600"/>
          <p14:tracePt t="18300" x="2701925" y="2006600"/>
          <p14:tracePt t="18315" x="2701925" y="2000250"/>
          <p14:tracePt t="18331" x="2695575" y="2000250"/>
          <p14:tracePt t="18339" x="2695575" y="1989138"/>
          <p14:tracePt t="18356" x="2671763" y="1976438"/>
          <p14:tracePt t="18374" x="2646363" y="1970088"/>
          <p14:tracePt t="18381" x="2640013" y="1970088"/>
          <p14:tracePt t="18388" x="2627313" y="1963738"/>
          <p14:tracePt t="18404" x="2622550" y="1951038"/>
          <p14:tracePt t="18411" x="2603500" y="1944688"/>
          <p14:tracePt t="18423" x="2590800" y="1944688"/>
          <p14:tracePt t="18430" x="2584450" y="1944688"/>
          <p14:tracePt t="18451" x="2554288" y="1944688"/>
          <p14:tracePt t="18457" x="2535238" y="1938338"/>
          <p14:tracePt t="18467" x="2516188" y="1938338"/>
          <p14:tracePt t="18476" x="2503488" y="1938338"/>
          <p14:tracePt t="18491" x="2460625" y="1938338"/>
          <p14:tracePt t="18508" x="2392363" y="1927225"/>
          <p14:tracePt t="18535" x="2349500" y="1920875"/>
          <p14:tracePt t="18541" x="2305050" y="1914525"/>
          <p14:tracePt t="18550" x="2300288" y="1914525"/>
          <p14:tracePt t="18559" x="2293938" y="1914525"/>
          <p14:tracePt t="18571" x="2281238" y="1901825"/>
          <p14:tracePt t="18577" x="2274888" y="1901825"/>
          <p14:tracePt t="18597" x="2268538" y="1901825"/>
          <p14:tracePt t="18677" x="2262188" y="1901825"/>
          <p14:tracePt t="18735" x="2255838" y="1901825"/>
          <p14:tracePt t="18919" x="2255838" y="1908175"/>
          <p14:tracePt t="19177" x="2274888" y="1914525"/>
          <p14:tracePt t="19194" x="2305050" y="1920875"/>
          <p14:tracePt t="19206" x="2349500" y="1920875"/>
          <p14:tracePt t="19212" x="2362200" y="1920875"/>
          <p14:tracePt t="19226" x="2392363" y="1933575"/>
          <p14:tracePt t="19232" x="2430463" y="1933575"/>
          <p14:tracePt t="19244" x="2479675" y="1938338"/>
          <p14:tracePt t="19257" x="2547938" y="1951038"/>
          <p14:tracePt t="19265" x="2584450" y="1957388"/>
          <p14:tracePt t="19271" x="2609850" y="1957388"/>
          <p14:tracePt t="19287" x="2701925" y="1982788"/>
          <p14:tracePt t="19297" x="2740025" y="1989138"/>
          <p14:tracePt t="19317" x="2801938" y="1989138"/>
          <p14:tracePt t="19335" x="2887663" y="2000250"/>
          <p14:tracePt t="19343" x="2962275" y="2000250"/>
          <p14:tracePt t="19354" x="2994025" y="2000250"/>
          <p14:tracePt t="19359" x="3006725" y="2000250"/>
          <p14:tracePt t="19364" x="3024188" y="2000250"/>
          <p14:tracePt t="19374" x="3036888" y="2000250"/>
          <p14:tracePt t="19390" x="3055938" y="2000250"/>
          <p14:tracePt t="19407" x="3062288" y="2000250"/>
          <p14:tracePt t="19425" x="3074988" y="2000250"/>
          <p14:tracePt t="19439" x="3098800" y="2000250"/>
          <p14:tracePt t="19445" x="3111500" y="2000250"/>
          <p14:tracePt t="19456" x="3130550" y="2000250"/>
          <p14:tracePt t="19470" x="3173413" y="1995488"/>
          <p14:tracePt t="19478" x="3198813" y="1995488"/>
          <p14:tracePt t="19481" x="3216275" y="1995488"/>
          <p14:tracePt t="19494" x="3241675" y="1995488"/>
          <p14:tracePt t="19507" x="3290888" y="1995488"/>
          <p14:tracePt t="19524" x="3322638" y="1995488"/>
          <p14:tracePt t="19540" x="3340100" y="1995488"/>
          <p14:tracePt t="19564" x="3359150" y="1989138"/>
          <p14:tracePt t="19572" x="3365500" y="1989138"/>
          <p14:tracePt t="19588" x="3371850" y="1989138"/>
          <p14:tracePt t="19724" x="3384550" y="1989138"/>
          <p14:tracePt t="19730" x="3397250" y="1989138"/>
          <p14:tracePt t="19742" x="3414713" y="1989138"/>
          <p14:tracePt t="19758" x="3459163" y="1982788"/>
          <p14:tracePt t="19774" x="3502025" y="1970088"/>
          <p14:tracePt t="19783" x="3521075" y="1970088"/>
          <p14:tracePt t="19791" x="3533775" y="1970088"/>
          <p14:tracePt t="19804" x="3551238" y="1970088"/>
          <p14:tracePt t="19810" x="3557588" y="1963738"/>
          <p14:tracePt t="19813" x="3576638" y="1963738"/>
          <p14:tracePt t="19821" x="3582988" y="1963738"/>
          <p14:tracePt t="19831" x="3595688" y="1963738"/>
          <p14:tracePt t="19838" x="3600450" y="1963738"/>
          <p14:tracePt t="19858" x="3644900" y="1963738"/>
          <p14:tracePt t="19862" x="3663950" y="1963738"/>
          <p14:tracePt t="19866" x="3675063" y="1963738"/>
          <p14:tracePt t="19874" x="3700463" y="1963738"/>
          <p14:tracePt t="19885" x="3730625" y="1963738"/>
          <p14:tracePt t="19891" x="3756025" y="1963738"/>
          <p14:tracePt t="19904" x="3768725" y="1963738"/>
          <p14:tracePt t="19911" x="3798888" y="1963738"/>
          <p14:tracePt t="19924" x="3811588" y="1957388"/>
          <p14:tracePt t="19941" x="3856038" y="1957388"/>
          <p14:tracePt t="19959" x="3886200" y="1957388"/>
          <p14:tracePt t="19973" x="3922713" y="1957388"/>
          <p14:tracePt t="19979" x="3929063" y="1951038"/>
          <p14:tracePt t="19988" x="3935413" y="1951038"/>
          <p14:tracePt t="20003" x="3941763" y="1951038"/>
          <p14:tracePt t="20020" x="3948113" y="1951038"/>
          <p14:tracePt t="20066" x="3954463" y="1951038"/>
          <p14:tracePt t="20084" x="3960813" y="1951038"/>
          <p14:tracePt t="20094" x="3973513" y="1951038"/>
          <p14:tracePt t="20110" x="3986213" y="1951038"/>
          <p14:tracePt t="20126" x="3997325" y="1951038"/>
          <p14:tracePt t="20130" x="4003675" y="1951038"/>
          <p14:tracePt t="20144" x="4029075" y="1951038"/>
          <p14:tracePt t="20157" x="4071938" y="1951038"/>
          <p14:tracePt t="20174" x="4103688" y="1951038"/>
          <p14:tracePt t="20185" x="4110038" y="1944688"/>
          <p14:tracePt t="20199" x="4116388" y="1933575"/>
          <p14:tracePt t="20722" x="4116388" y="1938338"/>
          <p14:tracePt t="20845" x="4127500" y="1938338"/>
          <p14:tracePt t="20886" x="4133850" y="1944688"/>
          <p14:tracePt t="20913" x="4140200" y="1944688"/>
          <p14:tracePt t="21000" x="4146550" y="1944688"/>
          <p14:tracePt t="21010" x="4171950" y="1944688"/>
          <p14:tracePt t="21023" x="4178300" y="1944688"/>
          <p14:tracePt t="21045" x="4214813" y="1944688"/>
          <p14:tracePt t="21067" x="4251325" y="1944688"/>
          <p14:tracePt t="21082" x="4264025" y="1944688"/>
          <p14:tracePt t="21090" x="4295775" y="1944688"/>
          <p14:tracePt t="21103" x="4308475" y="1944688"/>
          <p14:tracePt t="21112" x="4319588" y="1944688"/>
          <p14:tracePt t="21117" x="4338638" y="1944688"/>
          <p14:tracePt t="21132" x="4344988" y="1944688"/>
          <p14:tracePt t="21140" x="4351338" y="1944688"/>
          <p14:tracePt t="21156" x="4357688" y="1944688"/>
          <p14:tracePt t="21173" x="4364038" y="1944688"/>
          <p14:tracePt t="21197" x="4370388" y="1944688"/>
          <p14:tracePt t="21212" x="4376738" y="1944688"/>
          <p14:tracePt t="21222" x="4387850" y="1944688"/>
          <p14:tracePt t="21234" x="4400550" y="1944688"/>
          <p14:tracePt t="21244" x="4413250" y="1944688"/>
          <p14:tracePt t="21253" x="4432300" y="1944688"/>
          <p14:tracePt t="21264" x="4443413" y="1944688"/>
          <p14:tracePt t="21276" x="4449763" y="1944688"/>
          <p14:tracePt t="21288" x="4475163" y="1944688"/>
          <p14:tracePt t="21294" x="4487863" y="1944688"/>
          <p14:tracePt t="21312" x="4494213" y="1944688"/>
          <p14:tracePt t="21328" x="4511675" y="1944688"/>
          <p14:tracePt t="21334" x="4518025" y="1944688"/>
          <p14:tracePt t="21348" x="4530725" y="1944688"/>
          <p14:tracePt t="21356" x="4537075" y="1944688"/>
          <p14:tracePt t="21366" x="4543425" y="1944688"/>
          <p14:tracePt t="21397" x="4562475" y="1944688"/>
          <p14:tracePt t="21409" x="4573588" y="1944688"/>
          <p14:tracePt t="21424" x="4605338" y="1944688"/>
          <p14:tracePt t="21441" x="4618038" y="1944688"/>
          <p14:tracePt t="21457" x="4630738" y="1944688"/>
          <p14:tracePt t="21463" x="4641850" y="1944688"/>
          <p14:tracePt t="21476" x="4654550" y="1944688"/>
          <p14:tracePt t="21493" x="4686300" y="1944688"/>
          <p14:tracePt t="21499" x="4692650" y="1944688"/>
          <p14:tracePt t="21508" x="4703763" y="1944688"/>
          <p14:tracePt t="21526" x="4729163" y="1944688"/>
          <p14:tracePt t="21540" x="4760913" y="1944688"/>
          <p14:tracePt t="21557" x="4803775" y="1933575"/>
          <p14:tracePt t="21563" x="4822825" y="1933575"/>
          <p14:tracePt t="21572" x="4833938" y="1933575"/>
          <p14:tracePt t="21583" x="4859338" y="1933575"/>
          <p14:tracePt t="21597" x="4884738" y="1933575"/>
          <p14:tracePt t="21611" x="4908550" y="1933575"/>
          <p14:tracePt t="21624" x="4921250" y="1933575"/>
          <p14:tracePt t="21640" x="4953000" y="1933575"/>
          <p14:tracePt t="21657" x="4976813" y="1933575"/>
          <p14:tracePt t="21677" x="5032375" y="1927225"/>
          <p14:tracePt t="21682" x="5057775" y="1914525"/>
          <p14:tracePt t="21694" x="5076825" y="1914525"/>
          <p14:tracePt t="21708" x="5106988" y="1914525"/>
          <p14:tracePt t="21725" x="5138738" y="1914525"/>
          <p14:tracePt t="21739" x="5145088" y="1914525"/>
          <p14:tracePt t="21753" x="5162550" y="1914525"/>
          <p14:tracePt t="21765" x="5175250" y="1914525"/>
          <p14:tracePt t="21771" x="5207000" y="1914525"/>
          <p14:tracePt t="21782" x="5237163" y="1920875"/>
          <p14:tracePt t="21790" x="5249863" y="1927225"/>
          <p14:tracePt t="21810" x="5286375" y="1927225"/>
          <p14:tracePt t="21815" x="5292725" y="1933575"/>
          <p14:tracePt t="21839" x="5311775" y="1933575"/>
          <p14:tracePt t="21849" x="5318125" y="1933575"/>
          <p14:tracePt t="21858" x="5330825" y="1933575"/>
          <p14:tracePt t="21958" x="5343525" y="1933575"/>
          <p14:tracePt t="21966" x="5349875" y="1933575"/>
          <p14:tracePt t="21972" x="5354638" y="1933575"/>
          <p14:tracePt t="21991" x="5367338" y="1933575"/>
          <p14:tracePt t="22007" x="5386388" y="1933575"/>
          <p14:tracePt t="22024" x="5399088" y="1933575"/>
          <p14:tracePt t="22039" x="5411788" y="1933575"/>
          <p14:tracePt t="22058" x="5416550" y="1933575"/>
          <p14:tracePt t="22065" x="5429250" y="1933575"/>
          <p14:tracePt t="22071" x="5435600" y="1933575"/>
          <p14:tracePt t="22084" x="5441950" y="1933575"/>
          <p14:tracePt t="22096" x="5448300" y="1933575"/>
          <p14:tracePt t="22117" x="5454650" y="1933575"/>
          <p14:tracePt t="22709" x="5454650" y="1944688"/>
          <p14:tracePt t="22715" x="5454650" y="1951038"/>
          <p14:tracePt t="22737" x="5435600" y="1963738"/>
          <p14:tracePt t="22747" x="5416550" y="1970088"/>
          <p14:tracePt t="22759" x="5399088" y="1982788"/>
          <p14:tracePt t="22772" x="5337175" y="2006600"/>
          <p14:tracePt t="22778" x="5292725" y="2019300"/>
          <p14:tracePt t="22781" x="5256213" y="2025650"/>
          <p14:tracePt t="22792" x="5187950" y="2038350"/>
          <p14:tracePt t="22796" x="5162550" y="2038350"/>
          <p14:tracePt t="22807" x="5113338" y="2051050"/>
          <p14:tracePt t="22825" x="4921250" y="2087563"/>
          <p14:tracePt t="22845" x="4673600" y="2112963"/>
          <p14:tracePt t="22854" x="4376738" y="2155825"/>
          <p14:tracePt t="22859" x="4183063" y="2181225"/>
          <p14:tracePt t="22871" x="4052888" y="2198688"/>
          <p14:tracePt t="22884" x="3756025" y="2224088"/>
          <p14:tracePt t="22891" x="3589338" y="2249488"/>
          <p14:tracePt t="22921" x="3205163" y="2292350"/>
          <p14:tracePt t="22927" x="3086100" y="2305050"/>
          <p14:tracePt t="22940" x="2906713" y="2317750"/>
          <p14:tracePt t="22950" x="2838450" y="2317750"/>
          <p14:tracePt t="22958" x="2782888" y="2328863"/>
          <p14:tracePt t="22966" x="2757488" y="2328863"/>
          <p14:tracePt t="22973" x="2740025" y="2328863"/>
          <p14:tracePt t="22991" x="2733675" y="2335213"/>
          <p14:tracePt t="23007" x="2727325" y="2335213"/>
          <p14:tracePt t="23024" x="2714625" y="2335213"/>
          <p14:tracePt t="23033" x="2701925" y="2335213"/>
          <p14:tracePt t="23040" x="2695575" y="2335213"/>
          <p14:tracePt t="23046" x="2690813" y="2341563"/>
          <p14:tracePt t="23051" x="2684463" y="2341563"/>
          <p14:tracePt t="23064" x="2678113" y="2341563"/>
          <p14:tracePt t="23072" x="2659063" y="2341563"/>
          <p14:tracePt t="23084" x="2640013" y="2341563"/>
          <p14:tracePt t="23096" x="2622550" y="2341563"/>
          <p14:tracePt t="23104" x="2609850" y="2341563"/>
          <p14:tracePt t="23119" x="2554288" y="2341563"/>
          <p14:tracePt t="23129" x="2516188" y="2341563"/>
          <p14:tracePt t="23133" x="2466975" y="2354263"/>
          <p14:tracePt t="23146" x="2405063" y="2360613"/>
          <p14:tracePt t="23164" x="2366963" y="2360613"/>
          <p14:tracePt t="23175" x="2300288" y="2360613"/>
          <p14:tracePt t="23191" x="2249488" y="2373313"/>
          <p14:tracePt t="23197" x="2200275" y="2373313"/>
          <p14:tracePt t="23210" x="2095500" y="2379663"/>
          <p14:tracePt t="23223" x="2001838" y="2403475"/>
          <p14:tracePt t="23228" x="1933575" y="2403475"/>
          <p14:tracePt t="23248" x="1816100" y="2409825"/>
          <p14:tracePt t="23255" x="1760538" y="2422525"/>
          <p14:tracePt t="23263" x="1722438" y="2422525"/>
          <p14:tracePt t="23276" x="1660525" y="2422525"/>
          <p14:tracePt t="23299" x="1543050" y="2422525"/>
          <p14:tracePt t="23316" x="1519238" y="2422525"/>
          <p14:tracePt t="23318" x="1500188" y="2422525"/>
          <p14:tracePt t="23328" x="1474788" y="2422525"/>
          <p14:tracePt t="23339" x="1444625" y="2422525"/>
          <p14:tracePt t="23357" x="1412875" y="2422525"/>
          <p14:tracePt t="23374" x="1406525" y="2422525"/>
          <p14:tracePt t="24229" x="1406525" y="2416175"/>
          <p14:tracePt t="24240" x="1412875" y="2416175"/>
          <p14:tracePt t="24255" x="1419225" y="2416175"/>
          <p14:tracePt t="24265" x="1462088" y="2403475"/>
          <p14:tracePt t="24271" x="1481138" y="2397125"/>
          <p14:tracePt t="24285" x="1493838" y="2397125"/>
          <p14:tracePt t="24290" x="1512888" y="2397125"/>
          <p14:tracePt t="24300" x="1555750" y="2390775"/>
          <p14:tracePt t="24313" x="1581150" y="2390775"/>
          <p14:tracePt t="24324" x="1636713" y="2390775"/>
          <p14:tracePt t="24340" x="1698625" y="2390775"/>
          <p14:tracePt t="24357" x="1747838" y="2390775"/>
          <p14:tracePt t="24378" x="1816100" y="2390775"/>
          <p14:tracePt t="24386" x="1841500" y="2390775"/>
          <p14:tracePt t="24390" x="1865313" y="2390775"/>
          <p14:tracePt t="24402" x="1884363" y="2390775"/>
          <p14:tracePt t="24414" x="1927225" y="2390775"/>
          <p14:tracePt t="24425" x="1939925" y="2390775"/>
          <p14:tracePt t="24428" x="1958975" y="2379663"/>
          <p14:tracePt t="24438" x="1971675" y="2379663"/>
          <p14:tracePt t="24451" x="1982788" y="2379663"/>
          <p14:tracePt t="24484" x="1982788" y="2373313"/>
          <p14:tracePt t="24650" x="1989138" y="2373313"/>
          <p14:tracePt t="24665" x="1995488" y="2373313"/>
          <p14:tracePt t="24679" x="2001838" y="2373313"/>
          <p14:tracePt t="24688" x="2008188" y="2373313"/>
          <p14:tracePt t="24820" x="2014538" y="2373313"/>
          <p14:tracePt t="24836" x="2027238" y="2366963"/>
          <p14:tracePt t="24843" x="2039938" y="2366963"/>
          <p14:tracePt t="24856" x="2051050" y="2366963"/>
          <p14:tracePt t="24868" x="2057400" y="2366963"/>
          <p14:tracePt t="24875" x="2063750" y="2366963"/>
          <p14:tracePt t="24894" x="2070100" y="2366963"/>
          <p14:tracePt t="24907" x="2076450" y="2366963"/>
          <p14:tracePt t="25060" x="2089150" y="2366963"/>
          <p14:tracePt t="25072" x="2095500" y="2366963"/>
          <p14:tracePt t="25085" x="2101850" y="2366963"/>
          <p14:tracePt t="25094" x="2119313" y="2366963"/>
          <p14:tracePt t="25116" x="2138363" y="2366963"/>
          <p14:tracePt t="25124" x="2144713" y="2366963"/>
          <p14:tracePt t="25132" x="2151063" y="2366963"/>
          <p14:tracePt t="25151" x="2174875" y="2366963"/>
          <p14:tracePt t="25157" x="2181225" y="2366963"/>
          <p14:tracePt t="25166" x="2187575" y="2366963"/>
          <p14:tracePt t="25174" x="2193925" y="2366963"/>
          <p14:tracePt t="25183" x="2200275" y="2366963"/>
          <p14:tracePt t="25191" x="2212975" y="2366963"/>
          <p14:tracePt t="25204" x="2249488" y="2366963"/>
          <p14:tracePt t="25222" x="2262188" y="2366963"/>
          <p14:tracePt t="25237" x="2317750" y="2366963"/>
          <p14:tracePt t="25241" x="2343150" y="2366963"/>
          <p14:tracePt t="25245" x="2366963" y="2366963"/>
          <p14:tracePt t="25251" x="2386013" y="2366963"/>
          <p14:tracePt t="25260" x="2411413" y="2366963"/>
          <p14:tracePt t="25277" x="2466975" y="2366963"/>
          <p14:tracePt t="25291" x="2492375" y="2366963"/>
          <p14:tracePt t="25315" x="2603500" y="2366963"/>
          <p14:tracePt t="25323" x="2665413" y="2366963"/>
          <p14:tracePt t="25335" x="2763838" y="2366963"/>
          <p14:tracePt t="25343" x="2801938" y="2366963"/>
          <p14:tracePt t="25355" x="2838450" y="2366963"/>
          <p14:tracePt t="25360" x="2876550" y="2366963"/>
          <p14:tracePt t="25363" x="2906713" y="2366963"/>
          <p14:tracePt t="25371" x="2944813" y="2354263"/>
          <p14:tracePt t="25380" x="2994025" y="2354263"/>
          <p14:tracePt t="25393" x="3013075" y="2354263"/>
          <p14:tracePt t="25396" x="3036888" y="2354263"/>
          <p14:tracePt t="25408" x="3043238" y="2354263"/>
          <p14:tracePt t="25431" x="3079750" y="2354263"/>
          <p14:tracePt t="25450" x="3086100" y="2360613"/>
          <p14:tracePt t="25541" x="3092450" y="2360613"/>
          <p14:tracePt t="25555" x="3105150" y="2360613"/>
          <p14:tracePt t="25575" x="3117850" y="2354263"/>
          <p14:tracePt t="25582" x="3136900" y="2354263"/>
          <p14:tracePt t="25590" x="3154363" y="2347913"/>
          <p14:tracePt t="25598" x="3167063" y="2347913"/>
          <p14:tracePt t="25608" x="3198813" y="2341563"/>
          <p14:tracePt t="25621" x="3241675" y="2328863"/>
          <p14:tracePt t="25634" x="3254375" y="2328863"/>
          <p14:tracePt t="25644" x="3278188" y="2328863"/>
          <p14:tracePt t="25654" x="3284538" y="2328863"/>
          <p14:tracePt t="25665" x="3290888" y="2328863"/>
          <p14:tracePt t="25675" x="3316288" y="2328863"/>
          <p14:tracePt t="25693" x="3322638" y="2328863"/>
          <p14:tracePt t="25708" x="3328988" y="2328863"/>
          <p14:tracePt t="25725" x="3335338" y="2328863"/>
          <p14:tracePt t="25734" x="3340100" y="2328863"/>
          <p14:tracePt t="25742" x="3352800" y="2328863"/>
          <p14:tracePt t="25754" x="3359150" y="2328863"/>
          <p14:tracePt t="25773" x="3365500" y="2328863"/>
          <p14:tracePt t="25779" x="3384550" y="2328863"/>
          <p14:tracePt t="25789" x="3397250" y="2328863"/>
          <p14:tracePt t="25798" x="3414713" y="2322513"/>
          <p14:tracePt t="25808" x="3421063" y="2322513"/>
          <p14:tracePt t="25827" x="3433763" y="2322513"/>
          <p14:tracePt t="25830" x="3440113" y="2322513"/>
          <p14:tracePt t="26021" x="3446463" y="2322513"/>
          <p14:tracePt t="26038" x="3465513" y="2322513"/>
          <p14:tracePt t="26045" x="3470275" y="2322513"/>
          <p14:tracePt t="26054" x="3482975" y="2322513"/>
          <p14:tracePt t="26175" x="3489325" y="2322513"/>
          <p14:tracePt t="26228" x="3495675" y="2322513"/>
          <p14:tracePt t="26241" x="3508375" y="2322513"/>
          <p14:tracePt t="26248" x="3514725" y="2322513"/>
          <p14:tracePt t="26255" x="3527425" y="2322513"/>
          <p14:tracePt t="26271" x="3533775" y="2322513"/>
          <p14:tracePt t="26289" x="3551238" y="2322513"/>
          <p14:tracePt t="26301" x="3570288" y="2322513"/>
          <p14:tracePt t="26312" x="3582988" y="2322513"/>
          <p14:tracePt t="26328" x="3589338" y="2322513"/>
          <p14:tracePt t="26341" x="3595688" y="2322513"/>
          <p14:tracePt t="26357" x="3600450" y="2322513"/>
          <p14:tracePt t="26376" x="3606800" y="2322513"/>
          <p14:tracePt t="26380" x="3619500" y="2317750"/>
          <p14:tracePt t="26394" x="3625850" y="2317750"/>
          <p14:tracePt t="26626" x="3632200" y="2317750"/>
          <p14:tracePt t="26638" x="3638550" y="2317750"/>
          <p14:tracePt t="26647" x="3644900" y="2317750"/>
          <p14:tracePt t="26693" x="3651250" y="2317750"/>
          <p14:tracePt t="26711" x="3668713" y="2317750"/>
          <p14:tracePt t="26723" x="3675063" y="2317750"/>
          <p14:tracePt t="26732" x="3700463" y="2317750"/>
          <p14:tracePt t="26743" x="3749675" y="2317750"/>
          <p14:tracePt t="26750" x="3775075" y="2317750"/>
          <p14:tracePt t="26759" x="3805238" y="2317750"/>
          <p14:tracePt t="26777" x="3849688" y="2317750"/>
          <p14:tracePt t="26791" x="3879850" y="2317750"/>
          <p14:tracePt t="26800" x="3905250" y="2317750"/>
          <p14:tracePt t="26805" x="3911600" y="2317750"/>
          <p14:tracePt t="26821" x="3922713" y="2317750"/>
          <p14:tracePt t="26830" x="3929063" y="2317750"/>
          <p14:tracePt t="26838" x="3935413" y="2317750"/>
          <p14:tracePt t="26859" x="3948113" y="2317750"/>
          <p14:tracePt t="26864" x="3954463" y="2317750"/>
          <p14:tracePt t="26874" x="3967163" y="2317750"/>
          <p14:tracePt t="26877" x="3973513" y="2317750"/>
          <p14:tracePt t="26885" x="3979863" y="2317750"/>
          <p14:tracePt t="26892" x="3990975" y="2317750"/>
          <p14:tracePt t="26912" x="4003675" y="2311400"/>
          <p14:tracePt t="26934" x="4016375" y="2305050"/>
          <p14:tracePt t="26953" x="4022725" y="2305050"/>
          <p14:tracePt t="27080" x="4022725" y="2298700"/>
          <p14:tracePt t="27095" x="4029075" y="2298700"/>
          <p14:tracePt t="27108" x="4041775" y="2298700"/>
          <p14:tracePt t="27117" x="4048125" y="2298700"/>
          <p14:tracePt t="27124" x="4052888" y="2298700"/>
          <p14:tracePt t="27142" x="4065588" y="2286000"/>
          <p14:tracePt t="27147" x="4071938" y="2286000"/>
          <p14:tracePt t="27160" x="4078288" y="2286000"/>
          <p14:tracePt t="27282" x="4090988" y="2286000"/>
          <p14:tracePt t="27414" x="4097338" y="2286000"/>
          <p14:tracePt t="27428" x="4103688" y="2286000"/>
          <p14:tracePt t="27445" x="4110038" y="2286000"/>
          <p14:tracePt t="27513" x="4116388" y="2286000"/>
          <p14:tracePt t="27524" x="4140200" y="2286000"/>
          <p14:tracePt t="27535" x="4146550" y="2286000"/>
          <p14:tracePt t="27543" x="4152900" y="2286000"/>
          <p14:tracePt t="27560" x="4171950" y="2286000"/>
          <p14:tracePt t="27580" x="4214813" y="2286000"/>
          <p14:tracePt t="27591" x="4221163" y="2286000"/>
          <p14:tracePt t="27599" x="4233863" y="2286000"/>
          <p14:tracePt t="27608" x="4240213" y="2286000"/>
          <p14:tracePt t="27612" x="4257675" y="2286000"/>
          <p14:tracePt t="27620" x="4264025" y="2286000"/>
          <p14:tracePt t="27628" x="4276725" y="2286000"/>
          <p14:tracePt t="27643" x="4302125" y="2286000"/>
          <p14:tracePt t="27658" x="4313238" y="2286000"/>
          <p14:tracePt t="27679" x="4357688" y="2286000"/>
          <p14:tracePt t="27694" x="4370388" y="2286000"/>
          <p14:tracePt t="27708" x="4376738" y="2279650"/>
          <p14:tracePt t="27969" x="4381500" y="2279650"/>
          <p14:tracePt t="27984" x="4394200" y="2279650"/>
          <p14:tracePt t="27991" x="4406900" y="2279650"/>
          <p14:tracePt t="27997" x="4419600" y="2273300"/>
          <p14:tracePt t="28003" x="4438650" y="2273300"/>
          <p14:tracePt t="28016" x="4449763" y="2273300"/>
          <p14:tracePt t="28042" x="4530725" y="2254250"/>
          <p14:tracePt t="28050" x="4568825" y="2254250"/>
          <p14:tracePt t="28057" x="4624388" y="2243138"/>
          <p14:tracePt t="28067" x="4673600" y="2243138"/>
          <p14:tracePt t="28083" x="4767263" y="2224088"/>
          <p14:tracePt t="28097" x="4822825" y="2211388"/>
          <p14:tracePt t="28100" x="4872038" y="2211388"/>
          <p14:tracePt t="28114" x="4921250" y="2211388"/>
          <p14:tracePt t="28117" x="4989513" y="2211388"/>
          <p14:tracePt t="28131" x="5038725" y="2211388"/>
          <p14:tracePt t="28141" x="5089525" y="2211388"/>
          <p14:tracePt t="28159" x="5200650" y="2211388"/>
          <p14:tracePt t="28169" x="5237163" y="2211388"/>
          <p14:tracePt t="28183" x="5281613" y="2211388"/>
          <p14:tracePt t="28194" x="5292725" y="2211388"/>
          <p14:tracePt t="28207" x="5299075" y="2211388"/>
          <p14:tracePt t="28225" x="5305425" y="2211388"/>
          <p14:tracePt t="28863" x="5305425" y="2198688"/>
          <p14:tracePt t="28878" x="5318125" y="2174875"/>
          <p14:tracePt t="28891" x="5324475" y="2162175"/>
          <p14:tracePt t="28902" x="5330825" y="2143125"/>
          <p14:tracePt t="29251" x="5299075" y="2181225"/>
          <p14:tracePt t="29287" x="5256213" y="2198688"/>
          <p14:tracePt t="29305" x="5156200" y="2266950"/>
          <p14:tracePt t="29320" x="5113338" y="2305050"/>
          <p14:tracePt t="29327" x="5070475" y="2322513"/>
          <p14:tracePt t="29334" x="5014913" y="2341563"/>
          <p14:tracePt t="29343" x="4970463" y="2379663"/>
          <p14:tracePt t="29352" x="4914900" y="2397125"/>
          <p14:tracePt t="29359" x="4859338" y="2435225"/>
          <p14:tracePt t="29369" x="4797425" y="2471738"/>
          <p14:tracePt t="29375" x="4729163" y="2503488"/>
          <p14:tracePt t="29386" x="4637088" y="2546350"/>
          <p14:tracePt t="29391" x="4537075" y="2582863"/>
          <p14:tracePt t="29401" x="4462463" y="2620963"/>
          <p14:tracePt t="29408" x="4357688" y="2657475"/>
          <p14:tracePt t="29420" x="4116388" y="2738438"/>
          <p14:tracePt t="29431" x="3997325" y="2774950"/>
          <p14:tracePt t="29443" x="3879850" y="2806700"/>
          <p14:tracePt t="29447" x="3743325" y="2830513"/>
          <p14:tracePt t="29458" x="3625850" y="2855913"/>
          <p14:tracePt t="29476" x="3290888" y="2892425"/>
          <p14:tracePt t="29491" x="3192463" y="2905125"/>
          <p14:tracePt t="29498" x="3086100" y="2917825"/>
          <p14:tracePt t="29506" x="2876550" y="2917825"/>
          <p14:tracePt t="29517" x="2789238" y="2917825"/>
          <p14:tracePt t="29525" x="2708275" y="2917825"/>
          <p14:tracePt t="29543" x="2584450" y="2930525"/>
          <p14:tracePt t="29559" x="2466975" y="2930525"/>
          <p14:tracePt t="29565" x="2398713" y="2930525"/>
          <p14:tracePt t="29575" x="2330450" y="2943225"/>
          <p14:tracePt t="29584" x="2305050" y="2943225"/>
          <p14:tracePt t="29589" x="2268538" y="2943225"/>
          <p14:tracePt t="29597" x="2212975" y="2954338"/>
          <p14:tracePt t="29609" x="2181225" y="2954338"/>
          <p14:tracePt t="29613" x="2138363" y="2960688"/>
          <p14:tracePt t="29618" x="2101850" y="2960688"/>
          <p14:tracePt t="29627" x="2063750" y="2973388"/>
          <p14:tracePt t="29644" x="1978025" y="2973388"/>
          <p14:tracePt t="29650" x="1939925" y="2973388"/>
          <p14:tracePt t="29666" x="1884363" y="2979738"/>
          <p14:tracePt t="29676" x="1858963" y="2979738"/>
          <p14:tracePt t="29694" x="1809750" y="2979738"/>
          <p14:tracePt t="29703" x="1790700" y="2979738"/>
          <p14:tracePt t="29714" x="1766888" y="2979738"/>
          <p14:tracePt t="29725" x="1711325" y="2992438"/>
          <p14:tracePt t="29730" x="1685925" y="2992438"/>
          <p14:tracePt t="29741" x="1649413" y="2998788"/>
          <p14:tracePt t="29759" x="1581150" y="2998788"/>
          <p14:tracePt t="29780" x="1493838" y="2998788"/>
          <p14:tracePt t="29787" x="1431925" y="2998788"/>
          <p14:tracePt t="29794" x="1419225" y="2998788"/>
          <p14:tracePt t="29806" x="1400175" y="2998788"/>
          <p14:tracePt t="29820" x="1393825" y="2998788"/>
          <p14:tracePt t="29827" x="1389063" y="2998788"/>
          <p14:tracePt t="29844" x="1382713" y="2998788"/>
          <p14:tracePt t="29877" x="1376363" y="2998788"/>
          <p14:tracePt t="29925" x="1376363" y="2992438"/>
          <p14:tracePt t="29940" x="1363663" y="2986088"/>
          <p14:tracePt t="29952" x="1363663" y="2979738"/>
          <p14:tracePt t="29959" x="1357313" y="2979738"/>
          <p14:tracePt t="29976" x="1357313" y="2967038"/>
          <p14:tracePt t="29983" x="1350963" y="2954338"/>
          <p14:tracePt t="29993" x="1350963" y="2949575"/>
          <p14:tracePt t="30001" x="1344613" y="2943225"/>
          <p14:tracePt t="30011" x="1344613" y="2936875"/>
          <p14:tracePt t="30028" x="1338263" y="2930525"/>
          <p14:tracePt t="30231" x="1344613" y="2930525"/>
          <p14:tracePt t="30247" x="1350963" y="2930525"/>
          <p14:tracePt t="30261" x="1370013" y="2930525"/>
          <p14:tracePt t="30283" x="1412875" y="2930525"/>
          <p14:tracePt t="30293" x="1425575" y="2930525"/>
          <p14:tracePt t="30305" x="1444625" y="2924175"/>
          <p14:tracePt t="30315" x="1468438" y="2924175"/>
          <p14:tracePt t="30325" x="1474788" y="2924175"/>
          <p14:tracePt t="30336" x="1481138" y="2924175"/>
          <p14:tracePt t="30342" x="1493838" y="2924175"/>
          <p14:tracePt t="30348" x="1500188" y="2924175"/>
          <p14:tracePt t="30354" x="1512888" y="2924175"/>
          <p14:tracePt t="30368" x="1519238" y="2924175"/>
          <p14:tracePt t="30376" x="1524000" y="2924175"/>
          <p14:tracePt t="30393" x="1536700" y="2924175"/>
          <p14:tracePt t="30410" x="1543050" y="2924175"/>
          <p14:tracePt t="30414" x="1549400" y="2930525"/>
          <p14:tracePt t="30417" x="1562100" y="2930525"/>
          <p14:tracePt t="30546" x="1555750" y="2936875"/>
          <p14:tracePt t="30556" x="1549400" y="2943225"/>
          <p14:tracePt t="30564" x="1543050" y="2943225"/>
          <p14:tracePt t="30581" x="1536700" y="2949575"/>
          <p14:tracePt t="30587" x="1530350" y="2954338"/>
          <p14:tracePt t="30599" x="1524000" y="2954338"/>
          <p14:tracePt t="30610" x="1519238" y="2954338"/>
          <p14:tracePt t="30620" x="1519238" y="2960688"/>
          <p14:tracePt t="30639" x="1506538" y="2960688"/>
          <p14:tracePt t="30651" x="1500188" y="2960688"/>
          <p14:tracePt t="30676" x="1493838" y="2960688"/>
          <p14:tracePt t="30692" x="1487488" y="2960688"/>
          <p14:tracePt t="30707" x="1481138" y="2960688"/>
          <p14:tracePt t="30718" x="1474788" y="2960688"/>
          <p14:tracePt t="30731" x="1468438" y="2960688"/>
          <p14:tracePt t="30745" x="1450975" y="2960688"/>
          <p14:tracePt t="30760" x="1444625" y="2960688"/>
          <p14:tracePt t="31034" x="1462088" y="2960688"/>
          <p14:tracePt t="31049" x="1474788" y="2960688"/>
          <p14:tracePt t="31063" x="1487488" y="2960688"/>
          <p14:tracePt t="31077" x="1519238" y="2960688"/>
          <p14:tracePt t="31093" x="1555750" y="2960688"/>
          <p14:tracePt t="31097" x="1568450" y="2960688"/>
          <p14:tracePt t="31116" x="1611313" y="2967038"/>
          <p14:tracePt t="31128" x="1624013" y="2967038"/>
          <p14:tracePt t="31134" x="1643063" y="2967038"/>
          <p14:tracePt t="31141" x="1654175" y="2967038"/>
          <p14:tracePt t="31149" x="1679575" y="2967038"/>
          <p14:tracePt t="31164" x="1722438" y="2960688"/>
          <p14:tracePt t="31178" x="1754188" y="2960688"/>
          <p14:tracePt t="31187" x="1790700" y="2960688"/>
          <p14:tracePt t="31203" x="1809750" y="2960688"/>
          <p14:tracePt t="31211" x="1828800" y="2960688"/>
          <p14:tracePt t="31226" x="1841500" y="2960688"/>
          <p14:tracePt t="31245" x="1871663" y="2960688"/>
          <p14:tracePt t="31252" x="1878013" y="2960688"/>
          <p14:tracePt t="31258" x="1897063" y="2960688"/>
          <p14:tracePt t="31270" x="1909763" y="2960688"/>
          <p14:tracePt t="31283" x="1952625" y="2960688"/>
          <p14:tracePt t="31293" x="1978025" y="2960688"/>
          <p14:tracePt t="31311" x="2008188" y="2960688"/>
          <p14:tracePt t="31315" x="2039938" y="2960688"/>
          <p14:tracePt t="31323" x="2051050" y="2960688"/>
          <p14:tracePt t="31334" x="2070100" y="2954338"/>
          <p14:tracePt t="31344" x="2095500" y="2954338"/>
          <p14:tracePt t="31359" x="2132013" y="2943225"/>
          <p14:tracePt t="31371" x="2163763" y="2943225"/>
          <p14:tracePt t="31379" x="2174875" y="2943225"/>
          <p14:tracePt t="31390" x="2193925" y="2936875"/>
          <p14:tracePt t="31403" x="2249488" y="2924175"/>
          <p14:tracePt t="31414" x="2274888" y="2924175"/>
          <p14:tracePt t="31428" x="2305050" y="2917825"/>
          <p14:tracePt t="31443" x="2330450" y="2917825"/>
          <p14:tracePt t="31461" x="2343150" y="2917825"/>
          <p14:tracePt t="31467" x="2349500" y="2917825"/>
          <p14:tracePt t="31481" x="2355850" y="2917825"/>
          <p14:tracePt t="31492" x="2373313" y="2917825"/>
          <p14:tracePt t="31509" x="2386013" y="2917825"/>
          <p14:tracePt t="31516" x="2392363" y="2917825"/>
          <p14:tracePt t="31526" x="2405063" y="2917825"/>
          <p14:tracePt t="31534" x="2417763" y="2917825"/>
          <p14:tracePt t="31551" x="2454275" y="2917825"/>
          <p14:tracePt t="31573" x="2528888" y="2905125"/>
          <p14:tracePt t="31578" x="2565400" y="2905125"/>
          <p14:tracePt t="31583" x="2584450" y="2905125"/>
          <p14:tracePt t="31595" x="2659063" y="2898775"/>
          <p14:tracePt t="31611" x="2746375" y="2887663"/>
          <p14:tracePt t="31626" x="2776538" y="2887663"/>
          <p14:tracePt t="31647" x="2820988" y="2887663"/>
          <p14:tracePt t="31654" x="2825750" y="2887663"/>
          <p14:tracePt t="31707" x="2838450" y="2887663"/>
          <p14:tracePt t="31734" x="2851150" y="2887663"/>
          <p14:tracePt t="31741" x="2887663" y="2881313"/>
          <p14:tracePt t="31758" x="2944813" y="2862263"/>
          <p14:tracePt t="31768" x="3013075" y="2849563"/>
          <p14:tracePt t="31774" x="3079750" y="2849563"/>
          <p14:tracePt t="31794" x="3209925" y="2836863"/>
          <p14:tracePt t="31811" x="3222625" y="2836863"/>
          <p14:tracePt t="31835" x="3278188" y="2843213"/>
          <p14:tracePt t="31838" x="3303588" y="2849563"/>
          <p14:tracePt t="31845" x="3346450" y="2849563"/>
          <p14:tracePt t="31850" x="3378200" y="2849563"/>
          <p14:tracePt t="31862" x="3403600" y="2849563"/>
          <p14:tracePt t="31876" x="3489325" y="2849563"/>
          <p14:tracePt t="31893" x="3582988" y="2849563"/>
          <p14:tracePt t="31910" x="3681413" y="2843213"/>
          <p14:tracePt t="31930" x="3730625" y="2836863"/>
          <p14:tracePt t="31935" x="3749675" y="2836863"/>
          <p14:tracePt t="31951" x="3805238" y="2836863"/>
          <p14:tracePt t="31958" x="3830638" y="2836863"/>
          <p14:tracePt t="31967" x="3843338" y="2836863"/>
          <p14:tracePt t="31972" x="3873500" y="2836863"/>
          <p14:tracePt t="31979" x="3911600" y="2836863"/>
          <p14:tracePt t="31991" x="3922713" y="2836863"/>
          <p14:tracePt t="32000" x="3954463" y="2836863"/>
          <p14:tracePt t="32016" x="3990975" y="2836863"/>
          <p14:tracePt t="32025" x="4022725" y="2836863"/>
          <p14:tracePt t="32038" x="4041775" y="2836863"/>
          <p14:tracePt t="32050" x="4048125" y="2836863"/>
          <p14:tracePt t="32063" x="4052888" y="2836863"/>
          <p14:tracePt t="32070" x="4059238" y="2836863"/>
          <p14:tracePt t="32077" x="4071938" y="2836863"/>
          <p14:tracePt t="32087" x="4078288" y="2836863"/>
          <p14:tracePt t="32094" x="4084638" y="2836863"/>
          <p14:tracePt t="32108" x="4103688" y="2836863"/>
          <p14:tracePt t="32125" x="4121150" y="2836863"/>
          <p14:tracePt t="32143" x="4133850" y="2836863"/>
          <p14:tracePt t="32153" x="4140200" y="2836863"/>
          <p14:tracePt t="32159" x="4146550" y="2836863"/>
          <p14:tracePt t="32166" x="4152900" y="2836863"/>
          <p14:tracePt t="32190" x="4165600" y="2836863"/>
          <p14:tracePt t="32316" x="4171950" y="2836863"/>
          <p14:tracePt t="32341" x="4189413" y="2843213"/>
          <p14:tracePt t="32347" x="4195763" y="2843213"/>
          <p14:tracePt t="32353" x="4202113" y="2843213"/>
          <p14:tracePt t="32366" x="4214813" y="2843213"/>
          <p14:tracePt t="32379" x="4221163" y="2849563"/>
          <p14:tracePt t="32393" x="4227513" y="2849563"/>
          <p14:tracePt t="32400" x="4233863" y="2849563"/>
          <p14:tracePt t="32407" x="4240213" y="2862263"/>
          <p14:tracePt t="32413" x="4246563" y="2862263"/>
          <p14:tracePt t="32427" x="4264025" y="2862263"/>
          <p14:tracePt t="32434" x="4270375" y="2862263"/>
          <p14:tracePt t="32441" x="4283075" y="2868613"/>
          <p14:tracePt t="32452" x="4295775" y="2868613"/>
          <p14:tracePt t="32463" x="4313238" y="2868613"/>
          <p14:tracePt t="32476" x="4338638" y="2868613"/>
          <p14:tracePt t="32499" x="4351338" y="2868613"/>
          <p14:tracePt t="32503" x="4357688" y="2868613"/>
          <p14:tracePt t="32513" x="4370388" y="2868613"/>
          <p14:tracePt t="32527" x="4406900" y="2868613"/>
          <p14:tracePt t="32543" x="4419600" y="2868613"/>
          <p14:tracePt t="32553" x="4432300" y="2868613"/>
          <p14:tracePt t="32560" x="4438650" y="2868613"/>
          <p14:tracePt t="32567" x="4456113" y="2868613"/>
          <p14:tracePt t="32584" x="4487863" y="2868613"/>
          <p14:tracePt t="32589" x="4500563" y="2868613"/>
          <p14:tracePt t="32597" x="4518025" y="2868613"/>
          <p14:tracePt t="32609" x="4543425" y="2868613"/>
          <p14:tracePt t="32626" x="4598988" y="2868613"/>
          <p14:tracePt t="32646" x="4660900" y="2868613"/>
          <p14:tracePt t="32653" x="4692650" y="2868613"/>
          <p14:tracePt t="32661" x="4703763" y="2868613"/>
          <p14:tracePt t="32685" x="4784725" y="2868613"/>
          <p14:tracePt t="32693" x="4803775" y="2868613"/>
          <p14:tracePt t="32700" x="4816475" y="2868613"/>
          <p14:tracePt t="32714" x="4833938" y="2868613"/>
          <p14:tracePt t="32726" x="4865688" y="2868613"/>
          <p14:tracePt t="32733" x="4891088" y="2868613"/>
          <p14:tracePt t="32739" x="4908550" y="2868613"/>
          <p14:tracePt t="32746" x="4914900" y="2868613"/>
          <p14:tracePt t="32754" x="4921250" y="2868613"/>
          <p14:tracePt t="32764" x="4927600" y="2868613"/>
          <p14:tracePt t="32775" x="4946650" y="2868613"/>
          <p14:tracePt t="32796" x="4989513" y="2868613"/>
          <p14:tracePt t="32812" x="5021263" y="2868613"/>
          <p14:tracePt t="32819" x="5038725" y="2868613"/>
          <p14:tracePt t="32833" x="5057775" y="2868613"/>
          <p14:tracePt t="32837" x="5083175" y="2868613"/>
          <p14:tracePt t="32850" x="5126038" y="2868613"/>
          <p14:tracePt t="32864" x="5151438" y="2868613"/>
          <p14:tracePt t="32877" x="5194300" y="2868613"/>
          <p14:tracePt t="32893" x="5213350" y="2868613"/>
          <p14:tracePt t="32898" x="5219700" y="2868613"/>
          <p14:tracePt t="32907" x="5237163" y="2868613"/>
          <p14:tracePt t="32924" x="5249863" y="2868613"/>
          <p14:tracePt t="32934" x="5268913" y="2868613"/>
          <p14:tracePt t="32946" x="5281613" y="2874963"/>
          <p14:tracePt t="32959" x="5286375" y="2874963"/>
          <p14:tracePt t="32964" x="5292725" y="2874963"/>
          <p14:tracePt t="32983" x="5318125" y="2874963"/>
          <p14:tracePt t="33004" x="5343525" y="2874963"/>
          <p14:tracePt t="33024" x="5373688" y="2874963"/>
          <p14:tracePt t="33035" x="5392738" y="2874963"/>
          <p14:tracePt t="33043" x="5416550" y="2874963"/>
          <p14:tracePt t="33052" x="5422900" y="2874963"/>
          <p14:tracePt t="33063" x="5429250" y="2874963"/>
          <p14:tracePt t="33078" x="5435600" y="2874963"/>
          <p14:tracePt t="33094" x="5441950" y="2874963"/>
          <p14:tracePt t="33124" x="5448300" y="2874963"/>
          <p14:tracePt t="33712" x="5448300" y="2881313"/>
          <p14:tracePt t="33727" x="5441950" y="2887663"/>
          <p14:tracePt t="33742" x="5429250" y="2887663"/>
          <p14:tracePt t="33749" x="5411788" y="2887663"/>
          <p14:tracePt t="33764" x="5399088" y="2887663"/>
          <p14:tracePt t="33777" x="5343525" y="2887663"/>
          <p14:tracePt t="33781" x="5318125" y="2887663"/>
          <p14:tracePt t="33794" x="5286375" y="2887663"/>
          <p14:tracePt t="33811" x="5243513" y="2887663"/>
          <p14:tracePt t="33830" x="5213350" y="2911475"/>
          <p14:tracePt t="33837" x="5200650" y="2917825"/>
          <p14:tracePt t="33845" x="5187950" y="2930525"/>
          <p14:tracePt t="33858" x="5181600" y="2936875"/>
          <p14:tracePt t="33874" x="5156200" y="2949575"/>
          <p14:tracePt t="33878" x="5151438" y="2954338"/>
          <p14:tracePt t="33886" x="5138738" y="2960688"/>
          <p14:tracePt t="33894" x="5126038" y="2973388"/>
          <p14:tracePt t="33898" x="5113338" y="2979738"/>
          <p14:tracePt t="33909" x="5083175" y="2998788"/>
          <p14:tracePt t="33926" x="5038725" y="3016250"/>
          <p14:tracePt t="33944" x="4995863" y="3022600"/>
          <p14:tracePt t="33952" x="4970463" y="3035300"/>
          <p14:tracePt t="33963" x="4902200" y="3054350"/>
          <p14:tracePt t="33977" x="4865688" y="3060700"/>
          <p14:tracePt t="33984" x="4829175" y="3060700"/>
          <p14:tracePt t="33998" x="4754563" y="3073400"/>
          <p14:tracePt t="34010" x="4673600" y="3079750"/>
          <p14:tracePt t="34028" x="4611688" y="3097213"/>
          <p14:tracePt t="34045" x="4524375" y="3116263"/>
          <p14:tracePt t="34066" x="4432300" y="3128963"/>
          <p14:tracePt t="34085" x="4364038" y="3135313"/>
          <p14:tracePt t="34095" x="4325938" y="3146425"/>
          <p14:tracePt t="34105" x="4313238" y="3152775"/>
          <p14:tracePt t="34112" x="4283075" y="3152775"/>
          <p14:tracePt t="34118" x="4276725" y="3152775"/>
          <p14:tracePt t="34128" x="4264025" y="3159125"/>
          <p14:tracePt t="34144" x="4240213" y="3165475"/>
          <p14:tracePt t="34160" x="4195763" y="3184525"/>
          <p14:tracePt t="34178" x="4103688" y="3214688"/>
          <p14:tracePt t="34192" x="4052888" y="3233738"/>
          <p14:tracePt t="34200" x="3997325" y="3246438"/>
          <p14:tracePt t="34216" x="3905250" y="3276600"/>
          <p14:tracePt t="34226" x="3811588" y="3295650"/>
          <p14:tracePt t="34244" x="3736975" y="3308350"/>
          <p14:tracePt t="34261" x="3668713" y="3321050"/>
          <p14:tracePt t="34278" x="3582988" y="3321050"/>
          <p14:tracePt t="34285" x="3544888" y="3321050"/>
          <p14:tracePt t="34294" x="3521075" y="3321050"/>
          <p14:tracePt t="34299" x="3470275" y="3321050"/>
          <p14:tracePt t="34308" x="3403600" y="3321050"/>
          <p14:tracePt t="34317" x="3335338" y="3321050"/>
          <p14:tracePt t="34327" x="3267075" y="3321050"/>
          <p14:tracePt t="34331" x="3235325" y="3321050"/>
          <p14:tracePt t="34344" x="3186113" y="3321050"/>
          <p14:tracePt t="34347" x="3079750" y="3321050"/>
          <p14:tracePt t="34364" x="2919413" y="3321050"/>
          <p14:tracePt t="34373" x="2820988" y="3321050"/>
          <p14:tracePt t="34380" x="2701925" y="3321050"/>
          <p14:tracePt t="34386" x="2616200" y="3321050"/>
          <p14:tracePt t="34395" x="2535238" y="3321050"/>
          <p14:tracePt t="34410" x="2417763" y="3321050"/>
          <p14:tracePt t="34428" x="2311400" y="3321050"/>
          <p14:tracePt t="34443" x="2236788" y="3321050"/>
          <p14:tracePt t="34460" x="2187575" y="3321050"/>
          <p14:tracePt t="34476" x="2174875" y="3321050"/>
          <p14:tracePt t="34485" x="2163763" y="3321050"/>
          <p14:tracePt t="34494" x="2151063" y="3327400"/>
          <p14:tracePt t="34503" x="2144713" y="3333750"/>
          <p14:tracePt t="34510" x="2138363" y="3333750"/>
          <p14:tracePt t="34525" x="2119313" y="3338513"/>
          <p14:tracePt t="34534" x="2089150" y="3344863"/>
          <p14:tracePt t="34539" x="2070100" y="3357563"/>
          <p14:tracePt t="34548" x="2057400" y="3357563"/>
          <p14:tracePt t="34561" x="2033588" y="3357563"/>
          <p14:tracePt t="34577" x="1978025" y="3363913"/>
          <p14:tracePt t="34592" x="1914525" y="3363913"/>
          <p14:tracePt t="34595" x="1878013" y="3363913"/>
          <p14:tracePt t="34609" x="1852613" y="3363913"/>
          <p14:tracePt t="34615" x="1835150" y="3363913"/>
          <p14:tracePt t="34627" x="1790700" y="3363913"/>
          <p14:tracePt t="34636" x="1779588" y="3363913"/>
          <p14:tracePt t="34644" x="1760538" y="3363913"/>
          <p14:tracePt t="34659" x="1747838" y="3363913"/>
          <p14:tracePt t="34676" x="1735138" y="3363913"/>
          <p14:tracePt t="34704" x="1728788" y="3363913"/>
          <p14:tracePt t="34716" x="1717675" y="3363913"/>
          <p14:tracePt t="34735" x="1711325" y="3363913"/>
          <p14:tracePt t="34744" x="1704975" y="3363913"/>
          <p14:tracePt t="34748" x="1698625" y="3363913"/>
          <p14:tracePt t="34760" x="1685925" y="3363913"/>
          <p14:tracePt t="34765" x="1666875" y="3363913"/>
          <p14:tracePt t="34769" x="1654175" y="3363913"/>
          <p14:tracePt t="34779" x="1624013" y="3363913"/>
          <p14:tracePt t="34797" x="1592263" y="3363913"/>
          <p14:tracePt t="34812" x="1587500" y="3363913"/>
          <p14:tracePt t="34830" x="1581150" y="3363913"/>
          <p14:tracePt t="34877" x="1574800" y="3363913"/>
          <p14:tracePt t="34915" x="1568450" y="3363913"/>
          <p14:tracePt t="35068" x="1555750" y="3363913"/>
          <p14:tracePt t="35076" x="1555750" y="3357563"/>
          <p14:tracePt t="35101" x="1549400" y="3357563"/>
          <p14:tracePt t="35136" x="1543050" y="3351213"/>
          <p14:tracePt t="35165" x="1536700" y="3351213"/>
          <p14:tracePt t="35204" x="1536700" y="3344863"/>
          <p14:tracePt t="35221" x="1530350" y="3344863"/>
          <p14:tracePt t="35244" x="1524000" y="3344863"/>
          <p14:tracePt t="35299" x="1524000" y="3338513"/>
          <p14:tracePt t="35327" x="1519238" y="3333750"/>
          <p14:tracePt t="35347" x="1519238" y="3327400"/>
          <p14:tracePt t="35701" x="1524000" y="3327400"/>
          <p14:tracePt t="35717" x="1543050" y="3327400"/>
          <p14:tracePt t="35722" x="1562100" y="3327400"/>
          <p14:tracePt t="35734" x="1568450" y="3327400"/>
          <p14:tracePt t="35744" x="1574800" y="3333750"/>
          <p14:tracePt t="35762" x="1604963" y="3333750"/>
          <p14:tracePt t="35769" x="1643063" y="3333750"/>
          <p14:tracePt t="35774" x="1673225" y="3333750"/>
          <p14:tracePt t="35783" x="1698625" y="3338513"/>
          <p14:tracePt t="35794" x="1760538" y="3338513"/>
          <p14:tracePt t="35811" x="1822450" y="3338513"/>
          <p14:tracePt t="35827" x="1909763" y="3338513"/>
          <p14:tracePt t="35845" x="1952625" y="3338513"/>
          <p14:tracePt t="35862" x="1995488" y="3338513"/>
          <p14:tracePt t="35867" x="2001838" y="3338513"/>
          <p14:tracePt t="35880" x="2020888" y="3338513"/>
          <p14:tracePt t="35893" x="2027238" y="3338513"/>
          <p14:tracePt t="35914" x="2051050" y="3338513"/>
          <p14:tracePt t="35930" x="2082800" y="3338513"/>
          <p14:tracePt t="35949" x="2119313" y="3338513"/>
          <p14:tracePt t="35966" x="2151063" y="3338513"/>
          <p14:tracePt t="35969" x="2174875" y="3338513"/>
          <p14:tracePt t="35983" x="2187575" y="3338513"/>
          <p14:tracePt t="35995" x="2232025" y="3338513"/>
          <p14:tracePt t="36005" x="2249488" y="3338513"/>
          <p14:tracePt t="36015" x="2255838" y="3338513"/>
          <p14:tracePt t="36028" x="2274888" y="3338513"/>
          <p14:tracePt t="36047" x="2293938" y="3338513"/>
          <p14:tracePt t="36064" x="2300288" y="3338513"/>
          <p14:tracePt t="36092" x="2311400" y="3338513"/>
          <p14:tracePt t="36204" x="2317750" y="3338513"/>
          <p14:tracePt t="36213" x="2330450" y="3338513"/>
          <p14:tracePt t="36223" x="2349500" y="3338513"/>
          <p14:tracePt t="36247" x="2386013" y="3338513"/>
          <p14:tracePt t="36260" x="2398713" y="3338513"/>
          <p14:tracePt t="36267" x="2405063" y="3338513"/>
          <p14:tracePt t="36277" x="2411413" y="3338513"/>
          <p14:tracePt t="36284" x="2417763" y="3338513"/>
          <p14:tracePt t="36293" x="2430463" y="3338513"/>
          <p14:tracePt t="36304" x="2435225" y="3338513"/>
          <p14:tracePt t="36314" x="2447925" y="3338513"/>
          <p14:tracePt t="36326" x="2454275" y="3338513"/>
          <p14:tracePt t="36330" x="2460625" y="3338513"/>
          <p14:tracePt t="36345" x="2479675" y="3338513"/>
          <p14:tracePt t="36350" x="2486025" y="3338513"/>
          <p14:tracePt t="36354" x="2492375" y="3338513"/>
          <p14:tracePt t="36365" x="2497138" y="3338513"/>
          <p14:tracePt t="36381" x="2503488" y="3338513"/>
          <p14:tracePt t="36390" x="2516188" y="3338513"/>
          <p14:tracePt t="36400" x="2522538" y="3338513"/>
          <p14:tracePt t="36411" x="2528888" y="3338513"/>
          <p14:tracePt t="36429" x="2547938" y="3338513"/>
          <p14:tracePt t="36447" x="2578100" y="3338513"/>
          <p14:tracePt t="36452" x="2597150" y="3338513"/>
          <p14:tracePt t="36460" x="2609850" y="3338513"/>
          <p14:tracePt t="36469" x="2640013" y="3338513"/>
          <p14:tracePt t="36481" x="2646363" y="3338513"/>
          <p14:tracePt t="36504" x="2690813" y="3338513"/>
          <p14:tracePt t="36513" x="2695575" y="3338513"/>
          <p14:tracePt t="36517" x="2720975" y="3338513"/>
          <p14:tracePt t="36524" x="2740025" y="3338513"/>
          <p14:tracePt t="36530" x="2789238" y="3327400"/>
          <p14:tracePt t="36544" x="2814638" y="3327400"/>
          <p14:tracePt t="36547" x="2851150" y="3321050"/>
          <p14:tracePt t="36563" x="2919413" y="3308350"/>
          <p14:tracePt t="36580" x="2962275" y="3308350"/>
          <p14:tracePt t="36586" x="2987675" y="3308350"/>
          <p14:tracePt t="36594" x="3006725" y="3308350"/>
          <p14:tracePt t="36605" x="3017838" y="3308350"/>
          <p14:tracePt t="36612" x="3043238" y="3308350"/>
          <p14:tracePt t="36626" x="3074988" y="3308350"/>
          <p14:tracePt t="36645" x="3092450" y="3308350"/>
          <p14:tracePt t="36663" x="3105150" y="3308350"/>
          <p14:tracePt t="36685" x="3136900" y="3308350"/>
          <p14:tracePt t="36693" x="3148013" y="3308350"/>
          <p14:tracePt t="36700" x="3167063" y="3308350"/>
          <p14:tracePt t="36705" x="3179763" y="3308350"/>
          <p14:tracePt t="36715" x="3198813" y="3308350"/>
          <p14:tracePt t="36724" x="3205163" y="3308350"/>
          <p14:tracePt t="36731" x="3216275" y="3302000"/>
          <p14:tracePt t="36737" x="3235325" y="3302000"/>
          <p14:tracePt t="36747" x="3254375" y="3302000"/>
          <p14:tracePt t="36764" x="3284538" y="3302000"/>
          <p14:tracePt t="36779" x="3309938" y="3302000"/>
          <p14:tracePt t="36787" x="3340100" y="3302000"/>
          <p14:tracePt t="36795" x="3359150" y="3302000"/>
          <p14:tracePt t="36804" x="3365500" y="3302000"/>
          <p14:tracePt t="36821" x="3384550" y="3302000"/>
          <p14:tracePt t="36848" x="3390900" y="3302000"/>
          <p14:tracePt t="36861" x="3403600" y="3302000"/>
          <p14:tracePt t="36866" x="3408363" y="3302000"/>
          <p14:tracePt t="36878" x="3414713" y="3302000"/>
          <p14:tracePt t="36893" x="3421063" y="3302000"/>
          <p14:tracePt t="36898" x="3427413" y="3302000"/>
          <p14:tracePt t="36906" x="3433763" y="3302000"/>
          <p14:tracePt t="36918" x="3440113" y="3302000"/>
          <p14:tracePt t="36927" x="3452813" y="3302000"/>
          <p14:tracePt t="36938" x="3465513" y="3302000"/>
          <p14:tracePt t="36948" x="3476625" y="3302000"/>
          <p14:tracePt t="36956" x="3482975" y="3302000"/>
          <p14:tracePt t="36972" x="3502025" y="3302000"/>
          <p14:tracePt t="36978" x="3514725" y="3302000"/>
          <p14:tracePt t="36986" x="3521075" y="3302000"/>
          <p14:tracePt t="36996" x="3527425" y="3302000"/>
          <p14:tracePt t="37004" x="3538538" y="3302000"/>
          <p14:tracePt t="37015" x="3544888" y="3302000"/>
          <p14:tracePt t="37027" x="3551238" y="3302000"/>
          <p14:tracePt t="37036" x="3557588" y="3302000"/>
          <p14:tracePt t="37055" x="3563938" y="3302000"/>
          <p14:tracePt t="37071" x="3570288" y="3302000"/>
          <p14:tracePt t="37083" x="3600450" y="3302000"/>
          <p14:tracePt t="37096" x="3638550" y="3302000"/>
          <p14:tracePt t="37102" x="3657600" y="3302000"/>
          <p14:tracePt t="37114" x="3694113" y="3302000"/>
          <p14:tracePt t="37127" x="3781425" y="3302000"/>
          <p14:tracePt t="37146" x="3843338" y="3302000"/>
          <p14:tracePt t="37158" x="3867150" y="3302000"/>
          <p14:tracePt t="37168" x="3892550" y="3302000"/>
          <p14:tracePt t="37177" x="3941763" y="3314700"/>
          <p14:tracePt t="37195" x="3960813" y="3321050"/>
          <p14:tracePt t="37211" x="3967163" y="3327400"/>
          <p14:tracePt t="37233" x="3986213" y="3327400"/>
          <p14:tracePt t="37245" x="3997325" y="3333750"/>
          <p14:tracePt t="37253" x="4010025" y="3333750"/>
          <p14:tracePt t="37260" x="4029075" y="3333750"/>
          <p14:tracePt t="37277" x="4052888" y="3333750"/>
          <p14:tracePt t="37287" x="4065588" y="3333750"/>
          <p14:tracePt t="37295" x="4090988" y="3333750"/>
          <p14:tracePt t="37301" x="4110038" y="3333750"/>
          <p14:tracePt t="37306" x="4133850" y="3333750"/>
          <p14:tracePt t="37314" x="4152900" y="3338513"/>
          <p14:tracePt t="37327" x="4159250" y="3338513"/>
          <p14:tracePt t="37332" x="4165600" y="3338513"/>
          <p14:tracePt t="37339" x="4171950" y="3351213"/>
          <p14:tracePt t="37349" x="4189413" y="3351213"/>
          <p14:tracePt t="37360" x="4195763" y="3357563"/>
          <p14:tracePt t="37364" x="4202113" y="3357563"/>
          <p14:tracePt t="37377" x="4208463" y="3357563"/>
          <p14:tracePt t="37395" x="4214813" y="3357563"/>
          <p14:tracePt t="37403" x="4221163" y="3357563"/>
          <p14:tracePt t="37419" x="4233863" y="3357563"/>
          <p14:tracePt t="37436" x="4240213" y="3357563"/>
          <p14:tracePt t="37475" x="4246563" y="3357563"/>
          <p14:tracePt t="37487" x="4257675" y="3357563"/>
          <p14:tracePt t="37494" x="4283075" y="3357563"/>
          <p14:tracePt t="37503" x="4302125" y="3357563"/>
          <p14:tracePt t="37510" x="4325938" y="3357563"/>
          <p14:tracePt t="37525" x="4370388" y="3357563"/>
          <p14:tracePt t="37539" x="4406900" y="3357563"/>
          <p14:tracePt t="37550" x="4438650" y="3357563"/>
          <p14:tracePt t="37554" x="4462463" y="3357563"/>
          <p14:tracePt t="37562" x="4487863" y="3363913"/>
          <p14:tracePt t="37570" x="4500563" y="3363913"/>
          <p14:tracePt t="37582" x="4518025" y="3363913"/>
          <p14:tracePt t="37596" x="4537075" y="3363913"/>
          <p14:tracePt t="37611" x="4549775" y="3363913"/>
          <p14:tracePt t="37617" x="4556125" y="3363913"/>
          <p14:tracePt t="37628" x="4562475" y="3363913"/>
          <p14:tracePt t="37653" x="4598988" y="3363913"/>
          <p14:tracePt t="37671" x="4641850" y="3363913"/>
          <p14:tracePt t="37676" x="4660900" y="3351213"/>
          <p14:tracePt t="37681" x="4686300" y="3351213"/>
          <p14:tracePt t="37705" x="4729163" y="3351213"/>
          <p14:tracePt t="37711" x="4735513" y="3351213"/>
          <p14:tracePt t="37716" x="4741863" y="3351213"/>
          <p14:tracePt t="37725" x="4748213" y="3351213"/>
          <p14:tracePt t="37740" x="4754563" y="3351213"/>
          <p14:tracePt t="37795" x="4760913" y="3351213"/>
          <p14:tracePt t="37819" x="4778375" y="3351213"/>
          <p14:tracePt t="37828" x="4784725" y="3351213"/>
          <p14:tracePt t="37846" x="4797425" y="3351213"/>
          <p14:tracePt t="37850" x="4803775" y="3351213"/>
          <p14:tracePt t="37861" x="4816475" y="3351213"/>
          <p14:tracePt t="37878" x="4846638" y="3351213"/>
          <p14:tracePt t="37884" x="4859338" y="3351213"/>
          <p14:tracePt t="37898" x="4891088" y="3351213"/>
          <p14:tracePt t="37910" x="4895850" y="3357563"/>
          <p14:tracePt t="37914" x="4914900" y="3357563"/>
          <p14:tracePt t="37928" x="4921250" y="3357563"/>
          <p14:tracePt t="37938" x="4927600" y="3363913"/>
          <p14:tracePt t="37954" x="4976813" y="3363913"/>
          <p14:tracePt t="37962" x="4989513" y="3363913"/>
          <p14:tracePt t="37975" x="5008563" y="3363913"/>
          <p14:tracePt t="37983" x="5014913" y="3363913"/>
          <p14:tracePt t="37991" x="5026025" y="3363913"/>
          <p14:tracePt t="38000" x="5032375" y="3363913"/>
          <p14:tracePt t="38006" x="5045075" y="3363913"/>
          <p14:tracePt t="38021" x="5057775" y="3363913"/>
          <p14:tracePt t="38033" x="5070475" y="3363913"/>
          <p14:tracePt t="38045" x="5089525" y="3363913"/>
          <p14:tracePt t="38051" x="5094288" y="3370263"/>
          <p14:tracePt t="38061" x="5106988" y="3370263"/>
          <p14:tracePt t="38079" x="5113338" y="3370263"/>
          <p14:tracePt t="38086" x="5138738" y="3370263"/>
          <p14:tracePt t="38093" x="5145088" y="3370263"/>
          <p14:tracePt t="38100" x="5151438" y="3370263"/>
          <p14:tracePt t="38105" x="5156200" y="3370263"/>
          <p14:tracePt t="38114" x="5168900" y="3370263"/>
          <p14:tracePt t="38129" x="5175250" y="3370263"/>
          <p14:tracePt t="38213" x="5181600" y="3370263"/>
          <p14:tracePt t="38222" x="5187950" y="3370263"/>
          <p14:tracePt t="38237" x="5219700" y="3370263"/>
          <p14:tracePt t="38244" x="5237163" y="3370263"/>
          <p14:tracePt t="38252" x="5262563" y="3370263"/>
          <p14:tracePt t="38257" x="5299075" y="3370263"/>
          <p14:tracePt t="38266" x="5337175" y="3370263"/>
          <p14:tracePt t="38278" x="5360988" y="3370263"/>
          <p14:tracePt t="38283" x="5399088" y="3370263"/>
          <p14:tracePt t="38296" x="5422900" y="3376613"/>
          <p14:tracePt t="38303" x="5441950" y="3376613"/>
          <p14:tracePt t="38318" x="5484813" y="3389313"/>
          <p14:tracePt t="38323" x="5503863" y="3389313"/>
          <p14:tracePt t="38331" x="5510213" y="3389313"/>
          <p14:tracePt t="38338" x="5516563" y="3389313"/>
          <p14:tracePt t="38347" x="5529263" y="3389313"/>
          <p14:tracePt t="38359" x="5535613" y="3389313"/>
          <p14:tracePt t="38367" x="5541963" y="3389313"/>
          <p14:tracePt t="38378" x="5553075" y="3389313"/>
          <p14:tracePt t="38394" x="5559425" y="3389313"/>
          <p14:tracePt t="38411" x="5565775" y="3389313"/>
          <p14:tracePt t="38427" x="5572125" y="3376613"/>
          <p14:tracePt t="38455" x="5572125" y="3370263"/>
          <p14:tracePt t="40295" x="5565775" y="3382963"/>
          <p14:tracePt t="40311" x="5559425" y="3389313"/>
          <p14:tracePt t="40319" x="5572125" y="3389313"/>
          <p14:tracePt t="40329" x="5621338" y="3389313"/>
          <p14:tracePt t="40337" x="5715000" y="3363913"/>
          <p14:tracePt t="40346" x="5770563" y="3351213"/>
          <p14:tracePt t="40361" x="5807075" y="3338513"/>
          <p14:tracePt t="40365" x="5864225" y="3327400"/>
          <p14:tracePt t="40370" x="5913438" y="3327400"/>
          <p14:tracePt t="40378" x="5999163" y="3321050"/>
          <p14:tracePt t="40395" x="6118225" y="3308350"/>
          <p14:tracePt t="40412" x="6242050" y="3295650"/>
          <p14:tracePt t="40428" x="6265863" y="3295650"/>
          <p14:tracePt t="40432" x="6291263" y="3295650"/>
          <p14:tracePt t="40437" x="6323013" y="3295650"/>
          <p14:tracePt t="40445" x="6334125" y="3295650"/>
          <p14:tracePt t="40461" x="6378575" y="3295650"/>
          <p14:tracePt t="40466" x="6396038" y="3295650"/>
          <p14:tracePt t="40479" x="6402388" y="3295650"/>
          <p14:tracePt t="40497" x="6408738" y="3295650"/>
          <p14:tracePt t="40501" x="6415088" y="3295650"/>
          <p14:tracePt t="40514" x="6421438" y="3295650"/>
          <p14:tracePt t="40533" x="6434138" y="3295650"/>
          <p14:tracePt t="40539" x="6434138" y="3302000"/>
          <p14:tracePt t="40545" x="6446838" y="3302000"/>
          <p14:tracePt t="40562" x="6453188" y="3302000"/>
          <p14:tracePt t="40578" x="6457950" y="3308350"/>
          <p14:tracePt t="40595" x="6464300" y="3314700"/>
          <p14:tracePt t="40605" x="6477000" y="3314700"/>
          <p14:tracePt t="40614" x="6489700" y="3321050"/>
          <p14:tracePt t="40629" x="6519863" y="3321050"/>
          <p14:tracePt t="40634" x="6557963" y="3333750"/>
          <p14:tracePt t="40647" x="6581775" y="3338513"/>
          <p14:tracePt t="40652" x="6632575" y="3338513"/>
          <p14:tracePt t="40668" x="6669088" y="3351213"/>
          <p14:tracePt t="40684" x="6842125" y="3363913"/>
          <p14:tracePt t="40695" x="6861175" y="3363913"/>
          <p14:tracePt t="40711" x="6892925" y="3370263"/>
          <p14:tracePt t="40718" x="6899275" y="3370263"/>
          <p14:tracePt t="40721" x="6899275" y="3376613"/>
          <p14:tracePt t="40748" x="6905625" y="3382963"/>
          <p14:tracePt t="40764" x="6905625" y="3395663"/>
          <p14:tracePt t="40787" x="6905625" y="3400425"/>
          <p14:tracePt t="40804" x="6910388" y="3400425"/>
          <p14:tracePt t="40819" x="6923088" y="3400425"/>
          <p14:tracePt t="40829" x="6935788" y="3400425"/>
          <p14:tracePt t="40846" x="6948488" y="3400425"/>
          <p14:tracePt t="40861" x="6967538" y="3400425"/>
          <p14:tracePt t="40878" x="6972300" y="3400425"/>
          <p14:tracePt t="40898" x="6978650" y="3400425"/>
          <p14:tracePt t="40914" x="6985000" y="3400425"/>
          <p14:tracePt t="40944" x="6991350" y="3400425"/>
          <p14:tracePt t="40987" x="6997700" y="3400425"/>
          <p14:tracePt t="41375" x="7004050" y="3400425"/>
          <p14:tracePt t="41387" x="7016750" y="3400425"/>
          <p14:tracePt t="41396" x="7023100" y="3400425"/>
          <p14:tracePt t="41414" x="7029450" y="3389313"/>
          <p14:tracePt t="41428" x="7035800" y="3382963"/>
          <p14:tracePt t="41451" x="7040563" y="3376613"/>
          <p14:tracePt t="41467" x="7046913" y="3370263"/>
          <p14:tracePt t="41483" x="7053263" y="3370263"/>
          <p14:tracePt t="41496" x="7053263" y="3363913"/>
          <p14:tracePt t="41531" x="7053263" y="3357563"/>
          <p14:tracePt t="41546" x="7065963" y="3357563"/>
          <p14:tracePt t="41555" x="7065963" y="3351213"/>
          <p14:tracePt t="41615" x="7065963" y="3344863"/>
          <p14:tracePt t="41637" x="7072313" y="3344863"/>
          <p14:tracePt t="41646" x="7078663" y="3333750"/>
          <p14:tracePt t="41648" x="7108825" y="3333750"/>
          <p14:tracePt t="41661" x="7127875" y="3333750"/>
          <p14:tracePt t="41679" x="7177088" y="3327400"/>
          <p14:tracePt t="41686" x="7196138" y="3327400"/>
          <p14:tracePt t="41693" x="7232650" y="3327400"/>
          <p14:tracePt t="41701" x="7270750" y="3314700"/>
          <p14:tracePt t="41709" x="7296150" y="3314700"/>
          <p14:tracePt t="41715" x="7332663" y="3314700"/>
          <p14:tracePt t="41722" x="7358063" y="3314700"/>
          <p14:tracePt t="41733" x="7388225" y="3308350"/>
          <p14:tracePt t="41747" x="7462838" y="3308350"/>
          <p14:tracePt t="41764" x="7512050" y="3308350"/>
          <p14:tracePt t="41774" x="7543800" y="3308350"/>
          <p14:tracePt t="41782" x="7567613" y="3308350"/>
          <p14:tracePt t="41786" x="7586663" y="3308350"/>
          <p14:tracePt t="41798" x="7612063" y="3308350"/>
          <p14:tracePt t="41811" x="7618413" y="3308350"/>
          <p14:tracePt t="41828" x="7623175" y="3308350"/>
          <p14:tracePt t="42040" x="7635875" y="3308350"/>
          <p14:tracePt t="42051" x="7642225" y="3308350"/>
          <p14:tracePt t="42062" x="7654925" y="3308350"/>
          <p14:tracePt t="42068" x="7667625" y="3308350"/>
          <p14:tracePt t="42077" x="7685088" y="3308350"/>
          <p14:tracePt t="42085" x="7697788" y="3308350"/>
          <p14:tracePt t="42096" x="7716838" y="3308350"/>
          <p14:tracePt t="42105" x="7748588" y="3308350"/>
          <p14:tracePt t="42119" x="7759700" y="3308350"/>
          <p14:tracePt t="42132" x="7804150" y="3308350"/>
          <p14:tracePt t="42136" x="7810500" y="3308350"/>
          <p14:tracePt t="42145" x="7827963" y="3308350"/>
          <p14:tracePt t="42155" x="7834313" y="3308350"/>
          <p14:tracePt t="42170" x="7840663" y="3308350"/>
          <p14:tracePt t="42508" x="7847013" y="3308350"/>
          <p14:tracePt t="42527" x="7853363" y="3308350"/>
          <p14:tracePt t="42544" x="7853363" y="3314700"/>
          <p14:tracePt t="42551" x="7859713" y="3314700"/>
          <p14:tracePt t="42563" x="7872413" y="3314700"/>
          <p14:tracePt t="42570" x="7878763" y="3314700"/>
          <p14:tracePt t="42578" x="7883525" y="3314700"/>
          <p14:tracePt t="42599" x="7896225" y="3321050"/>
          <p14:tracePt t="42608" x="7902575" y="3321050"/>
          <p14:tracePt t="42621" x="7908925" y="3321050"/>
          <p14:tracePt t="42628" x="7921625" y="3327400"/>
          <p14:tracePt t="42661" x="7927975" y="3327400"/>
          <p14:tracePt t="42723" x="7934325" y="3327400"/>
          <p14:tracePt t="42742" x="7934325" y="3338513"/>
          <p14:tracePt t="42753" x="7940675" y="3338513"/>
          <p14:tracePt t="42787" x="7945438" y="3338513"/>
          <p14:tracePt t="42823" x="7951788" y="3338513"/>
          <p14:tracePt t="42845" x="7983538" y="3338513"/>
          <p14:tracePt t="42859" x="8013700" y="3338513"/>
          <p14:tracePt t="42871" x="8032750" y="3338513"/>
          <p14:tracePt t="42877" x="8045450" y="3338513"/>
          <p14:tracePt t="42895" x="8088313" y="3338513"/>
          <p14:tracePt t="42901" x="8094663" y="3338513"/>
          <p14:tracePt t="42906" x="8126413" y="3338513"/>
          <p14:tracePt t="42914" x="8156575" y="3338513"/>
          <p14:tracePt t="42924" x="8181975" y="3338513"/>
          <p14:tracePt t="42930" x="8205788" y="3338513"/>
          <p14:tracePt t="42939" x="8231188" y="3338513"/>
          <p14:tracePt t="42950" x="8269288" y="3338513"/>
          <p14:tracePt t="42963" x="8324850" y="3338513"/>
          <p14:tracePt t="42980" x="8386763" y="3338513"/>
          <p14:tracePt t="42998" x="8404225" y="3338513"/>
          <p14:tracePt t="43016" x="8410575" y="3338513"/>
          <p14:tracePt t="43029" x="8416925" y="3338513"/>
          <p14:tracePt t="43069" x="8423275" y="3338513"/>
          <p14:tracePt t="43093" x="8429625" y="3338513"/>
          <p14:tracePt t="43110" x="8435975" y="3338513"/>
          <p14:tracePt t="43124" x="8455025" y="3338513"/>
          <p14:tracePt t="43130" x="8466138" y="3338513"/>
          <p14:tracePt t="43140" x="8472488" y="3338513"/>
          <p14:tracePt t="43146" x="8478838" y="3338513"/>
          <p14:tracePt t="43162" x="8491538" y="3344863"/>
          <p14:tracePt t="43179" x="8504238" y="3351213"/>
          <p14:tracePt t="43189" x="8510588" y="3351213"/>
          <p14:tracePt t="43195" x="8510588" y="3357563"/>
          <p14:tracePt t="43212" x="8516938" y="3357563"/>
          <p14:tracePt t="43300" x="8523288" y="3357563"/>
          <p14:tracePt t="43311" x="8528050" y="3357563"/>
          <p14:tracePt t="43317" x="8534400" y="3357563"/>
          <p14:tracePt t="43326" x="8540750" y="3357563"/>
          <p14:tracePt t="43340" x="8553450" y="3357563"/>
          <p14:tracePt t="43348" x="8559800" y="3357563"/>
          <p14:tracePt t="43370" x="8566150" y="3357563"/>
          <p14:tracePt t="43379" x="8572500" y="3357563"/>
          <p14:tracePt t="43397" x="8578850" y="3357563"/>
          <p14:tracePt t="43414" x="8585200" y="3357563"/>
          <p14:tracePt t="43435" x="8591550" y="3357563"/>
          <p14:tracePt t="43440" x="8602663" y="3357563"/>
          <p14:tracePt t="43453" x="8609013" y="3357563"/>
          <p14:tracePt t="43476" x="8615363" y="3357563"/>
          <p14:tracePt t="43731" x="8615363" y="3363913"/>
          <p14:tracePt t="43741" x="8621713" y="3363913"/>
          <p14:tracePt t="43757" x="8621713" y="3370263"/>
          <p14:tracePt t="43771" x="8628063" y="3370263"/>
          <p14:tracePt t="43814" x="8634413" y="3370263"/>
          <p14:tracePt t="43828" x="8653463" y="3370263"/>
          <p14:tracePt t="43838" x="8664575" y="3370263"/>
          <p14:tracePt t="43848" x="8677275" y="3370263"/>
          <p14:tracePt t="43853" x="8683625" y="3370263"/>
          <p14:tracePt t="43861" x="8702675" y="3370263"/>
          <p14:tracePt t="43867" x="8715375" y="3370263"/>
          <p14:tracePt t="43875" x="8745538" y="3370263"/>
          <p14:tracePt t="43883" x="8758238" y="3370263"/>
          <p14:tracePt t="43898" x="8813800" y="3370263"/>
          <p14:tracePt t="43913" x="8863013" y="3370263"/>
          <p14:tracePt t="43916" x="8901113" y="3370263"/>
          <p14:tracePt t="43921" x="8924925" y="3370263"/>
          <p14:tracePt t="43930" x="8963025" y="3370263"/>
          <p14:tracePt t="43945" x="8982075" y="3357563"/>
          <p14:tracePt t="43964" x="9048750" y="3357563"/>
          <p14:tracePt t="43971" x="9067800" y="3357563"/>
          <p14:tracePt t="43982" x="9074150" y="3357563"/>
          <p14:tracePt t="43998" x="9086850" y="3357563"/>
          <p14:tracePt t="44005" x="9105900" y="3357563"/>
          <p14:tracePt t="44013" x="9112250" y="3357563"/>
          <p14:tracePt t="44021" x="9117013" y="3357563"/>
          <p14:tracePt t="44033" x="9123363" y="3357563"/>
          <p14:tracePt t="44048" x="9129713" y="3357563"/>
          <p14:tracePt t="44050" x="9136063" y="3357563"/>
          <p14:tracePt t="44067" x="9142413" y="3357563"/>
          <p14:tracePt t="44080" x="9148763" y="3357563"/>
          <p14:tracePt t="44084" x="9161463" y="3357563"/>
          <p14:tracePt t="44099" x="9174163" y="3357563"/>
          <p14:tracePt t="44115" x="9185275" y="3357563"/>
          <p14:tracePt t="44126" x="9191625" y="3357563"/>
          <p14:tracePt t="44132" x="9197975" y="3357563"/>
          <p14:tracePt t="44139" x="9210675" y="3357563"/>
          <p14:tracePt t="44150" x="9217025" y="3357563"/>
          <p14:tracePt t="44161" x="9223375" y="3357563"/>
          <p14:tracePt t="44180" x="9253538" y="3357563"/>
          <p14:tracePt t="44196" x="9266238" y="3357563"/>
          <p14:tracePt t="44213" x="9285288" y="3357563"/>
          <p14:tracePt t="44221" x="9297988" y="3357563"/>
          <p14:tracePt t="44235" x="9315450" y="3357563"/>
          <p14:tracePt t="44247" x="9321800" y="3357563"/>
          <p14:tracePt t="44263" x="9347200" y="3357563"/>
          <p14:tracePt t="44282" x="9377363" y="3357563"/>
          <p14:tracePt t="44299" x="9421813" y="3357563"/>
          <p14:tracePt t="44314" x="9434513" y="3357563"/>
          <p14:tracePt t="44319" x="9451975" y="3357563"/>
          <p14:tracePt t="44324" x="9464675" y="3357563"/>
          <p14:tracePt t="44334" x="9471025" y="3357563"/>
          <p14:tracePt t="44348" x="9483725" y="3357563"/>
          <p14:tracePt t="44366" x="9490075" y="3357563"/>
          <p14:tracePt t="44385" x="9501188" y="3357563"/>
          <p14:tracePt t="44392" x="9513888" y="3357563"/>
          <p14:tracePt t="44396" x="9520238" y="3357563"/>
          <p14:tracePt t="44404" x="9526588" y="3357563"/>
          <p14:tracePt t="44410" x="9539288" y="3357563"/>
          <p14:tracePt t="44418" x="9545638" y="3357563"/>
          <p14:tracePt t="44428" x="9564688" y="3357563"/>
          <p14:tracePt t="44447" x="9594850" y="3357563"/>
          <p14:tracePt t="44464" x="9626600" y="3357563"/>
          <p14:tracePt t="44469" x="9644063" y="3357563"/>
          <p14:tracePt t="44478" x="9656763" y="3357563"/>
          <p14:tracePt t="44485" x="9675813" y="3357563"/>
          <p14:tracePt t="44495" x="9688513" y="3357563"/>
          <p14:tracePt t="44502" x="9705975" y="3357563"/>
          <p14:tracePt t="44514" x="9750425" y="3357563"/>
          <p14:tracePt t="44531" x="9767888" y="3357563"/>
          <p14:tracePt t="44536" x="9774238" y="3357563"/>
          <p14:tracePt t="44547" x="9786938" y="3357563"/>
          <p14:tracePt t="44566" x="9793288" y="3357563"/>
          <p14:tracePt t="44580" x="9799638" y="3357563"/>
          <p14:tracePt t="44600" x="9805988" y="3357563"/>
          <p14:tracePt t="44615" x="9812338" y="3351213"/>
          <p14:tracePt t="44628" x="9829800" y="3351213"/>
          <p14:tracePt t="44634" x="9842500" y="3351213"/>
          <p14:tracePt t="44640" x="9861550" y="3351213"/>
          <p14:tracePt t="44646" x="9874250" y="3351213"/>
          <p14:tracePt t="44653" x="9891713" y="3351213"/>
          <p14:tracePt t="44657" x="9917113" y="3344863"/>
          <p14:tracePt t="44667" x="9936163" y="3344863"/>
          <p14:tracePt t="44680" x="9948863" y="3344863"/>
          <p14:tracePt t="44684" x="9979025" y="3344863"/>
          <p14:tracePt t="44696" x="9991725" y="3333750"/>
          <p14:tracePt t="44698" x="10010775" y="3333750"/>
          <p14:tracePt t="44715" x="10028238" y="3333750"/>
          <p14:tracePt t="44724" x="10040938" y="3333750"/>
          <p14:tracePt t="44730" x="10047288" y="3333750"/>
          <p14:tracePt t="44742" x="10053638" y="3333750"/>
          <p14:tracePt t="44758" x="10059988" y="3333750"/>
          <p14:tracePt t="44765" x="10066338" y="3333750"/>
          <p14:tracePt t="44784" x="10090150" y="3333750"/>
          <p14:tracePt t="44800" x="10109200" y="3333750"/>
          <p14:tracePt t="44813" x="10134600" y="3333750"/>
          <p14:tracePt t="44831" x="10177463" y="3333750"/>
          <p14:tracePt t="44836" x="10190163" y="3333750"/>
          <p14:tracePt t="44846" x="10220325" y="3333750"/>
          <p14:tracePt t="44850" x="10245725" y="3333750"/>
          <p14:tracePt t="44863" x="10252075" y="3333750"/>
          <p14:tracePt t="44870" x="10264775" y="3333750"/>
          <p14:tracePt t="44878" x="10282238" y="3327400"/>
          <p14:tracePt t="44887" x="10301288" y="3327400"/>
          <p14:tracePt t="44891" x="10307638" y="3327400"/>
          <p14:tracePt t="44897" x="10313988" y="3327400"/>
          <p14:tracePt t="44913" x="10320338" y="3327400"/>
          <p14:tracePt t="44918" x="10326688" y="3327400"/>
          <p14:tracePt t="44922" x="10333038" y="3327400"/>
          <p14:tracePt t="44947" x="10344150" y="3327400"/>
          <p14:tracePt t="44964" x="10350500" y="3327400"/>
          <p14:tracePt t="44971" x="10356850" y="3327400"/>
          <p14:tracePt t="44979" x="10363200" y="3327400"/>
          <p14:tracePt t="44994" x="10369550" y="3327400"/>
          <p14:tracePt t="45005" x="10394950" y="3327400"/>
          <p14:tracePt t="45016" x="10407650" y="3327400"/>
          <p14:tracePt t="45029" x="10437813" y="3327400"/>
          <p14:tracePt t="45035" x="10469563" y="3314700"/>
          <p14:tracePt t="45047" x="10493375" y="3314700"/>
          <p14:tracePt t="45066" x="10525125" y="3314700"/>
          <p14:tracePt t="45071" x="10542588" y="3314700"/>
          <p14:tracePt t="45078" x="10555288" y="3314700"/>
          <p14:tracePt t="45084" x="10574338" y="3314700"/>
          <p14:tracePt t="45101" x="10604500" y="3314700"/>
          <p14:tracePt t="45116" x="10617200" y="3314700"/>
          <p14:tracePt t="45124" x="10648950" y="3314700"/>
          <p14:tracePt t="45130" x="10668000" y="3321050"/>
          <p14:tracePt t="45140" x="10685463" y="3321050"/>
          <p14:tracePt t="45147" x="10710863" y="3321050"/>
          <p14:tracePt t="45165" x="10741025" y="3321050"/>
          <p14:tracePt t="45171" x="10760075" y="3321050"/>
          <p14:tracePt t="45179" x="10798175" y="3321050"/>
          <p14:tracePt t="45197" x="10828338" y="3314700"/>
          <p14:tracePt t="45205" x="10853738" y="3314700"/>
          <p14:tracePt t="45211" x="10877550" y="3314700"/>
          <p14:tracePt t="45221" x="10883900" y="3314700"/>
          <p14:tracePt t="45230" x="10896600" y="3314700"/>
          <p14:tracePt t="45239" x="10902950" y="3314700"/>
          <p14:tracePt t="45245" x="10909300" y="3314700"/>
          <p14:tracePt t="45249" x="10915650" y="3314700"/>
          <p14:tracePt t="45258" x="10922000" y="3314700"/>
          <p14:tracePt t="45271" x="10926763" y="3314700"/>
          <p14:tracePt t="45280" x="10926763" y="3321050"/>
          <p14:tracePt t="45297" x="10952163" y="3321050"/>
          <p14:tracePt t="45300" x="10958513" y="3327400"/>
          <p14:tracePt t="45319" x="10977563" y="3327400"/>
          <p14:tracePt t="45325" x="10995025" y="3327400"/>
          <p14:tracePt t="45331" x="11014075" y="3327400"/>
          <p14:tracePt t="45337" x="11020425" y="3327400"/>
          <p14:tracePt t="45347" x="11045825" y="3327400"/>
          <p14:tracePt t="45364" x="11052175" y="3327400"/>
          <p14:tracePt t="45370" x="11069638" y="3327400"/>
          <p14:tracePt t="45379" x="11075988" y="3327400"/>
          <p14:tracePt t="45395" x="11101388" y="3327400"/>
          <p14:tracePt t="45412" x="11114088" y="3327400"/>
          <p14:tracePt t="45429" x="11125200" y="3327400"/>
          <p14:tracePt t="45434" x="11144250" y="3327400"/>
          <p14:tracePt t="45447" x="11156950" y="3327400"/>
          <p14:tracePt t="45454" x="11169650" y="3327400"/>
          <p14:tracePt t="45461" x="11182350" y="3327400"/>
          <p14:tracePt t="45467" x="11199813" y="3327400"/>
          <p14:tracePt t="45485" x="11218863" y="3327400"/>
          <p14:tracePt t="45500" x="11250613" y="3327400"/>
          <p14:tracePt t="45505" x="11268075" y="3327400"/>
          <p14:tracePt t="45513" x="11280775" y="3327400"/>
          <p14:tracePt t="45529" x="11299825" y="3327400"/>
          <p14:tracePt t="45546" x="11361738" y="3333750"/>
          <p14:tracePt t="45566" x="11380788" y="3333750"/>
          <p14:tracePt t="45579" x="11391900" y="3333750"/>
          <p14:tracePt t="45598" x="11404600" y="3333750"/>
          <p14:tracePt t="45605" x="11410950" y="3333750"/>
          <p14:tracePt t="45618" x="11410950" y="3338513"/>
          <p14:tracePt t="45629" x="11417300" y="3338513"/>
          <p14:tracePt t="45699" x="11423650" y="3338513"/>
          <p14:tracePt t="45706" x="11430000" y="3338513"/>
          <p14:tracePt t="45725" x="11436350" y="3338513"/>
          <p14:tracePt t="45738" x="11436350" y="3344863"/>
          <p14:tracePt t="45814" x="11436350" y="3357563"/>
          <p14:tracePt t="45828" x="11430000" y="3363913"/>
          <p14:tracePt t="45842" x="11374438" y="3382963"/>
          <p14:tracePt t="45854" x="11317288" y="3389313"/>
          <p14:tracePt t="45864" x="11293475" y="3389313"/>
          <p14:tracePt t="45870" x="11268075" y="3400425"/>
          <p14:tracePt t="45878" x="11187113" y="3413125"/>
          <p14:tracePt t="45885" x="11101388" y="3425825"/>
          <p14:tracePt t="45888" x="11020425" y="3438525"/>
          <p14:tracePt t="45899" x="10896600" y="3462338"/>
          <p14:tracePt t="45913" x="10785475" y="3475038"/>
          <p14:tracePt t="45917" x="10668000" y="3487738"/>
          <p14:tracePt t="45921" x="10480675" y="3500438"/>
          <p14:tracePt t="45935" x="10320338" y="3519488"/>
          <p14:tracePt t="45948" x="9991725" y="3519488"/>
          <p14:tracePt t="45965" x="9626600" y="3530600"/>
          <p14:tracePt t="45980" x="9161463" y="3530600"/>
          <p14:tracePt t="46001" x="8677275" y="3543300"/>
          <p14:tracePt t="46005" x="8342313" y="3543300"/>
          <p14:tracePt t="46012" x="8026400" y="3562350"/>
          <p14:tracePt t="46021" x="7748588" y="3581400"/>
          <p14:tracePt t="46031" x="7469188" y="3598863"/>
          <p14:tracePt t="46034" x="7196138" y="3598863"/>
          <p14:tracePt t="46047" x="6929438" y="3598863"/>
          <p14:tracePt t="46063" x="6545263" y="3611563"/>
          <p14:tracePt t="46067" x="6303963" y="3611563"/>
          <p14:tracePt t="46079" x="6099175" y="3611563"/>
          <p14:tracePt t="46096" x="5770563" y="3611563"/>
          <p14:tracePt t="46098" x="5621338" y="3611563"/>
          <p14:tracePt t="46114" x="5491163" y="3611563"/>
          <p14:tracePt t="46118" x="5392738" y="3611563"/>
          <p14:tracePt t="46123" x="5292725" y="3611563"/>
          <p14:tracePt t="46130" x="5207000" y="3605213"/>
          <p14:tracePt t="46141" x="5138738" y="3605213"/>
          <p14:tracePt t="46149" x="5038725" y="3592513"/>
          <p14:tracePt t="46164" x="4902200" y="3592513"/>
          <p14:tracePt t="46180" x="4784725" y="3592513"/>
          <p14:tracePt t="46196" x="4686300" y="3592513"/>
          <p14:tracePt t="46203" x="4618038" y="3592513"/>
          <p14:tracePt t="46219" x="4549775" y="3592513"/>
          <p14:tracePt t="46228" x="4481513" y="3592513"/>
          <p14:tracePt t="46241" x="4364038" y="3598863"/>
          <p14:tracePt t="46251" x="4308475" y="3611563"/>
          <p14:tracePt t="46266" x="4227513" y="3611563"/>
          <p14:tracePt t="46271" x="4140200" y="3611563"/>
          <p14:tracePt t="46277" x="4041775" y="3611563"/>
          <p14:tracePt t="46287" x="3973513" y="3611563"/>
          <p14:tracePt t="46299" x="3775075" y="3611563"/>
          <p14:tracePt t="46308" x="3657600" y="3611563"/>
          <p14:tracePt t="46319" x="3544888" y="3611563"/>
          <p14:tracePt t="46333" x="3359150" y="3605213"/>
          <p14:tracePt t="46340" x="3278188" y="3605213"/>
          <p14:tracePt t="46348" x="3173413" y="3592513"/>
          <p14:tracePt t="46356" x="3105150" y="3581400"/>
          <p14:tracePt t="46365" x="3036888" y="3568700"/>
          <p14:tracePt t="46379" x="2882900" y="3556000"/>
          <p14:tracePt t="46397" x="2763838" y="3543300"/>
          <p14:tracePt t="46405" x="2727325" y="3543300"/>
          <p14:tracePt t="46414" x="2690813" y="3543300"/>
          <p14:tracePt t="46426" x="2633663" y="3543300"/>
          <p14:tracePt t="46436" x="2609850" y="3543300"/>
          <p14:tracePt t="46447" x="2603500" y="3543300"/>
          <p14:tracePt t="46463" x="2578100" y="3543300"/>
          <p14:tracePt t="46484" x="2541588" y="3543300"/>
          <p14:tracePt t="46493" x="2535238" y="3543300"/>
          <p14:tracePt t="46498" x="2528888" y="3536950"/>
          <p14:tracePt t="46510" x="2522538" y="3536950"/>
          <p14:tracePt t="46519" x="2516188" y="3536950"/>
          <p14:tracePt t="46533" x="2503488" y="3536950"/>
          <p14:tracePt t="46538" x="2497138" y="3536950"/>
          <p14:tracePt t="46554" x="2492375" y="3536950"/>
          <p14:tracePt t="46563" x="2486025" y="3536950"/>
          <p14:tracePt t="46579" x="2479675" y="3536950"/>
          <p14:tracePt t="46596" x="2466975" y="3536950"/>
          <p14:tracePt t="46614" x="2460625" y="3536950"/>
          <p14:tracePt t="46636" x="2447925" y="3536950"/>
          <p14:tracePt t="46861" x="2447925" y="3530600"/>
          <p14:tracePt t="46878" x="2454275" y="3530600"/>
          <p14:tracePt t="46892" x="2460625" y="3524250"/>
          <p14:tracePt t="46933" x="2466975" y="3524250"/>
          <p14:tracePt t="49770" x="2454275" y="3524250"/>
          <p14:tracePt t="49786" x="2355850" y="3605213"/>
          <p14:tracePt t="49794" x="2293938" y="3654425"/>
          <p14:tracePt t="49805" x="2206625" y="3729038"/>
          <p14:tracePt t="49819" x="2144713" y="3790950"/>
          <p14:tracePt t="49829" x="2101850" y="3835400"/>
          <p14:tracePt t="50044" x="2095500" y="3841750"/>
          <p14:tracePt t="50063" x="2063750" y="3884613"/>
          <p14:tracePt t="50068" x="2063750" y="3933825"/>
          <p14:tracePt t="50076" x="2063750" y="3970338"/>
          <p14:tracePt t="50087" x="2089150" y="4014788"/>
          <p14:tracePt t="50098" x="2151063" y="4076700"/>
          <p14:tracePt t="50107" x="2170113" y="4113213"/>
          <p14:tracePt t="50118" x="2170113" y="4132263"/>
          <p14:tracePt t="50130" x="2170113" y="4144963"/>
          <p14:tracePt t="50148" x="2170113" y="4157663"/>
          <p14:tracePt t="50163" x="2170113" y="4162425"/>
          <p14:tracePt t="50292" x="2170113" y="4175125"/>
          <p14:tracePt t="50333" x="2174875" y="4175125"/>
          <p14:tracePt t="50357" x="2181225" y="4175125"/>
          <p14:tracePt t="50367" x="2181225" y="4168775"/>
          <p14:tracePt t="50382" x="2187575" y="4162425"/>
          <p14:tracePt t="50388" x="2206625" y="4157663"/>
          <p14:tracePt t="50397" x="2232025" y="4138613"/>
          <p14:tracePt t="50418" x="2300288" y="4119563"/>
          <p14:tracePt t="50427" x="2405063" y="4100513"/>
          <p14:tracePt t="50435" x="2441575" y="4100513"/>
          <p14:tracePt t="50454" x="2522538" y="4089400"/>
          <p14:tracePt t="50463" x="2603500" y="4089400"/>
          <p14:tracePt t="50475" x="2820988" y="4064000"/>
          <p14:tracePt t="50486" x="2925763" y="4051300"/>
          <p14:tracePt t="50499" x="3079750" y="4027488"/>
          <p14:tracePt t="50515" x="3111500" y="4021138"/>
          <p14:tracePt t="50532" x="3117850" y="4014788"/>
          <p14:tracePt t="50551" x="3124200" y="4014788"/>
          <p14:tracePt t="50636" x="3130550" y="4014788"/>
          <p14:tracePt t="50659" x="3143250" y="4014788"/>
          <p14:tracePt t="50673" x="3143250" y="4021138"/>
          <p14:tracePt t="50684" x="3148013" y="4021138"/>
          <p14:tracePt t="50704" x="3148013" y="4027488"/>
          <p14:tracePt t="50715" x="3154363" y="4027488"/>
          <p14:tracePt t="50733" x="3154363" y="4032250"/>
          <p14:tracePt t="50754" x="3160713" y="4032250"/>
          <p14:tracePt t="50772" x="3160713" y="4038600"/>
          <p14:tracePt t="50783" x="3167063" y="4038600"/>
          <p14:tracePt t="50787" x="3173413" y="4044950"/>
          <p14:tracePt t="50804" x="3179763" y="4057650"/>
          <p14:tracePt t="50820" x="3186113" y="4057650"/>
          <p14:tracePt t="50831" x="3186113" y="4064000"/>
          <p14:tracePt t="50848" x="3186113" y="4070350"/>
          <p14:tracePt t="50853" x="3198813" y="4070350"/>
          <p14:tracePt t="50856" x="3198813" y="4076700"/>
          <p14:tracePt t="50874" x="3205163" y="4076700"/>
          <p14:tracePt t="50893" x="3205163" y="4083050"/>
          <p14:tracePt t="50901" x="3209925" y="4083050"/>
          <p14:tracePt t="50923" x="3209925" y="4089400"/>
          <p14:tracePt t="50934" x="3216275" y="4089400"/>
          <p14:tracePt t="51069" x="3216275" y="4095750"/>
          <p14:tracePt t="51188" x="3216275" y="4100513"/>
          <p14:tracePt t="51221" x="3216275" y="4113213"/>
          <p14:tracePt t="51272" x="3222625" y="4119563"/>
          <p14:tracePt t="51280" x="3222625" y="4125913"/>
          <p14:tracePt t="51294" x="3228975" y="4125913"/>
          <p14:tracePt t="51304" x="3228975" y="4132263"/>
          <p14:tracePt t="51312" x="3235325" y="4132263"/>
          <p14:tracePt t="51331" x="3248025" y="4132263"/>
          <p14:tracePt t="51341" x="3254375" y="4132263"/>
          <p14:tracePt t="51347" x="3260725" y="4132263"/>
          <p14:tracePt t="51365" x="3290888" y="4132263"/>
          <p14:tracePt t="51371" x="3309938" y="4119563"/>
          <p14:tracePt t="51381" x="3346450" y="4119563"/>
          <p14:tracePt t="51385" x="3371850" y="4119563"/>
          <p14:tracePt t="51396" x="3421063" y="4113213"/>
          <p14:tracePt t="51414" x="3482975" y="4113213"/>
          <p14:tracePt t="51422" x="3533775" y="4113213"/>
          <p14:tracePt t="51429" x="3570288" y="4113213"/>
          <p14:tracePt t="51436" x="3632200" y="4113213"/>
          <p14:tracePt t="51444" x="3706813" y="4119563"/>
          <p14:tracePt t="51454" x="3743325" y="4119563"/>
          <p14:tracePt t="51458" x="3781425" y="4119563"/>
          <p14:tracePt t="51471" x="3805238" y="4119563"/>
          <p14:tracePt t="51482" x="3830638" y="4119563"/>
          <p14:tracePt t="51486" x="3836988" y="4125913"/>
          <p14:tracePt t="51490" x="3843338" y="4125913"/>
          <p14:tracePt t="51630" x="3856038" y="4132263"/>
          <p14:tracePt t="51663" x="3860800" y="4138613"/>
          <p14:tracePt t="51685" x="3860800" y="4144963"/>
          <p14:tracePt t="51691" x="3867150" y="4144963"/>
          <p14:tracePt t="51714" x="3873500" y="4151313"/>
          <p14:tracePt t="51735" x="3873500" y="4157663"/>
          <p14:tracePt t="51740" x="3879850" y="4157663"/>
          <p14:tracePt t="52365" x="3886200" y="4157663"/>
          <p14:tracePt t="52375" x="3892550" y="4157663"/>
          <p14:tracePt t="52386" x="3905250" y="4157663"/>
          <p14:tracePt t="52394" x="3911600" y="4157663"/>
          <p14:tracePt t="52400" x="3917950" y="4157663"/>
          <p14:tracePt t="52406" x="3929063" y="4157663"/>
          <p14:tracePt t="52415" x="3935413" y="4157663"/>
          <p14:tracePt t="52418" x="3954463" y="4157663"/>
          <p14:tracePt t="52432" x="3967163" y="4157663"/>
          <p14:tracePt t="52443" x="3986213" y="4157663"/>
          <p14:tracePt t="52447" x="4010025" y="4157663"/>
          <p14:tracePt t="52457" x="4071938" y="4157663"/>
          <p14:tracePt t="52467" x="4103688" y="4157663"/>
          <p14:tracePt t="52483" x="4140200" y="4157663"/>
          <p14:tracePt t="52500" x="4276725" y="4157663"/>
          <p14:tracePt t="52517" x="4364038" y="4157663"/>
          <p14:tracePt t="52534" x="4449763" y="4157663"/>
          <p14:tracePt t="52539" x="4487863" y="4157663"/>
          <p14:tracePt t="52549" x="4549775" y="4157663"/>
          <p14:tracePt t="52566" x="4611688" y="4157663"/>
          <p14:tracePt t="52570" x="4637088" y="4157663"/>
          <p14:tracePt t="52580" x="4667250" y="4157663"/>
          <p14:tracePt t="52597" x="4710113" y="4157663"/>
          <p14:tracePt t="52603" x="4716463" y="4151313"/>
          <p14:tracePt t="52614" x="4722813" y="4151313"/>
          <p14:tracePt t="52620" x="4729163" y="4151313"/>
          <p14:tracePt t="52630" x="4735513" y="4144963"/>
          <p14:tracePt t="52645" x="4754563" y="4144963"/>
          <p14:tracePt t="52651" x="4772025" y="4144963"/>
          <p14:tracePt t="52658" x="4791075" y="4138613"/>
          <p14:tracePt t="52668" x="4803775" y="4138613"/>
          <p14:tracePt t="52681" x="4822825" y="4138613"/>
          <p14:tracePt t="52687" x="4846638" y="4138613"/>
          <p14:tracePt t="52698" x="4891088" y="4138613"/>
          <p14:tracePt t="52715" x="4946650" y="4138613"/>
          <p14:tracePt t="52733" x="4995863" y="4138613"/>
          <p14:tracePt t="52748" x="5021263" y="4138613"/>
          <p14:tracePt t="52766" x="5032375" y="4138613"/>
          <p14:tracePt t="52900" x="5038725" y="4138613"/>
          <p14:tracePt t="52972" x="5045075" y="4138613"/>
          <p14:tracePt t="53111" x="5057775" y="4138613"/>
          <p14:tracePt t="53405" x="5064125" y="4138613"/>
          <p14:tracePt t="53770" x="5070475" y="4138613"/>
          <p14:tracePt t="53783" x="5083175" y="4138613"/>
          <p14:tracePt t="53789" x="5089525" y="4138613"/>
          <p14:tracePt t="53804" x="5113338" y="4138613"/>
          <p14:tracePt t="53810" x="5126038" y="4138613"/>
          <p14:tracePt t="53821" x="5145088" y="4138613"/>
          <p14:tracePt t="53827" x="5156200" y="4138613"/>
          <p14:tracePt t="53835" x="5175250" y="4138613"/>
          <p14:tracePt t="53843" x="5194300" y="4138613"/>
          <p14:tracePt t="53852" x="5200650" y="4138613"/>
          <p14:tracePt t="53861" x="5213350" y="4138613"/>
          <p14:tracePt t="53871" x="5230813" y="4132263"/>
          <p14:tracePt t="53884" x="5262563" y="4125913"/>
          <p14:tracePt t="53888" x="5281613" y="4125913"/>
          <p14:tracePt t="53897" x="5305425" y="4125913"/>
          <p14:tracePt t="53914" x="5330825" y="4125913"/>
          <p14:tracePt t="53932" x="5367338" y="4125913"/>
          <p14:tracePt t="53941" x="5386388" y="4125913"/>
          <p14:tracePt t="53947" x="5411788" y="4125913"/>
          <p14:tracePt t="53956" x="5429250" y="4125913"/>
          <p14:tracePt t="53964" x="5454650" y="4125913"/>
          <p14:tracePt t="53982" x="5484813" y="4125913"/>
          <p14:tracePt t="53998" x="5529263" y="4125913"/>
          <p14:tracePt t="54003" x="5546725" y="4125913"/>
          <p14:tracePt t="54020" x="5578475" y="4125913"/>
          <p14:tracePt t="54026" x="5591175" y="4125913"/>
          <p14:tracePt t="54044" x="5597525" y="4125913"/>
          <p14:tracePt t="54051" x="5614988" y="4125913"/>
          <p14:tracePt t="54061" x="5627688" y="4125913"/>
          <p14:tracePt t="54078" x="5646738" y="4125913"/>
          <p14:tracePt t="54091" x="5653088" y="4125913"/>
          <p14:tracePt t="54101" x="5665788" y="4119563"/>
          <p14:tracePt t="54117" x="5672138" y="4119563"/>
          <p14:tracePt t="54133" x="5689600" y="4119563"/>
          <p14:tracePt t="54148" x="5702300" y="4119563"/>
          <p14:tracePt t="54165" x="5734050" y="4119563"/>
          <p14:tracePt t="54170" x="5745163" y="4119563"/>
          <p14:tracePt t="54181" x="5764213" y="4119563"/>
          <p14:tracePt t="54190" x="5789613" y="4119563"/>
          <p14:tracePt t="54198" x="5819775" y="4119563"/>
          <p14:tracePt t="54212" x="5832475" y="4119563"/>
          <p14:tracePt t="54218" x="5875338" y="4119563"/>
          <p14:tracePt t="54226" x="5894388" y="4119563"/>
          <p14:tracePt t="54234" x="5907088" y="4119563"/>
          <p14:tracePt t="54248" x="5926138" y="4119563"/>
          <p14:tracePt t="54253" x="5932488" y="4119563"/>
          <p14:tracePt t="54256" x="5937250" y="4119563"/>
          <p14:tracePt t="54268" x="5943600" y="4119563"/>
          <p14:tracePt t="54284" x="5949950" y="4119563"/>
          <p14:tracePt t="54575" x="5962650" y="4119563"/>
          <p14:tracePt t="54587" x="5969000" y="4119563"/>
          <p14:tracePt t="54603" x="5981700" y="4119563"/>
          <p14:tracePt t="54615" x="5988050" y="4119563"/>
          <p14:tracePt t="54618" x="5999163" y="4119563"/>
          <p14:tracePt t="54632" x="6011863" y="4119563"/>
          <p14:tracePt t="54636" x="6030913" y="4119563"/>
          <p14:tracePt t="54646" x="6049963" y="4119563"/>
          <p14:tracePt t="54657" x="6092825" y="4119563"/>
          <p14:tracePt t="54668" x="6105525" y="4119563"/>
          <p14:tracePt t="54683" x="6148388" y="4119563"/>
          <p14:tracePt t="54698" x="6167438" y="4119563"/>
          <p14:tracePt t="54716" x="6265863" y="4119563"/>
          <p14:tracePt t="54735" x="6323013" y="4119563"/>
          <p14:tracePt t="54752" x="6384925" y="4119563"/>
          <p14:tracePt t="54766" x="6446838" y="4119563"/>
          <p14:tracePt t="54782" x="6515100" y="4132263"/>
          <p14:tracePt t="54786" x="6538913" y="4132263"/>
          <p14:tracePt t="54797" x="6557963" y="4138613"/>
          <p14:tracePt t="54802" x="6581775" y="4138613"/>
          <p14:tracePt t="54816" x="6607175" y="4138613"/>
          <p14:tracePt t="54826" x="6650038" y="4144963"/>
          <p14:tracePt t="54835" x="6669088" y="4144963"/>
          <p14:tracePt t="54846" x="6707188" y="4144963"/>
          <p14:tracePt t="54851" x="6731000" y="4144963"/>
          <p14:tracePt t="54860" x="6780213" y="4157663"/>
          <p14:tracePt t="54867" x="6818313" y="4157663"/>
          <p14:tracePt t="54881" x="6848475" y="4157663"/>
          <p14:tracePt t="54898" x="6923088" y="4157663"/>
          <p14:tracePt t="54924" x="6948488" y="4157663"/>
          <p14:tracePt t="54931" x="6991350" y="4168775"/>
          <p14:tracePt t="54944" x="6997700" y="4168775"/>
          <p14:tracePt t="54949" x="7004050" y="4168775"/>
          <p14:tracePt t="54958" x="7023100" y="4168775"/>
          <p14:tracePt t="54973" x="7035800" y="4168775"/>
          <p14:tracePt t="54985" x="7078663" y="4168775"/>
          <p14:tracePt t="54997" x="7134225" y="4168775"/>
          <p14:tracePt t="55006" x="7170738" y="4168775"/>
          <p14:tracePt t="55017" x="7232650" y="4168775"/>
          <p14:tracePt t="55034" x="7258050" y="4168775"/>
          <p14:tracePt t="55037" x="7277100" y="4168775"/>
          <p14:tracePt t="55040" x="7289800" y="4168775"/>
          <p14:tracePt t="55049" x="7307263" y="4168775"/>
          <p14:tracePt t="55066" x="7319963" y="4162425"/>
          <p14:tracePt t="55083" x="7326313" y="4162425"/>
          <p14:tracePt t="55091" x="7332663" y="4162425"/>
          <p14:tracePt t="55116" x="7339013" y="4162425"/>
          <p14:tracePt t="55390" x="7351713" y="4162425"/>
          <p14:tracePt t="55403" x="7358063" y="4162425"/>
          <p14:tracePt t="57053" x="7369175" y="4175125"/>
          <p14:tracePt t="57068" x="7369175" y="4194175"/>
          <p14:tracePt t="57075" x="7307263" y="4230688"/>
          <p14:tracePt t="57087" x="7239000" y="4268788"/>
          <p14:tracePt t="57105" x="7146925" y="4305300"/>
          <p14:tracePt t="57113" x="7091363" y="4318000"/>
          <p14:tracePt t="57120" x="7035800" y="4330700"/>
          <p14:tracePt t="57125" x="7010400" y="4337050"/>
          <p14:tracePt t="57133" x="6985000" y="4337050"/>
          <p14:tracePt t="57143" x="6929438" y="4349750"/>
          <p14:tracePt t="57157" x="6861175" y="4360863"/>
          <p14:tracePt t="57160" x="6775450" y="4373563"/>
          <p14:tracePt t="57164" x="6656388" y="4386263"/>
          <p14:tracePt t="57178" x="6545263" y="4398963"/>
          <p14:tracePt t="57190" x="6408738" y="4411663"/>
          <p14:tracePt t="57198" x="6291263" y="4411663"/>
          <p14:tracePt t="57215" x="5949950" y="4411663"/>
          <p14:tracePt t="57224" x="5770563" y="4411663"/>
          <p14:tracePt t="57229" x="5591175" y="4411663"/>
          <p14:tracePt t="57234" x="5422900" y="4411663"/>
          <p14:tracePt t="57248" x="5224463" y="4411663"/>
          <p14:tracePt t="57252" x="5045075" y="4411663"/>
          <p14:tracePt t="57257" x="4878388" y="4405313"/>
          <p14:tracePt t="57266" x="4716463" y="4386263"/>
          <p14:tracePt t="57274" x="4549775" y="4386263"/>
          <p14:tracePt t="57283" x="4370388" y="4373563"/>
          <p14:tracePt t="57300" x="4071938" y="4373563"/>
          <p14:tracePt t="57319" x="3794125" y="4373563"/>
          <p14:tracePt t="57339" x="3595688" y="4373563"/>
          <p14:tracePt t="57347" x="3514725" y="4373563"/>
          <p14:tracePt t="57356" x="3414713" y="4379913"/>
          <p14:tracePt t="57367" x="3378200" y="4386263"/>
          <p14:tracePt t="57374" x="3365500" y="4386263"/>
          <p14:tracePt t="57391" x="3309938" y="4398963"/>
          <p14:tracePt t="57403" x="3284538" y="4405313"/>
          <p14:tracePt t="57424" x="3254375" y="4411663"/>
          <p14:tracePt t="57428" x="3235325" y="4422775"/>
          <p14:tracePt t="57438" x="3209925" y="4429125"/>
          <p14:tracePt t="57449" x="3186113" y="4429125"/>
          <p14:tracePt t="57453" x="3154363" y="4441825"/>
          <p14:tracePt t="57456" x="3130550" y="4448175"/>
          <p14:tracePt t="57467" x="3105150" y="4448175"/>
          <p14:tracePt t="57485" x="3068638" y="4454525"/>
          <p14:tracePt t="57505" x="3017838" y="4454525"/>
          <p14:tracePt t="57517" x="2994025" y="4454525"/>
          <p14:tracePt t="57529" x="2951163" y="4467225"/>
          <p14:tracePt t="57534" x="2925763" y="4467225"/>
          <p14:tracePt t="57544" x="2887663" y="4467225"/>
          <p14:tracePt t="57548" x="2863850" y="4473575"/>
          <p14:tracePt t="57557" x="2825750" y="4473575"/>
          <p14:tracePt t="57565" x="2776538" y="4484688"/>
          <p14:tracePt t="57569" x="2720975" y="4484688"/>
          <p14:tracePt t="57584" x="2659063" y="4484688"/>
          <p14:tracePt t="57589" x="2627313" y="4484688"/>
          <p14:tracePt t="57593" x="2578100" y="4484688"/>
          <p14:tracePt t="57603" x="2509838" y="4484688"/>
          <p14:tracePt t="57617" x="2330450" y="4484688"/>
          <p14:tracePt t="57634" x="2181225" y="4484688"/>
          <p14:tracePt t="57644" x="2112963" y="4484688"/>
          <p14:tracePt t="57652" x="2082800" y="4484688"/>
          <p14:tracePt t="57677" x="2044700" y="4484688"/>
          <p14:tracePt t="57893" x="2044700" y="4478338"/>
          <p14:tracePt t="57908" x="2044700" y="4473575"/>
          <p14:tracePt t="57919" x="2044700" y="4467225"/>
          <p14:tracePt t="57926" x="2051050" y="4467225"/>
          <p14:tracePt t="57934" x="2057400" y="4454525"/>
          <p14:tracePt t="57943" x="2063750" y="4448175"/>
          <p14:tracePt t="57954" x="2076450" y="4448175"/>
          <p14:tracePt t="57964" x="2082800" y="4441825"/>
          <p14:tracePt t="57980" x="2089150" y="4441825"/>
          <p14:tracePt t="58020" x="2089150" y="4435475"/>
          <p14:tracePt t="58030" x="2101850" y="4429125"/>
          <p14:tracePt t="58041" x="2112963" y="4422775"/>
          <p14:tracePt t="58048" x="2125663" y="4405313"/>
          <p14:tracePt t="58060" x="2132013" y="4405313"/>
          <p14:tracePt t="58075" x="2138363" y="4398963"/>
          <p14:tracePt t="58268" x="2144713" y="4398963"/>
          <p14:tracePt t="58280" x="2151063" y="4398963"/>
          <p14:tracePt t="58292" x="2163763" y="4405313"/>
          <p14:tracePt t="58317" x="2170113" y="4405313"/>
          <p14:tracePt t="58388" x="2174875" y="4416425"/>
          <p14:tracePt t="58397" x="2181225" y="4416425"/>
          <p14:tracePt t="58405" x="2187575" y="4416425"/>
          <p14:tracePt t="58417" x="2212975" y="4422775"/>
          <p14:tracePt t="58435" x="2232025" y="4422775"/>
          <p14:tracePt t="58455" x="2262188" y="4422775"/>
          <p14:tracePt t="58460" x="2293938" y="4422775"/>
          <p14:tracePt t="58466" x="2305050" y="4422775"/>
          <p14:tracePt t="58475" x="2311400" y="4422775"/>
          <p14:tracePt t="58491" x="2317750" y="4422775"/>
          <p14:tracePt t="58497" x="2336800" y="4429125"/>
          <p14:tracePt t="58507" x="2349500" y="4429125"/>
          <p14:tracePt t="58524" x="2362200" y="4435475"/>
          <p14:tracePt t="58532" x="2373313" y="4441825"/>
          <p14:tracePt t="58539" x="2379663" y="4441825"/>
          <p14:tracePt t="58547" x="2386013" y="4441825"/>
          <p14:tracePt t="58556" x="2386013" y="4448175"/>
          <p14:tracePt t="58565" x="2392363" y="4448175"/>
          <p14:tracePt t="58586" x="2398713" y="4448175"/>
          <p14:tracePt t="58599" x="2405063" y="4448175"/>
          <p14:tracePt t="58604" x="2411413" y="4454525"/>
          <p14:tracePt t="58618" x="2430463" y="4454525"/>
          <p14:tracePt t="58634" x="2447925" y="4454525"/>
          <p14:tracePt t="58644" x="2466975" y="4454525"/>
          <p14:tracePt t="58651" x="2492375" y="4454525"/>
          <p14:tracePt t="58658" x="2503488" y="4454525"/>
          <p14:tracePt t="58669" x="2535238" y="4454525"/>
          <p14:tracePt t="58683" x="2578100" y="4454525"/>
          <p14:tracePt t="58699" x="2590800" y="4454525"/>
          <p14:tracePt t="58716" x="2640013" y="4454525"/>
          <p14:tracePt t="58734" x="2659063" y="4454525"/>
          <p14:tracePt t="58741" x="2678113" y="4467225"/>
          <p14:tracePt t="58754" x="2684463" y="4467225"/>
          <p14:tracePt t="58767" x="2690813" y="4467225"/>
          <p14:tracePt t="58771" x="2708275" y="4473575"/>
          <p14:tracePt t="58783" x="2714625" y="4473575"/>
          <p14:tracePt t="58788" x="2720975" y="4478338"/>
          <p14:tracePt t="58793" x="2727325" y="4478338"/>
          <p14:tracePt t="58804" x="2733675" y="4478338"/>
          <p14:tracePt t="58818" x="2752725" y="4484688"/>
          <p14:tracePt t="58837" x="2782888" y="4497388"/>
          <p14:tracePt t="58849" x="2808288" y="4497388"/>
          <p14:tracePt t="58867" x="2887663" y="4516438"/>
          <p14:tracePt t="58887" x="2919413" y="4522788"/>
          <p14:tracePt t="58891" x="2951163" y="4522788"/>
          <p14:tracePt t="58908" x="2962275" y="4522788"/>
          <p14:tracePt t="58924" x="3000375" y="4529138"/>
          <p14:tracePt t="58933" x="3013075" y="4529138"/>
          <p14:tracePt t="58944" x="3030538" y="4529138"/>
          <p14:tracePt t="58954" x="3062288" y="4540250"/>
          <p14:tracePt t="58965" x="3079750" y="4540250"/>
          <p14:tracePt t="58970" x="3086100" y="4540250"/>
          <p14:tracePt t="58979" x="3092450" y="4540250"/>
          <p14:tracePt t="58987" x="3098800" y="4546600"/>
          <p14:tracePt t="58999" x="3105150" y="4546600"/>
          <p14:tracePt t="59004" x="3124200" y="4546600"/>
          <p14:tracePt t="59024" x="3143250" y="4546600"/>
          <p14:tracePt t="59030" x="3167063" y="4546600"/>
          <p14:tracePt t="59037" x="3186113" y="4546600"/>
          <p14:tracePt t="59044" x="3209925" y="4552950"/>
          <p14:tracePt t="59051" x="3241675" y="4552950"/>
          <p14:tracePt t="59060" x="3267075" y="4552950"/>
          <p14:tracePt t="59067" x="3278188" y="4552950"/>
          <p14:tracePt t="59078" x="3297238" y="4552950"/>
          <p14:tracePt t="59083" x="3316288" y="4552950"/>
          <p14:tracePt t="59090" x="3322638" y="4552950"/>
          <p14:tracePt t="59098" x="3328988" y="4552950"/>
          <p14:tracePt t="59124" x="3335338" y="4552950"/>
          <p14:tracePt t="59213" x="3340100" y="4552950"/>
          <p14:tracePt t="59229" x="3346450" y="4552950"/>
          <p14:tracePt t="59243" x="3352800" y="4552950"/>
          <p14:tracePt t="59248" x="3371850" y="4552950"/>
          <p14:tracePt t="59260" x="3403600" y="4552950"/>
          <p14:tracePt t="59268" x="3440113" y="4552950"/>
          <p14:tracePt t="59278" x="3446463" y="4552950"/>
          <p14:tracePt t="59286" x="3459163" y="4552950"/>
          <p14:tracePt t="59294" x="3470275" y="4552950"/>
          <p14:tracePt t="59303" x="3476625" y="4552950"/>
          <p14:tracePt t="59318" x="3482975" y="4552950"/>
          <p14:tracePt t="59334" x="3489325" y="4552950"/>
          <p14:tracePt t="59353" x="3495675" y="4552950"/>
          <p14:tracePt t="59357" x="3502025" y="4552950"/>
          <p14:tracePt t="59370" x="3521075" y="4546600"/>
          <p14:tracePt t="59382" x="3533775" y="4546600"/>
          <p14:tracePt t="59385" x="3551238" y="4540250"/>
          <p14:tracePt t="59400" x="3570288" y="4540250"/>
          <p14:tracePt t="59404" x="3595688" y="4529138"/>
          <p14:tracePt t="59410" x="3613150" y="4529138"/>
          <p14:tracePt t="59424" x="3638550" y="4522788"/>
          <p14:tracePt t="59429" x="3657600" y="4522788"/>
          <p14:tracePt t="59441" x="3668713" y="4510088"/>
          <p14:tracePt t="59447" x="3700463" y="4510088"/>
          <p14:tracePt t="59461" x="3730625" y="4510088"/>
          <p14:tracePt t="59469" x="3743325" y="4510088"/>
          <p14:tracePt t="59487" x="3756025" y="4510088"/>
          <p14:tracePt t="59495" x="3768725" y="4510088"/>
          <p14:tracePt t="59501" x="3775075" y="4510088"/>
          <p14:tracePt t="59509" x="3781425" y="4510088"/>
          <p14:tracePt t="59515" x="3787775" y="4510088"/>
          <p14:tracePt t="59525" x="3794125" y="4510088"/>
          <p14:tracePt t="59533" x="3798888" y="4510088"/>
          <p14:tracePt t="59540" x="3817938" y="4503738"/>
          <p14:tracePt t="59558" x="3836988" y="4497388"/>
          <p14:tracePt t="59561" x="3867150" y="4484688"/>
          <p14:tracePt t="59571" x="3879850" y="4484688"/>
          <p14:tracePt t="59583" x="3922713" y="4478338"/>
          <p14:tracePt t="59587" x="3935413" y="4467225"/>
          <p14:tracePt t="59599" x="3967163" y="4467225"/>
          <p14:tracePt t="59617" x="4065588" y="4448175"/>
          <p14:tracePt t="59634" x="4110038" y="4448175"/>
          <p14:tracePt t="59652" x="4133850" y="4448175"/>
          <p14:tracePt t="59672" x="4140200" y="4448175"/>
          <p14:tracePt t="59677" x="4146550" y="4448175"/>
          <p14:tracePt t="59693" x="4146550" y="4454525"/>
          <p14:tracePt t="59903" x="4152900" y="4454525"/>
          <p14:tracePt t="59913" x="4159250" y="4460875"/>
          <p14:tracePt t="59927" x="4183063" y="4460875"/>
          <p14:tracePt t="59937" x="4195763" y="4460875"/>
          <p14:tracePt t="59951" x="4240213" y="4460875"/>
          <p14:tracePt t="59973" x="4270375" y="4460875"/>
          <p14:tracePt t="59983" x="4289425" y="4460875"/>
          <p14:tracePt t="59990" x="4313238" y="4460875"/>
          <p14:tracePt t="59999" x="4325938" y="4460875"/>
          <p14:tracePt t="60009" x="4357688" y="4460875"/>
          <p14:tracePt t="60014" x="4394200" y="4460875"/>
          <p14:tracePt t="60021" x="4419600" y="4460875"/>
          <p14:tracePt t="60038" x="4481513" y="4460875"/>
          <p14:tracePt t="60051" x="4568825" y="4460875"/>
          <p14:tracePt t="60066" x="4654550" y="4460875"/>
          <p14:tracePt t="60083" x="4760913" y="4460875"/>
          <p14:tracePt t="60093" x="4784725" y="4460875"/>
          <p14:tracePt t="60104" x="4810125" y="4460875"/>
          <p14:tracePt t="60109" x="4846638" y="4460875"/>
          <p14:tracePt t="60117" x="4895850" y="4460875"/>
          <p14:tracePt t="60133" x="5002213" y="4460875"/>
          <p14:tracePt t="60140" x="5051425" y="4460875"/>
          <p14:tracePt t="60149" x="5100638" y="4460875"/>
          <p14:tracePt t="60173" x="5219700" y="4460875"/>
          <p14:tracePt t="60178" x="5268913" y="4460875"/>
          <p14:tracePt t="60189" x="5324475" y="4460875"/>
          <p14:tracePt t="60203" x="5399088" y="4460875"/>
          <p14:tracePt t="60218" x="5429250" y="4460875"/>
          <p14:tracePt t="60236" x="5484813" y="4460875"/>
          <p14:tracePt t="60241" x="5497513" y="4460875"/>
          <p14:tracePt t="60251" x="5516563" y="4460875"/>
          <p14:tracePt t="60268" x="5541963" y="4460875"/>
          <p14:tracePt t="60286" x="5553075" y="4460875"/>
          <p14:tracePt t="60300" x="5559425" y="4460875"/>
          <p14:tracePt t="60318" x="5572125" y="4460875"/>
          <p14:tracePt t="60334" x="5584825" y="4460875"/>
          <p14:tracePt t="60338" x="5591175" y="4460875"/>
          <p14:tracePt t="60455" x="5597525" y="4460875"/>
          <p14:tracePt t="60636" x="5603875" y="4460875"/>
          <p14:tracePt t="60647" x="5614988" y="4460875"/>
          <p14:tracePt t="60661" x="5659438" y="4460875"/>
          <p14:tracePt t="60676" x="5702300" y="4460875"/>
          <p14:tracePt t="60688" x="5727700" y="4460875"/>
          <p14:tracePt t="60691" x="5764213" y="4460875"/>
          <p14:tracePt t="60702" x="5813425" y="4460875"/>
          <p14:tracePt t="60714" x="5851525" y="4460875"/>
          <p14:tracePt t="60724" x="5937250" y="4460875"/>
          <p14:tracePt t="60733" x="5956300" y="4460875"/>
          <p14:tracePt t="60748" x="5988050" y="4460875"/>
          <p14:tracePt t="60755" x="5994400" y="4460875"/>
          <p14:tracePt t="60766" x="6011863" y="4467225"/>
          <p14:tracePt t="60769" x="6018213" y="4467225"/>
          <p14:tracePt t="60783" x="6024563" y="4467225"/>
          <p14:tracePt t="60787" x="6030913" y="4467225"/>
          <p14:tracePt t="60800" x="6037263" y="4467225"/>
          <p14:tracePt t="60804" x="6043613" y="4467225"/>
          <p14:tracePt t="60817" x="6062663" y="4467225"/>
          <p14:tracePt t="60839" x="6073775" y="4467225"/>
          <p14:tracePt t="60850" x="6086475" y="4467225"/>
          <p14:tracePt t="60895" x="6092825" y="4467225"/>
          <p14:tracePt t="60916" x="6105525" y="4467225"/>
          <p14:tracePt t="60927" x="6111875" y="4467225"/>
          <p14:tracePt t="60935" x="6118225" y="4467225"/>
          <p14:tracePt t="60956" x="6148388" y="4467225"/>
          <p14:tracePt t="60962" x="6154738" y="4467225"/>
          <p14:tracePt t="60970" x="6167438" y="4467225"/>
          <p14:tracePt t="60989" x="6173788" y="4467225"/>
          <p14:tracePt t="61002" x="6197600" y="4467225"/>
          <p14:tracePt t="61019" x="6216650" y="4460875"/>
          <p14:tracePt t="61025" x="6229350" y="4460875"/>
          <p14:tracePt t="61036" x="6235700" y="4460875"/>
          <p14:tracePt t="61051" x="6242050" y="4460875"/>
          <p14:tracePt t="61057" x="6248400" y="4460875"/>
          <p14:tracePt t="61069" x="6259513" y="4460875"/>
          <p14:tracePt t="61086" x="6291263" y="4460875"/>
          <p14:tracePt t="61094" x="6310313" y="4448175"/>
          <p14:tracePt t="61100" x="6334125" y="4448175"/>
          <p14:tracePt t="61109" x="6365875" y="4448175"/>
          <p14:tracePt t="61124" x="6408738" y="4441825"/>
          <p14:tracePt t="61132" x="6415088" y="4435475"/>
          <p14:tracePt t="61143" x="6427788" y="4435475"/>
          <p14:tracePt t="61154" x="6457950" y="4422775"/>
          <p14:tracePt t="61163" x="6477000" y="4416425"/>
          <p14:tracePt t="61170" x="6496050" y="4416425"/>
          <p14:tracePt t="61185" x="6532563" y="4416425"/>
          <p14:tracePt t="61189" x="6570663" y="4411663"/>
          <p14:tracePt t="61201" x="6607175" y="4398963"/>
          <p14:tracePt t="61207" x="6675438" y="4386263"/>
          <p14:tracePt t="61214" x="6694488" y="4386263"/>
          <p14:tracePt t="61221" x="6743700" y="4386263"/>
          <p14:tracePt t="61227" x="6792913" y="4373563"/>
          <p14:tracePt t="61234" x="6824663" y="4367213"/>
          <p14:tracePt t="61241" x="6861175" y="4354513"/>
          <p14:tracePt t="61254" x="6961188" y="4343400"/>
          <p14:tracePt t="61268" x="7153275" y="4305300"/>
          <p14:tracePt t="61285" x="7419975" y="4256088"/>
          <p14:tracePt t="61302" x="7735888" y="4200525"/>
          <p14:tracePt t="61317" x="7940675" y="4181475"/>
          <p14:tracePt t="61324" x="8120063" y="4168775"/>
          <p14:tracePt t="61334" x="8596313" y="4138613"/>
          <p14:tracePt t="61340" x="8839200" y="4138613"/>
          <p14:tracePt t="61349" x="9105900" y="4138613"/>
          <p14:tracePt t="61356" x="9347200" y="4138613"/>
          <p14:tracePt t="61373" x="9756775" y="4138613"/>
          <p14:tracePt t="61382" x="9917113" y="4138613"/>
          <p14:tracePt t="61386" x="10121900" y="4138613"/>
          <p14:tracePt t="61394" x="10363200" y="4151313"/>
          <p14:tracePt t="61402" x="10512425" y="4162425"/>
          <p14:tracePt t="61414" x="10698163" y="4187825"/>
          <p14:tracePt t="61429" x="11001375" y="4243388"/>
          <p14:tracePt t="61434" x="11101388" y="4256088"/>
          <p14:tracePt t="61444" x="11169650" y="4268788"/>
          <p14:tracePt t="61454" x="11187113" y="4268788"/>
          <p14:tracePt t="61467" x="11199813" y="4275138"/>
          <p14:tracePt t="61488" x="11199813" y="4281488"/>
          <p14:tracePt t="61500" x="11193463" y="4292600"/>
          <p14:tracePt t="61504" x="11156950" y="4305300"/>
          <p14:tracePt t="61512" x="11088688" y="4318000"/>
          <p14:tracePt t="61533" x="11001375" y="4330700"/>
          <p14:tracePt t="61539" x="10933113" y="4343400"/>
          <p14:tracePt t="61548" x="10828338" y="4343400"/>
          <p14:tracePt t="61560" x="10685463" y="4343400"/>
          <p14:tracePt t="61564" x="10548938" y="4343400"/>
          <p14:tracePt t="61570" x="10388600" y="4343400"/>
          <p14:tracePt t="61584" x="10252075" y="4337050"/>
          <p14:tracePt t="61588" x="10152063" y="4318000"/>
          <p14:tracePt t="61605" x="10021888" y="4268788"/>
          <p14:tracePt t="61614" x="9991725" y="4249738"/>
          <p14:tracePt t="61618" x="9972675" y="4206875"/>
          <p14:tracePt t="61625" x="9955213" y="4181475"/>
          <p14:tracePt t="61644" x="9929813" y="4100513"/>
          <p14:tracePt t="61650" x="9917113" y="4051300"/>
          <p14:tracePt t="61657" x="9904413" y="3995738"/>
          <p14:tracePt t="61667" x="9904413" y="3946525"/>
          <p14:tracePt t="61684" x="9904413" y="3865563"/>
          <p14:tracePt t="61700" x="9910763" y="3748088"/>
          <p14:tracePt t="61718" x="10021888" y="3667125"/>
          <p14:tracePt t="61737" x="10079038" y="3654425"/>
          <p14:tracePt t="61743" x="10128250" y="3654425"/>
          <p14:tracePt t="61757" x="10264775" y="3673475"/>
          <p14:tracePt t="61767" x="10350500" y="3698875"/>
          <p14:tracePt t="61770" x="10456863" y="3748088"/>
          <p14:tracePt t="61785" x="10623550" y="3865563"/>
          <p14:tracePt t="61802" x="10760075" y="4002088"/>
          <p14:tracePt t="61821" x="10809288" y="4076700"/>
          <p14:tracePt t="61835" x="10860088" y="4219575"/>
          <p14:tracePt t="61853" x="10860088" y="4286250"/>
          <p14:tracePt t="61867" x="10821988" y="4367213"/>
          <p14:tracePt t="61872" x="10704513" y="4448175"/>
          <p14:tracePt t="61877" x="10636250" y="4473575"/>
          <p14:tracePt t="61891" x="10525125" y="4503738"/>
          <p14:tracePt t="61901" x="10437813" y="4516438"/>
          <p14:tracePt t="61917" x="10128250" y="4516438"/>
          <p14:tracePt t="61935" x="9910763" y="4510088"/>
          <p14:tracePt t="61950" x="9842500" y="4497388"/>
          <p14:tracePt t="61974" x="9786938" y="4435475"/>
          <p14:tracePt t="61980" x="9774238" y="4398963"/>
          <p14:tracePt t="61987" x="9767888" y="4360863"/>
          <p14:tracePt t="61995" x="9767888" y="4311650"/>
          <p14:tracePt t="62003" x="9767888" y="4281488"/>
          <p14:tracePt t="62014" x="9786938" y="4243388"/>
          <p14:tracePt t="62019" x="9836150" y="4200525"/>
          <p14:tracePt t="62029" x="9861550" y="4168775"/>
          <p14:tracePt t="62038" x="9904413" y="4151313"/>
          <p14:tracePt t="62053" x="10017125" y="4106863"/>
          <p14:tracePt t="62068" x="10264775" y="4076700"/>
          <p14:tracePt t="62088" x="10531475" y="4076700"/>
          <p14:tracePt t="62098" x="10679113" y="4089400"/>
          <p14:tracePt t="62108" x="10815638" y="4113213"/>
          <p14:tracePt t="62115" x="11069638" y="4219575"/>
          <p14:tracePt t="62130" x="11193463" y="4286250"/>
          <p14:tracePt t="62135" x="11287125" y="4354513"/>
          <p14:tracePt t="62144" x="11374438" y="4435475"/>
          <p14:tracePt t="62147" x="11391900" y="4460875"/>
          <p14:tracePt t="62158" x="11417300" y="4497388"/>
          <p14:tracePt t="62166" x="11430000" y="4516438"/>
          <p14:tracePt t="62170" x="11430000" y="4546600"/>
          <p14:tracePt t="62187" x="11423650" y="4565650"/>
          <p14:tracePt t="62203" x="11349038" y="4614863"/>
          <p14:tracePt t="62214" x="11293475" y="4640263"/>
          <p14:tracePt t="62221" x="11244263" y="4652963"/>
          <p14:tracePt t="62227" x="11206163" y="4659313"/>
          <p14:tracePt t="62234" x="11101388" y="4670425"/>
          <p14:tracePt t="62247" x="10983913" y="4683125"/>
          <p14:tracePt t="62258" x="10672763" y="4702175"/>
          <p14:tracePt t="62269" x="10493375" y="4702175"/>
          <p14:tracePt t="62285" x="10226675" y="4676775"/>
          <p14:tracePt t="62290" x="10090150" y="4652963"/>
          <p14:tracePt t="62300" x="9972675" y="4608513"/>
          <p14:tracePt t="62316" x="9793288" y="4522788"/>
          <p14:tracePt t="62322" x="9737725" y="4484688"/>
          <p14:tracePt t="62342" x="9607550" y="4324350"/>
          <p14:tracePt t="62350" x="9569450" y="4249738"/>
          <p14:tracePt t="62359" x="9532938" y="4027488"/>
          <p14:tracePt t="62374" x="9532938" y="3897313"/>
          <p14:tracePt t="62383" x="9551988" y="3748088"/>
          <p14:tracePt t="62388" x="9607550" y="3592513"/>
          <p14:tracePt t="62403" x="9812338" y="3270250"/>
          <p14:tracePt t="62418" x="10059988" y="3048000"/>
          <p14:tracePt t="62423" x="10183813" y="2979738"/>
          <p14:tracePt t="62434" x="10320338" y="2930525"/>
          <p14:tracePt t="62451" x="10574338" y="2874963"/>
          <p14:tracePt t="62470" x="10841038" y="2881313"/>
          <p14:tracePt t="62479" x="10971213" y="2905125"/>
          <p14:tracePt t="62484" x="11095038" y="2960688"/>
          <p14:tracePt t="62504" x="11336338" y="3122613"/>
          <p14:tracePt t="62508" x="11485563" y="3240088"/>
          <p14:tracePt t="62522" x="11590338" y="3351213"/>
          <p14:tracePt t="62524" x="11684000" y="3457575"/>
          <p14:tracePt t="62532" x="11752263" y="3549650"/>
          <p14:tracePt t="62541" x="11788775" y="3624263"/>
          <p14:tracePt t="62549" x="11801475" y="3705225"/>
          <p14:tracePt t="62554" x="11801475" y="3735388"/>
          <p14:tracePt t="62579" x="11739563" y="3897313"/>
          <p14:tracePt t="62592" x="11720513" y="3940175"/>
          <p14:tracePt t="62596" x="11658600" y="3989388"/>
          <p14:tracePt t="62604" x="11634788" y="4008438"/>
          <p14:tracePt t="62617" x="11528425" y="4057650"/>
          <p14:tracePt t="62634" x="11453813" y="4070350"/>
          <p14:tracePt t="62651" x="11206163" y="4095750"/>
          <p14:tracePt t="62677" x="10939463" y="4113213"/>
          <p14:tracePt t="62683" x="10809288" y="4113213"/>
          <p14:tracePt t="62688" x="10629900" y="4113213"/>
          <p14:tracePt t="62697" x="10493375" y="4100513"/>
          <p14:tracePt t="62701" x="10375900" y="4076700"/>
          <p14:tracePt t="62705" x="10277475" y="4038600"/>
          <p14:tracePt t="62714" x="10171113" y="3983038"/>
          <p14:tracePt t="62723" x="10096500" y="3946525"/>
          <p14:tracePt t="62733" x="10017125" y="3884613"/>
          <p14:tracePt t="62737" x="9959975" y="3822700"/>
          <p14:tracePt t="62744" x="9910763" y="3767138"/>
          <p14:tracePt t="62751" x="9861550" y="3705225"/>
          <p14:tracePt t="62764" x="9842500" y="3649663"/>
          <p14:tracePt t="62770" x="9818688" y="3592513"/>
          <p14:tracePt t="62773" x="9805988" y="3536950"/>
          <p14:tracePt t="62783" x="9812338" y="3513138"/>
          <p14:tracePt t="62794" x="9829800" y="3494088"/>
          <p14:tracePt t="62803" x="9842500" y="3475038"/>
          <p14:tracePt t="62820" x="9910763" y="3468688"/>
          <p14:tracePt t="62826" x="9959975" y="3468688"/>
          <p14:tracePt t="62836" x="10010775" y="3468688"/>
          <p14:tracePt t="62853" x="10134600" y="3481388"/>
          <p14:tracePt t="62857" x="10209213" y="3519488"/>
          <p14:tracePt t="62866" x="10252075" y="3549650"/>
          <p14:tracePt t="62873" x="10313988" y="3598863"/>
          <p14:tracePt t="62888" x="10431463" y="3722688"/>
          <p14:tracePt t="62899" x="10512425" y="3816350"/>
          <p14:tracePt t="62917" x="10629900" y="4014788"/>
          <p14:tracePt t="62921" x="10685463" y="4119563"/>
          <p14:tracePt t="62935" x="10723563" y="4206875"/>
          <p14:tracePt t="62940" x="10747375" y="4281488"/>
          <p14:tracePt t="62954" x="10747375" y="4292600"/>
          <p14:tracePt t="62958" x="10747375" y="4311650"/>
          <p14:tracePt t="62967" x="10747375" y="4337050"/>
          <p14:tracePt t="62974" x="10734675" y="4360863"/>
          <p14:tracePt t="62983" x="10679113" y="4386263"/>
          <p14:tracePt t="62994" x="10587038" y="4405313"/>
          <p14:tracePt t="63000" x="10487025" y="4416425"/>
          <p14:tracePt t="63008" x="10388600" y="4429125"/>
          <p14:tracePt t="63018" x="10258425" y="4429125"/>
          <p14:tracePt t="63034" x="9929813" y="4429125"/>
          <p14:tracePt t="63038" x="9780588" y="4429125"/>
          <p14:tracePt t="63051" x="9613900" y="4411663"/>
          <p14:tracePt t="63067" x="9359900" y="4330700"/>
          <p14:tracePt t="63074" x="9285288" y="4305300"/>
          <p14:tracePt t="63095" x="9217025" y="4243388"/>
          <p14:tracePt t="63106" x="9178925" y="4187825"/>
          <p14:tracePt t="63116" x="9148763" y="4144963"/>
          <p14:tracePt t="63134" x="9136063" y="4064000"/>
          <p14:tracePt t="63138" x="9136063" y="4014788"/>
          <p14:tracePt t="63150" x="9161463" y="3970338"/>
          <p14:tracePt t="63171" x="9278938" y="3852863"/>
          <p14:tracePt t="63181" x="9328150" y="3835400"/>
          <p14:tracePt t="63187" x="9402763" y="3810000"/>
          <p14:tracePt t="63202" x="9626600" y="3729038"/>
          <p14:tracePt t="63214" x="9725025" y="3705225"/>
          <p14:tracePt t="63224" x="9818688" y="3679825"/>
          <p14:tracePt t="63235" x="10004425" y="3643313"/>
          <p14:tracePt t="63250" x="10102850" y="3630613"/>
          <p14:tracePt t="63268" x="10339388" y="3636963"/>
          <p14:tracePt t="63288" x="10525125" y="3716338"/>
          <p14:tracePt t="63294" x="10587038" y="3767138"/>
          <p14:tracePt t="63310" x="10617200" y="3810000"/>
          <p14:tracePt t="63317" x="10655300" y="3865563"/>
          <p14:tracePt t="63334" x="10661650" y="3946525"/>
          <p14:tracePt t="63338" x="10661650" y="3983038"/>
          <p14:tracePt t="63350" x="10661650" y="4021138"/>
          <p14:tracePt t="63366" x="10636250" y="4083050"/>
          <p14:tracePt t="63370" x="10610850" y="4113213"/>
          <p14:tracePt t="63377" x="10580688" y="4144963"/>
          <p14:tracePt t="63389" x="10561638" y="4151313"/>
          <p14:tracePt t="63394" x="10525125" y="4168775"/>
          <p14:tracePt t="63414" x="10444163" y="4181475"/>
          <p14:tracePt t="63423" x="10407650" y="4181475"/>
          <p14:tracePt t="63434" x="10307638" y="4181475"/>
          <p14:tracePt t="63447" x="10277475" y="4168775"/>
          <p14:tracePt t="63455" x="10239375" y="4157663"/>
          <p14:tracePt t="63469" x="10140950" y="4113213"/>
          <p14:tracePt t="63487" x="10090150" y="4076700"/>
          <p14:tracePt t="63494" x="10066338" y="4051300"/>
          <p14:tracePt t="63501" x="10040938" y="4021138"/>
          <p14:tracePt t="63513" x="10004425" y="3976688"/>
          <p14:tracePt t="63518" x="9998075" y="3952875"/>
          <p14:tracePt t="63527" x="9985375" y="3927475"/>
          <p14:tracePt t="63535" x="9979025" y="3884613"/>
          <p14:tracePt t="63551" x="9966325" y="3810000"/>
          <p14:tracePt t="63567" x="9966325" y="3748088"/>
          <p14:tracePt t="63585" x="9979025" y="3705225"/>
          <p14:tracePt t="63598" x="9998075" y="3673475"/>
          <p14:tracePt t="63605" x="10040938" y="3643313"/>
          <p14:tracePt t="63617" x="10079038" y="3636963"/>
          <p14:tracePt t="63627" x="10183813" y="3611563"/>
          <p14:tracePt t="63635" x="10213975" y="3611563"/>
          <p14:tracePt t="63641" x="10264775" y="3611563"/>
          <p14:tracePt t="63650" x="10326688" y="3611563"/>
          <p14:tracePt t="63668" x="10469563" y="3630613"/>
          <p14:tracePt t="63689" x="10599738" y="3686175"/>
          <p14:tracePt t="63693" x="10655300" y="3722688"/>
          <p14:tracePt t="63701" x="10710863" y="3760788"/>
          <p14:tracePt t="63706" x="10723563" y="3773488"/>
          <p14:tracePt t="63716" x="10741025" y="3816350"/>
          <p14:tracePt t="63728" x="10747375" y="3852863"/>
          <p14:tracePt t="63738" x="10747375" y="3903663"/>
          <p14:tracePt t="63750" x="10747375" y="3921125"/>
          <p14:tracePt t="63754" x="10747375" y="3946525"/>
          <p14:tracePt t="63767" x="10741025" y="4002088"/>
          <p14:tracePt t="63783" x="10710863" y="4044950"/>
          <p14:tracePt t="63800" x="10655300" y="4095750"/>
          <p14:tracePt t="63806" x="10636250" y="4100513"/>
          <p14:tracePt t="63831" x="10574338" y="4119563"/>
          <p14:tracePt t="63839" x="10499725" y="4132263"/>
          <p14:tracePt t="63851" x="10469563" y="4132263"/>
          <p14:tracePt t="63864" x="10437813" y="4132263"/>
          <p14:tracePt t="63874" x="10401300" y="4132263"/>
          <p14:tracePt t="63878" x="10350500" y="4132263"/>
          <p14:tracePt t="63887" x="10294938" y="4132263"/>
          <p14:tracePt t="63890" x="10245725" y="4125913"/>
          <p14:tracePt t="63899" x="10190163" y="4100513"/>
          <p14:tracePt t="63920" x="10072688" y="4044950"/>
          <p14:tracePt t="63936" x="9955213" y="3976688"/>
          <p14:tracePt t="63941" x="9942513" y="3952875"/>
          <p14:tracePt t="63951" x="9898063" y="3908425"/>
          <p14:tracePt t="63958" x="9880600" y="3878263"/>
          <p14:tracePt t="63971" x="9829800" y="3810000"/>
          <p14:tracePt t="63985" x="9812338" y="3784600"/>
          <p14:tracePt t="63999" x="9799638" y="3741738"/>
          <p14:tracePt t="64004" x="9799638" y="3735388"/>
          <p14:tracePt t="64016" x="9799638" y="3716338"/>
          <p14:tracePt t="64039" x="9812338" y="3660775"/>
          <p14:tracePt t="64050" x="9829800" y="3654425"/>
          <p14:tracePt t="64064" x="9836150" y="3654425"/>
          <p14:tracePt t="64076" x="9855200" y="3649663"/>
          <p14:tracePt t="64090" x="9861550" y="3649663"/>
          <p14:tracePt t="64130" x="9874250" y="3649663"/>
          <p14:tracePt t="64197" x="9880600" y="3643313"/>
          <p14:tracePt t="64207" x="9891713" y="3636963"/>
          <p14:tracePt t="64218" x="9898063" y="3624263"/>
          <p14:tracePt t="64234" x="9904413" y="3617913"/>
          <p14:tracePt t="64285" x="9917113" y="3617913"/>
          <p14:tracePt t="64332" x="9923463" y="3617913"/>
          <p14:tracePt t="64343" x="9929813" y="3617913"/>
          <p14:tracePt t="64351" x="9942513" y="3617913"/>
          <p14:tracePt t="64366" x="9948863" y="3611563"/>
          <p14:tracePt t="64384" x="9959975" y="3611563"/>
          <p14:tracePt t="64390" x="9966325" y="3611563"/>
          <p14:tracePt t="64394" x="9972675" y="3611563"/>
          <p14:tracePt t="64404" x="9979025" y="3611563"/>
          <p14:tracePt t="64410" x="9985375" y="3605213"/>
          <p14:tracePt t="64419" x="9991725" y="3605213"/>
          <p14:tracePt t="64430" x="9998075" y="3605213"/>
          <p14:tracePt t="64448" x="10010775" y="3598863"/>
          <p14:tracePt t="64458" x="10017125" y="3598863"/>
          <p14:tracePt t="65470" x="10004425" y="3598863"/>
          <p14:tracePt t="65483" x="9998075" y="3598863"/>
          <p14:tracePt t="65497" x="9985375" y="3605213"/>
          <p14:tracePt t="65510" x="9979025" y="3611563"/>
          <p14:tracePt t="65521" x="9972675" y="3611563"/>
          <p14:tracePt t="65537" x="9966325" y="3611563"/>
          <p14:tracePt t="65544" x="9955213" y="3611563"/>
          <p14:tracePt t="65555" x="9948863" y="3605213"/>
          <p14:tracePt t="65571" x="9942513" y="3598863"/>
          <p14:tracePt t="65645" x="9942513" y="3592513"/>
          <p14:tracePt t="65670" x="9942513" y="3587750"/>
          <p14:tracePt t="65686" x="9942513" y="3575050"/>
          <p14:tracePt t="65887" x="9936163" y="3575050"/>
          <p14:tracePt t="65898" x="9929813" y="3575050"/>
          <p14:tracePt t="65906" x="9929813" y="3581400"/>
          <p14:tracePt t="65910" x="9923463" y="3581400"/>
          <p14:tracePt t="65926" x="9917113" y="3587750"/>
          <p14:tracePt t="65949" x="9904413" y="3592513"/>
          <p14:tracePt t="66163" x="9898063" y="3592513"/>
          <p14:tracePt t="66192" x="9898063" y="3587750"/>
          <p14:tracePt t="66216" x="9898063" y="3575050"/>
          <p14:tracePt t="66230" x="9898063" y="3568700"/>
          <p14:tracePt t="66244" x="9898063" y="3562350"/>
          <p14:tracePt t="66259" x="9898063" y="3556000"/>
          <p14:tracePt t="66268" x="9898063" y="3549650"/>
          <p14:tracePt t="66286" x="9898063" y="3543300"/>
          <p14:tracePt t="66679" x="9891713" y="3543300"/>
          <p14:tracePt t="66693" x="9886950" y="3549650"/>
          <p14:tracePt t="66699" x="9886950" y="3556000"/>
          <p14:tracePt t="66803" x="9880600" y="3556000"/>
          <p14:tracePt t="66829" x="9874250" y="3556000"/>
          <p14:tracePt t="66844" x="9861550" y="3568700"/>
          <p14:tracePt t="66850" x="9848850" y="3581400"/>
          <p14:tracePt t="66866" x="9836150" y="3592513"/>
          <p14:tracePt t="66872" x="9829800" y="3598863"/>
          <p14:tracePt t="66893" x="9799638" y="3630613"/>
          <p14:tracePt t="66908" x="9786938" y="3643313"/>
          <p14:tracePt t="66911" x="9767888" y="3660775"/>
          <p14:tracePt t="66921" x="9756775" y="3679825"/>
          <p14:tracePt t="66925" x="9744075" y="3698875"/>
          <p14:tracePt t="66937" x="9731375" y="3716338"/>
          <p14:tracePt t="66954" x="9705975" y="3741738"/>
          <p14:tracePt t="66971" x="9694863" y="3754438"/>
          <p14:tracePt t="66987" x="9675813" y="3760788"/>
          <p14:tracePt t="66999" x="9663113" y="3760788"/>
          <p14:tracePt t="67010" x="9650413" y="3773488"/>
          <p14:tracePt t="67018" x="9644063" y="3773488"/>
          <p14:tracePt t="67035" x="9626600" y="3773488"/>
          <p14:tracePt t="67051" x="9607550" y="3778250"/>
          <p14:tracePt t="67070" x="9582150" y="3778250"/>
          <p14:tracePt t="67087" x="9569450" y="3778250"/>
          <p14:tracePt t="67103" x="9520238" y="3778250"/>
          <p14:tracePt t="67117" x="9501188" y="3778250"/>
          <p14:tracePt t="67135" x="9471025" y="3778250"/>
          <p14:tracePt t="67154" x="9445625" y="3773488"/>
          <p14:tracePt t="67167" x="9421813" y="3773488"/>
          <p14:tracePt t="67186" x="9415463" y="3767138"/>
          <p14:tracePt t="67192" x="9409113" y="3767138"/>
          <p14:tracePt t="67200" x="9402763" y="3767138"/>
          <p14:tracePt t="67215" x="9396413" y="3760788"/>
          <p14:tracePt t="67225" x="9390063" y="3760788"/>
          <p14:tracePt t="67239" x="9390063" y="3754438"/>
          <p14:tracePt t="67254" x="9371013" y="3754438"/>
          <p14:tracePt t="67270" x="9359900" y="3754438"/>
          <p14:tracePt t="67287" x="9353550" y="3754438"/>
          <p14:tracePt t="67302" x="9340850" y="3754438"/>
          <p14:tracePt t="67308" x="9334500" y="3754438"/>
          <p14:tracePt t="67321" x="9315450" y="3760788"/>
          <p14:tracePt t="67338" x="9309100" y="3767138"/>
          <p14:tracePt t="67352" x="9304338" y="3767138"/>
          <p14:tracePt t="67750" x="9297988" y="3767138"/>
          <p14:tracePt t="67846" x="9291638" y="3767138"/>
          <p14:tracePt t="67858" x="9291638" y="3760788"/>
          <p14:tracePt t="67871" x="9285288" y="3760788"/>
          <p14:tracePt t="67894" x="9272588" y="3754438"/>
          <p14:tracePt t="67926" x="9266238" y="3754438"/>
          <p14:tracePt t="67937" x="9266238" y="3741738"/>
          <p14:tracePt t="67977" x="9259888" y="3735388"/>
          <p14:tracePt t="67996" x="9259888" y="3729038"/>
          <p14:tracePt t="68006" x="9253538" y="3729038"/>
          <p14:tracePt t="68018" x="9247188" y="3722688"/>
          <p14:tracePt t="68024" x="9240838" y="3722688"/>
          <p14:tracePt t="68029" x="9240838" y="3716338"/>
          <p14:tracePt t="68051" x="9236075" y="3716338"/>
          <p14:tracePt t="68317" x="9236075" y="3711575"/>
          <p14:tracePt t="68348" x="9236075" y="3705225"/>
          <p14:tracePt t="68370" x="9236075" y="3692525"/>
          <p14:tracePt t="68390" x="9240838" y="3686175"/>
          <p14:tracePt t="68425" x="9247188" y="3686175"/>
          <p14:tracePt t="68436" x="9247188" y="3679825"/>
          <p14:tracePt t="68460" x="9253538" y="3679825"/>
          <p14:tracePt t="68466" x="9253538" y="3673475"/>
          <p14:tracePt t="68488" x="9259888" y="3673475"/>
          <p14:tracePt t="68494" x="9259888" y="3667125"/>
          <p14:tracePt t="68649" x="9266238" y="3667125"/>
          <p14:tracePt t="68665" x="9266238" y="3660775"/>
          <p14:tracePt t="68688" x="9278938" y="3660775"/>
          <p14:tracePt t="68739" x="9278938" y="3654425"/>
          <p14:tracePt t="69229" x="9285288" y="3654425"/>
          <p14:tracePt t="69857" x="9291638" y="3679825"/>
          <p14:tracePt t="69870" x="9321800" y="3754438"/>
          <p14:tracePt t="69879" x="9347200" y="3829050"/>
          <p14:tracePt t="69895" x="9371013" y="3884613"/>
          <p14:tracePt t="69913" x="9390063" y="3959225"/>
          <p14:tracePt t="69921" x="9402763" y="4095750"/>
          <p14:tracePt t="69934" x="9402763" y="4144963"/>
          <p14:tracePt t="69944" x="9415463" y="4224338"/>
          <p14:tracePt t="69954" x="9415463" y="4249738"/>
          <p14:tracePt t="69969" x="9415463" y="4286250"/>
          <p14:tracePt t="69978" x="9415463" y="4386263"/>
          <p14:tracePt t="69985" x="9415463" y="4473575"/>
          <p14:tracePt t="70001" x="9415463" y="4603750"/>
          <p14:tracePt t="70018" x="9421813" y="4683125"/>
          <p14:tracePt t="70038" x="9421813" y="4714875"/>
          <p14:tracePt t="70054" x="9421813" y="4721225"/>
          <p14:tracePt t="70093" x="9415463" y="4721225"/>
          <p14:tracePt t="70106" x="9402763" y="4721225"/>
          <p14:tracePt t="70110" x="9383713" y="4727575"/>
          <p14:tracePt t="70119" x="9377363" y="4727575"/>
          <p14:tracePt t="70135" x="9371013" y="4727575"/>
          <p14:tracePt t="70139" x="9371013" y="4732338"/>
          <p14:tracePt t="70154" x="9347200" y="4738688"/>
          <p14:tracePt t="70161" x="9340850" y="4745038"/>
          <p14:tracePt t="70181" x="9328150" y="4764088"/>
          <p14:tracePt t="70191" x="9304338" y="4776788"/>
          <p14:tracePt t="70201" x="9297988" y="4776788"/>
          <p14:tracePt t="70217" x="9291638" y="4776788"/>
          <p14:tracePt t="70258" x="9291638" y="4770438"/>
          <p14:tracePt t="70273" x="9291638" y="4751388"/>
          <p14:tracePt t="70287" x="9304338" y="4714875"/>
          <p14:tracePt t="70293" x="9304338" y="4702175"/>
          <p14:tracePt t="70301" x="9304338" y="4695825"/>
          <p14:tracePt t="70311" x="9309100" y="4689475"/>
          <p14:tracePt t="70351" x="9315450" y="4689475"/>
          <p14:tracePt t="70359" x="9328150" y="4689475"/>
          <p14:tracePt t="70369" x="9371013" y="4702175"/>
          <p14:tracePt t="70392" x="9569450" y="4770438"/>
          <p14:tracePt t="70414" x="9955213" y="4826000"/>
          <p14:tracePt t="70426" x="10083800" y="4838700"/>
          <p14:tracePt t="70440" x="10444163" y="4838700"/>
          <p14:tracePt t="70449" x="10593388" y="4838700"/>
          <p14:tracePt t="70454" x="10729913" y="4838700"/>
          <p14:tracePt t="70463" x="10828338" y="4838700"/>
          <p14:tracePt t="70475" x="10890250" y="4838700"/>
          <p14:tracePt t="70485" x="10922000" y="4838700"/>
          <p14:tracePt t="70513" x="10926763" y="4838700"/>
          <p14:tracePt t="70518" x="10926763" y="4845050"/>
          <p14:tracePt t="70527" x="10902950" y="4862513"/>
          <p14:tracePt t="70534" x="10871200" y="4868863"/>
          <p14:tracePt t="70544" x="10809288" y="4881563"/>
          <p14:tracePt t="70552" x="10741025" y="4894263"/>
          <p14:tracePt t="70569" x="10655300" y="4906963"/>
          <p14:tracePt t="70585" x="10388600" y="4919663"/>
          <p14:tracePt t="70603" x="10202863" y="4919663"/>
          <p14:tracePt t="70612" x="10102850" y="4919663"/>
          <p14:tracePt t="70625" x="10021888" y="4919663"/>
          <p14:tracePt t="70636" x="9972675" y="4919663"/>
          <p14:tracePt t="70642" x="9917113" y="4913313"/>
          <p14:tracePt t="70652" x="9829800" y="4881563"/>
          <p14:tracePt t="70661" x="9825038" y="4881563"/>
          <p14:tracePt t="70678" x="9825038" y="4875213"/>
          <p14:tracePt t="70686" x="9848850" y="4862513"/>
          <p14:tracePt t="70703" x="9923463" y="4857750"/>
          <p14:tracePt t="70709" x="9991725" y="4857750"/>
          <p14:tracePt t="70722" x="10102850" y="4857750"/>
          <p14:tracePt t="70736" x="10339388" y="4857750"/>
          <p14:tracePt t="70744" x="10437813" y="4857750"/>
          <p14:tracePt t="70755" x="10537825" y="4857750"/>
          <p14:tracePt t="70768" x="10704513" y="4857750"/>
          <p14:tracePt t="70784" x="10747375" y="4857750"/>
          <p14:tracePt t="70816" x="10741025" y="4857750"/>
          <p14:tracePt t="70824" x="10723563" y="4862513"/>
          <p14:tracePt t="70835" x="10685463" y="4862513"/>
          <p14:tracePt t="70840" x="10648950" y="4862513"/>
          <p14:tracePt t="70852" x="10567988" y="4862513"/>
          <p14:tracePt t="70859" x="10456863" y="4862513"/>
          <p14:tracePt t="70868" x="10356850" y="4862513"/>
          <p14:tracePt t="70880" x="10190163" y="4862513"/>
          <p14:tracePt t="70885" x="10059988" y="4862513"/>
          <p14:tracePt t="70896" x="9910763" y="4862513"/>
          <p14:tracePt t="70901" x="9793288" y="4862513"/>
          <p14:tracePt t="70909" x="9675813" y="4857750"/>
          <p14:tracePt t="70919" x="9575800" y="4845050"/>
          <p14:tracePt t="70923" x="9558338" y="4838700"/>
          <p14:tracePt t="70937" x="9513888" y="4832350"/>
          <p14:tracePt t="70955" x="9507538" y="4819650"/>
          <p14:tracePt t="70987" x="9520238" y="4819650"/>
          <p14:tracePt t="70996" x="9545638" y="4826000"/>
          <p14:tracePt t="71006" x="9582150" y="4826000"/>
          <p14:tracePt t="71018" x="9712325" y="4838700"/>
          <p14:tracePt t="71037" x="10047288" y="4851400"/>
          <p14:tracePt t="71046" x="10177463" y="4862513"/>
          <p14:tracePt t="71055" x="10313988" y="4862513"/>
          <p14:tracePt t="71073" x="10444163" y="4862513"/>
          <p14:tracePt t="71081" x="10610850" y="4862513"/>
          <p14:tracePt t="71088" x="10636250" y="4862513"/>
          <p14:tracePt t="71098" x="10642600" y="4862513"/>
          <p14:tracePt t="71138" x="10629900" y="4862513"/>
          <p14:tracePt t="71146" x="10561638" y="4862513"/>
          <p14:tracePt t="71152" x="10537825" y="4862513"/>
          <p14:tracePt t="71168" x="10375900" y="4862513"/>
          <p14:tracePt t="71187" x="10147300" y="4862513"/>
          <p14:tracePt t="71205" x="9829800" y="4862513"/>
          <p14:tracePt t="71211" x="9669463" y="4862513"/>
          <p14:tracePt t="71220" x="9539288" y="4862513"/>
          <p14:tracePt t="71228" x="9421813" y="4862513"/>
          <p14:tracePt t="71235" x="9321800" y="4862513"/>
          <p14:tracePt t="71243" x="9240838" y="4862513"/>
          <p14:tracePt t="71251" x="9210675" y="4857750"/>
          <p14:tracePt t="71268" x="9204325" y="4857750"/>
          <p14:tracePt t="71286" x="9223375" y="4845050"/>
          <p14:tracePt t="71303" x="9340850" y="4819650"/>
          <p14:tracePt t="71320" x="9490075" y="4819650"/>
          <p14:tracePt t="71326" x="9607550" y="4819650"/>
          <p14:tracePt t="71342" x="9904413" y="4819650"/>
          <p14:tracePt t="71351" x="10066338" y="4819650"/>
          <p14:tracePt t="71369" x="10394950" y="4819650"/>
          <p14:tracePt t="71387" x="10661650" y="4819650"/>
          <p14:tracePt t="71407" x="10809288" y="4819650"/>
          <p14:tracePt t="71419" x="10834688" y="4826000"/>
          <p14:tracePt t="71442" x="10834688" y="4832350"/>
          <p14:tracePt t="71463" x="10785475" y="4838700"/>
          <p14:tracePt t="71473" x="10710863" y="4851400"/>
          <p14:tracePt t="71484" x="10636250" y="4851400"/>
          <p14:tracePt t="71494" x="10437813" y="4851400"/>
          <p14:tracePt t="71507" x="10307638" y="4851400"/>
          <p14:tracePt t="71516" x="10190163" y="4851400"/>
          <p14:tracePt t="71523" x="10090150" y="4851400"/>
          <p14:tracePt t="71535" x="9991725" y="4851400"/>
          <p14:tracePt t="71544" x="9855200" y="4851400"/>
          <p14:tracePt t="71552" x="9829800" y="4845050"/>
          <p14:tracePt t="71561" x="9812338" y="4845050"/>
          <p14:tracePt t="71575" x="9805988" y="4845050"/>
          <p14:tracePt t="71587" x="9805988" y="4838700"/>
          <p14:tracePt t="71601" x="9818688" y="4838700"/>
          <p14:tracePt t="71614" x="9917113" y="4826000"/>
          <p14:tracePt t="71619" x="9955213" y="4826000"/>
          <p14:tracePt t="71624" x="10034588" y="4826000"/>
          <p14:tracePt t="71631" x="10147300" y="4826000"/>
          <p14:tracePt t="71637" x="10245725" y="4826000"/>
          <p14:tracePt t="71653" x="10412413" y="4826000"/>
          <p14:tracePt t="71669" x="10841038" y="4826000"/>
          <p14:tracePt t="71688" x="11052175" y="4826000"/>
          <p14:tracePt t="71706" x="11125200" y="4826000"/>
          <p14:tracePt t="71746" x="11082338" y="4826000"/>
          <p14:tracePt t="71758" x="10995025" y="4826000"/>
          <p14:tracePt t="71769" x="10909300" y="4832350"/>
          <p14:tracePt t="71786" x="10617200" y="4845050"/>
          <p14:tracePt t="71805" x="10320338" y="4845050"/>
          <p14:tracePt t="71814" x="10190163" y="4845050"/>
          <p14:tracePt t="71822" x="9942513" y="4845050"/>
          <p14:tracePt t="71833" x="9805988" y="4845050"/>
          <p14:tracePt t="71840" x="9725025" y="4838700"/>
          <p14:tracePt t="71853" x="9694863" y="4832350"/>
          <p14:tracePt t="71870" x="9663113" y="4813300"/>
          <p14:tracePt t="71889" x="9656763" y="4813300"/>
          <p14:tracePt t="71910" x="9669463" y="4806950"/>
          <p14:tracePt t="71921" x="9699625" y="4806950"/>
          <p14:tracePt t="71927" x="9750425" y="4806950"/>
          <p14:tracePt t="71942" x="9867900" y="4806950"/>
          <p14:tracePt t="71954" x="9904413" y="4806950"/>
          <p14:tracePt t="71972" x="9991725" y="4806950"/>
          <p14:tracePt t="71977" x="10040938" y="4806950"/>
          <p14:tracePt t="71986" x="10102850" y="4806950"/>
          <p14:tracePt t="72004" x="10239375" y="4806950"/>
          <p14:tracePt t="72008" x="10277475" y="4806950"/>
          <p14:tracePt t="72019" x="10326688" y="4806950"/>
          <p14:tracePt t="72037" x="10401300" y="4806950"/>
          <p14:tracePt t="72051" x="10407650" y="4806950"/>
          <p14:tracePt t="72080" x="10382250" y="4806950"/>
          <p14:tracePt t="72093" x="10320338" y="4813300"/>
          <p14:tracePt t="72103" x="10282238" y="4813300"/>
          <p14:tracePt t="72119" x="10096500" y="4813300"/>
          <p14:tracePt t="72129" x="10017125" y="4813300"/>
          <p14:tracePt t="72146" x="9799638" y="4813300"/>
          <p14:tracePt t="72151" x="9699625" y="4813300"/>
          <p14:tracePt t="72164" x="9631363" y="4813300"/>
          <p14:tracePt t="72170" x="9582150" y="4813300"/>
          <p14:tracePt t="72188" x="9501188" y="4806950"/>
          <p14:tracePt t="72192" x="9490075" y="4806950"/>
          <p14:tracePt t="72252" x="9490075" y="4800600"/>
          <p14:tracePt t="72259" x="9513888" y="4794250"/>
          <p14:tracePt t="72269" x="9532938" y="4794250"/>
          <p14:tracePt t="72274" x="9582150" y="4794250"/>
          <p14:tracePt t="72278" x="9650413" y="4794250"/>
          <p14:tracePt t="72291" x="9699625" y="4794250"/>
          <p14:tracePt t="72303" x="9774238" y="4794250"/>
          <p14:tracePt t="72312" x="9825038" y="4794250"/>
          <p14:tracePt t="72319" x="9874250" y="4794250"/>
          <p14:tracePt t="72327" x="9923463" y="4794250"/>
          <p14:tracePt t="72336" x="9991725" y="4794250"/>
          <p14:tracePt t="72345" x="10040938" y="4794250"/>
          <p14:tracePt t="72352" x="10109200" y="4794250"/>
          <p14:tracePt t="72371" x="10158413" y="4794250"/>
          <p14:tracePt t="72386" x="10239375" y="4794250"/>
          <p14:tracePt t="72403" x="10282238" y="4794250"/>
          <p14:tracePt t="72461" x="10258425" y="4794250"/>
          <p14:tracePt t="72479" x="10183813" y="4794250"/>
          <p14:tracePt t="72486" x="10066338" y="4819650"/>
          <p14:tracePt t="72503" x="9972675" y="4819650"/>
          <p14:tracePt t="72512" x="9923463" y="4819650"/>
          <p14:tracePt t="72533" x="9829800" y="4819650"/>
          <p14:tracePt t="72547" x="9793288" y="4819650"/>
          <p14:tracePt t="72599" x="9799638" y="4819650"/>
          <p14:tracePt t="72625" x="9904413" y="4806950"/>
          <p14:tracePt t="72637" x="9966325" y="4806950"/>
          <p14:tracePt t="72652" x="10164763" y="4806950"/>
          <p14:tracePt t="72666" x="10350500" y="4806950"/>
          <p14:tracePt t="72674" x="10450513" y="4806950"/>
          <p14:tracePt t="72683" x="10531475" y="4806950"/>
          <p14:tracePt t="72694" x="10580688" y="4806950"/>
          <p14:tracePt t="72702" x="10623550" y="4806950"/>
          <p14:tracePt t="72711" x="10629900" y="4806950"/>
          <p14:tracePt t="72783" x="10623550" y="4806950"/>
          <p14:tracePt t="72789" x="10604500" y="4806950"/>
          <p14:tracePt t="72803" x="10574338" y="4806950"/>
          <p14:tracePt t="72819" x="10542588" y="4806950"/>
          <p14:tracePt t="72835" x="10487025" y="4813300"/>
          <p14:tracePt t="72852" x="10363200" y="4826000"/>
          <p14:tracePt t="72869" x="10313988" y="4826000"/>
          <p14:tracePt t="72888" x="10213975" y="4826000"/>
          <p14:tracePt t="72908" x="10109200" y="4826000"/>
          <p14:tracePt t="72913" x="10059988" y="4826000"/>
          <p14:tracePt t="72920" x="10053638" y="4826000"/>
          <p14:tracePt t="72934" x="10047288" y="4826000"/>
          <p14:tracePt t="73040" x="10028238" y="4826000"/>
          <p14:tracePt t="73055" x="10017125" y="4826000"/>
          <p14:tracePt t="73071" x="9998075" y="4826000"/>
          <p14:tracePt t="73085" x="9985375" y="4826000"/>
          <p14:tracePt t="73091" x="9942513" y="4826000"/>
          <p14:tracePt t="73096" x="9904413" y="4826000"/>
          <p14:tracePt t="73105" x="9867900" y="4832350"/>
          <p14:tracePt t="73119" x="9812338" y="4832350"/>
          <p14:tracePt t="73136" x="9767888" y="4838700"/>
          <p14:tracePt t="73154" x="9737725" y="4838700"/>
          <p14:tracePt t="73159" x="9731375" y="4838700"/>
          <p14:tracePt t="73175" x="9718675" y="4838700"/>
          <p14:tracePt t="73191" x="9699625" y="4838700"/>
          <p14:tracePt t="73206" x="9699625" y="4832350"/>
          <p14:tracePt t="73656" x="9694863" y="4832350"/>
          <p14:tracePt t="73673" x="9688513" y="4832350"/>
          <p14:tracePt t="73728" x="9682163" y="4832350"/>
          <p14:tracePt t="73757" x="9675813" y="4832350"/>
          <p14:tracePt t="73768" x="9669463" y="4832350"/>
          <p14:tracePt t="73781" x="9663113" y="4832350"/>
          <p14:tracePt t="73786" x="9650413" y="4832350"/>
          <p14:tracePt t="73791" x="9644063" y="4832350"/>
          <p14:tracePt t="73800" x="9637713" y="4832350"/>
          <p14:tracePt t="73815" x="9631363" y="4832350"/>
          <p14:tracePt t="73821" x="9626600" y="4832350"/>
          <p14:tracePt t="73834" x="9620250" y="4832350"/>
          <p14:tracePt t="73844" x="9613900" y="4832350"/>
          <p14:tracePt t="73854" x="9601200" y="4832350"/>
          <p14:tracePt t="73870" x="9594850" y="4832350"/>
          <p14:tracePt t="73878" x="9588500" y="4832350"/>
          <p14:tracePt t="73923" x="9582150" y="4832350"/>
          <p14:tracePt t="73958" x="9575800" y="4832350"/>
          <p14:tracePt t="73985" x="9569450" y="4832350"/>
          <p14:tracePt t="74000" x="9551988" y="4832350"/>
          <p14:tracePt t="74008" x="9545638" y="4832350"/>
          <p14:tracePt t="74020" x="9539288" y="4832350"/>
          <p14:tracePt t="74039" x="9526588" y="4832350"/>
          <p14:tracePt t="74057" x="9520238" y="4832350"/>
          <p14:tracePt t="74071" x="9501188" y="4832350"/>
          <p14:tracePt t="74081" x="9496425" y="4826000"/>
          <p14:tracePt t="74086" x="9490075" y="4826000"/>
          <p14:tracePt t="74099" x="9490075" y="4813300"/>
          <p14:tracePt t="74109" x="9477375" y="4813300"/>
          <p14:tracePt t="74120" x="9471025" y="4806950"/>
          <p14:tracePt t="74126" x="9464675" y="4800600"/>
          <p14:tracePt t="74136" x="9445625" y="4800600"/>
          <p14:tracePt t="74154" x="9434513" y="4794250"/>
          <p14:tracePt t="74158" x="9428163" y="4794250"/>
          <p14:tracePt t="74170" x="9421813" y="4789488"/>
          <p14:tracePt t="74175" x="9409113" y="4789488"/>
          <p14:tracePt t="74208" x="9402763" y="4789488"/>
          <p14:tracePt t="74269" x="9402763" y="4783138"/>
          <p14:tracePt t="74283" x="9421813" y="4764088"/>
          <p14:tracePt t="74290" x="9428163" y="4757738"/>
          <p14:tracePt t="74301" x="9439275" y="4757738"/>
          <p14:tracePt t="74307" x="9471025" y="4751388"/>
          <p14:tracePt t="74314" x="9520238" y="4751388"/>
          <p14:tracePt t="74321" x="9569450" y="4751388"/>
          <p14:tracePt t="74343" x="9688513" y="4751388"/>
          <p14:tracePt t="74346" x="9725025" y="4751388"/>
          <p14:tracePt t="74359" x="9874250" y="4751388"/>
          <p14:tracePt t="74369" x="9942513" y="4751388"/>
          <p14:tracePt t="74387" x="10140950" y="4751388"/>
          <p14:tracePt t="74392" x="10239375" y="4751388"/>
          <p14:tracePt t="74400" x="10339388" y="4751388"/>
          <p14:tracePt t="74405" x="10437813" y="4757738"/>
          <p14:tracePt t="74419" x="10525125" y="4757738"/>
          <p14:tracePt t="74427" x="10593388" y="4770438"/>
          <p14:tracePt t="74434" x="10642600" y="4776788"/>
          <p14:tracePt t="74438" x="10698163" y="4776788"/>
          <p14:tracePt t="74447" x="10723563" y="4789488"/>
          <p14:tracePt t="74454" x="10753725" y="4794250"/>
          <p14:tracePt t="74470" x="10772775" y="4813300"/>
          <p14:tracePt t="74487" x="10791825" y="4826000"/>
          <p14:tracePt t="74505" x="10802938" y="4832350"/>
          <p14:tracePt t="74513" x="10815638" y="4838700"/>
          <p14:tracePt t="74520" x="10834688" y="4838700"/>
          <p14:tracePt t="74534" x="10853738" y="4851400"/>
          <p14:tracePt t="74542" x="10883900" y="4851400"/>
          <p14:tracePt t="74560" x="10909300" y="4851400"/>
          <p14:tracePt t="74584" x="10915650" y="4851400"/>
          <p14:tracePt t="74717" x="10890250" y="4851400"/>
          <p14:tracePt t="74727" x="10883900" y="4851400"/>
          <p14:tracePt t="74738" x="10860088" y="4851400"/>
          <p14:tracePt t="74743" x="10828338" y="4857750"/>
          <p14:tracePt t="74754" x="10791825" y="4868863"/>
          <p14:tracePt t="74775" x="10604500" y="4881563"/>
          <p14:tracePt t="74783" x="10567988" y="4881563"/>
          <p14:tracePt t="74792" x="10531475" y="4881563"/>
          <p14:tracePt t="74814" x="10209213" y="4881563"/>
          <p14:tracePt t="74828" x="9948863" y="4881563"/>
          <p14:tracePt t="74838" x="9829800" y="4881563"/>
          <p14:tracePt t="74854" x="9731375" y="4881563"/>
          <p14:tracePt t="74868" x="9675813" y="4881563"/>
          <p14:tracePt t="74889" x="9575800" y="4875213"/>
          <p14:tracePt t="74907" x="9532938" y="4868863"/>
          <p14:tracePt t="74922" x="9520238" y="4868863"/>
          <p14:tracePt t="75001" x="9520238" y="4862513"/>
          <p14:tracePt t="75024" x="9513888" y="4862513"/>
          <p14:tracePt t="75128" x="9513888" y="4851400"/>
          <p14:tracePt t="75153" x="9520238" y="4845050"/>
          <p14:tracePt t="75170" x="9526588" y="4838700"/>
          <p14:tracePt t="75188" x="9551988" y="4832350"/>
          <p14:tracePt t="75197" x="9558338" y="4832350"/>
          <p14:tracePt t="75207" x="9588500" y="4826000"/>
          <p14:tracePt t="75221" x="9607550" y="4813300"/>
          <p14:tracePt t="75225" x="9613900" y="4813300"/>
          <p14:tracePt t="75238" x="9644063" y="4813300"/>
          <p14:tracePt t="75254" x="9663113" y="4806950"/>
          <p14:tracePt t="75260" x="9675813" y="4806950"/>
          <p14:tracePt t="75269" x="9699625" y="4800600"/>
          <p14:tracePt t="75282" x="9731375" y="4800600"/>
          <p14:tracePt t="75288" x="9793288" y="4789488"/>
          <p14:tracePt t="75296" x="9829800" y="4789488"/>
          <p14:tracePt t="75304" x="9880600" y="4789488"/>
          <p14:tracePt t="75314" x="9929813" y="4789488"/>
          <p14:tracePt t="75326" x="9959975" y="4789488"/>
          <p14:tracePt t="75336" x="10021888" y="4789488"/>
          <p14:tracePt t="75346" x="10096500" y="4789488"/>
          <p14:tracePt t="75353" x="10164763" y="4789488"/>
          <p14:tracePt t="75371" x="10277475" y="4789488"/>
          <p14:tracePt t="75375" x="10301288" y="4789488"/>
          <p14:tracePt t="75387" x="10339388" y="4789488"/>
          <p14:tracePt t="75390" x="10375900" y="4789488"/>
          <p14:tracePt t="75407" x="10418763" y="4789488"/>
          <p14:tracePt t="75415" x="10425113" y="4789488"/>
          <p14:tracePt t="75517" x="10437813" y="4789488"/>
          <p14:tracePt t="75527" x="10444163" y="4789488"/>
          <p14:tracePt t="75542" x="10469563" y="4789488"/>
          <p14:tracePt t="75559" x="10480675" y="4789488"/>
          <p14:tracePt t="75583" x="10487025" y="4789488"/>
          <p14:tracePt t="75657" x="10493375" y="4789488"/>
          <p14:tracePt t="75669" x="10506075" y="4789488"/>
          <p14:tracePt t="75680" x="10518775" y="4789488"/>
          <p14:tracePt t="75689" x="10531475" y="4789488"/>
          <p14:tracePt t="75693" x="10548938" y="4789488"/>
          <p14:tracePt t="75704" x="10574338" y="4789488"/>
          <p14:tracePt t="75724" x="10629900" y="4776788"/>
          <p14:tracePt t="75738" x="10685463" y="4770438"/>
          <p14:tracePt t="75743" x="10698163" y="4770438"/>
          <p14:tracePt t="75755" x="10704513" y="4770438"/>
          <p14:tracePt t="75759" x="10710863" y="4770438"/>
          <p14:tracePt t="75930" x="10698163" y="4776788"/>
          <p14:tracePt t="75944" x="10668000" y="4789488"/>
          <p14:tracePt t="75956" x="10629900" y="4794250"/>
          <p14:tracePt t="75976" x="10469563" y="4832350"/>
          <p14:tracePt t="75983" x="10388600" y="4845050"/>
          <p14:tracePt t="75994" x="10282238" y="4857750"/>
          <p14:tracePt t="76006" x="10021888" y="4857750"/>
          <p14:tracePt t="76021" x="9774238" y="4857750"/>
          <p14:tracePt t="76038" x="9575800" y="4857750"/>
          <p14:tracePt t="76048" x="9490075" y="4857750"/>
          <p14:tracePt t="76054" x="9421813" y="4857750"/>
          <p14:tracePt t="76065" x="9396413" y="4857750"/>
          <p14:tracePt t="76071" x="9383713" y="4857750"/>
          <p14:tracePt t="76087" x="9371013" y="4857750"/>
          <p14:tracePt t="76250" x="9377363" y="4857750"/>
          <p14:tracePt t="76263" x="9390063" y="4845050"/>
          <p14:tracePt t="76273" x="9421813" y="4838700"/>
          <p14:tracePt t="76281" x="9458325" y="4838700"/>
          <p14:tracePt t="76295" x="9490075" y="4838700"/>
          <p14:tracePt t="76304" x="9564688" y="4838700"/>
          <p14:tracePt t="76314" x="9613900" y="4838700"/>
          <p14:tracePt t="76321" x="9663113" y="4838700"/>
          <p14:tracePt t="76328" x="9718675" y="4838700"/>
          <p14:tracePt t="76340" x="9799638" y="4838700"/>
          <p14:tracePt t="76355" x="9936163" y="4838700"/>
          <p14:tracePt t="76373" x="10034588" y="4838700"/>
          <p14:tracePt t="76379" x="10102850" y="4838700"/>
          <p14:tracePt t="76388" x="10152063" y="4838700"/>
          <p14:tracePt t="76405" x="10245725" y="4838700"/>
          <p14:tracePt t="76411" x="10282238" y="4838700"/>
          <p14:tracePt t="76415" x="10320338" y="4838700"/>
          <p14:tracePt t="76432" x="10356850" y="4838700"/>
          <p14:tracePt t="76440" x="10375900" y="4838700"/>
          <p14:tracePt t="76449" x="10394950" y="4838700"/>
          <p14:tracePt t="76464" x="10401300" y="4838700"/>
          <p14:tracePt t="76478" x="10407650" y="4838700"/>
          <p14:tracePt t="76506" x="10412413" y="4838700"/>
          <p14:tracePt t="76598" x="10418763" y="4838700"/>
          <p14:tracePt t="76621" x="10425113" y="4838700"/>
          <p14:tracePt t="76660" x="10431463" y="4838700"/>
          <p14:tracePt t="76672" x="10444163" y="4838700"/>
          <p14:tracePt t="76688" x="10450513" y="4845050"/>
          <p14:tracePt t="76695" x="10456863" y="4845050"/>
          <p14:tracePt t="76709" x="10463213" y="4845050"/>
          <p14:tracePt t="76720" x="10480675" y="4845050"/>
          <p14:tracePt t="76725" x="10499725" y="4845050"/>
          <p14:tracePt t="76734" x="10506075" y="4845050"/>
          <p14:tracePt t="76743" x="10518775" y="4845050"/>
          <p14:tracePt t="76754" x="10531475" y="4845050"/>
          <p14:tracePt t="76757" x="10537825" y="4845050"/>
          <p14:tracePt t="76775" x="10542588" y="4845050"/>
          <p14:tracePt t="76808" x="10548938" y="4845050"/>
          <p14:tracePt t="76838" x="10555288" y="4845050"/>
          <p14:tracePt t="76855" x="10561638" y="4845050"/>
          <p14:tracePt t="76881" x="10567988" y="4845050"/>
          <p14:tracePt t="76893" x="10580688" y="4845050"/>
          <p14:tracePt t="76904" x="10587038" y="4845050"/>
          <p14:tracePt t="76922" x="10593388" y="4845050"/>
          <p14:tracePt t="76944" x="10599738" y="4845050"/>
          <p14:tracePt t="77017" x="10604500" y="4845050"/>
          <p14:tracePt t="77157" x="10610850" y="4838700"/>
          <p14:tracePt t="77174" x="10617200" y="4832350"/>
          <p14:tracePt t="77180" x="10629900" y="4832350"/>
          <p14:tracePt t="77194" x="10636250" y="4826000"/>
          <p14:tracePt t="77207" x="10642600" y="4826000"/>
          <p14:tracePt t="77506" x="10636250" y="4832350"/>
          <p14:tracePt t="77536" x="10623550" y="4832350"/>
          <p14:tracePt t="77553" x="10617200" y="4832350"/>
          <p14:tracePt t="77558" x="10604500" y="4832350"/>
          <p14:tracePt t="77569" x="10587038" y="4832350"/>
          <p14:tracePt t="77578" x="10574338" y="4832350"/>
          <p14:tracePt t="77586" x="10555288" y="4832350"/>
          <p14:tracePt t="77594" x="10548938" y="4832350"/>
          <p14:tracePt t="77603" x="10537825" y="4832350"/>
          <p14:tracePt t="77610" x="10518775" y="4832350"/>
          <p14:tracePt t="77618" x="10499725" y="4838700"/>
          <p14:tracePt t="77623" x="10474325" y="4838700"/>
          <p14:tracePt t="77631" x="10456863" y="4838700"/>
          <p14:tracePt t="77640" x="10431463" y="4838700"/>
          <p14:tracePt t="77658" x="10388600" y="4838700"/>
          <p14:tracePt t="77663" x="10375900" y="4838700"/>
          <p14:tracePt t="77674" x="10356850" y="4851400"/>
          <p14:tracePt t="77689" x="10344150" y="4851400"/>
          <p14:tracePt t="77695" x="10339388" y="4851400"/>
          <p14:tracePt t="77714" x="10320338" y="4851400"/>
          <p14:tracePt t="77720" x="10307638" y="4851400"/>
          <p14:tracePt t="77736" x="10301288" y="4851400"/>
          <p14:tracePt t="77743" x="10258425" y="4851400"/>
          <p14:tracePt t="77753" x="10245725" y="4851400"/>
          <p14:tracePt t="77762" x="10220325" y="4851400"/>
          <p14:tracePt t="77774" x="10177463" y="4857750"/>
          <p14:tracePt t="77789" x="10134600" y="4862513"/>
          <p14:tracePt t="77805" x="10115550" y="4862513"/>
          <p14:tracePt t="77823" x="10059988" y="4881563"/>
          <p14:tracePt t="77844" x="10040938" y="4881563"/>
          <p14:tracePt t="77852" x="10017125" y="4881563"/>
          <p14:tracePt t="77860" x="9998075" y="4881563"/>
          <p14:tracePt t="77863" x="9991725" y="4887913"/>
          <p14:tracePt t="77874" x="9979025" y="4887913"/>
          <p14:tracePt t="77888" x="9959975" y="4887913"/>
          <p14:tracePt t="77905" x="9955213" y="4887913"/>
          <p14:tracePt t="77909" x="9948863" y="4887913"/>
          <p14:tracePt t="77985" x="9942513" y="4887913"/>
          <p14:tracePt t="78000" x="9936163" y="4887913"/>
          <p14:tracePt t="78011" x="9929813" y="4887913"/>
          <p14:tracePt t="78020" x="9923463" y="4887913"/>
          <p14:tracePt t="78041" x="9904413" y="4887913"/>
          <p14:tracePt t="78058" x="9898063" y="4887913"/>
          <p14:tracePt t="78070" x="9891713" y="4887913"/>
          <p14:tracePt t="78108" x="9886950" y="4887913"/>
          <p14:tracePt t="78145" x="9880600" y="4887913"/>
          <p14:tracePt t="78158" x="9880600" y="4881563"/>
          <p14:tracePt t="78203" x="9874250" y="4881563"/>
          <p14:tracePt t="78281" x="9867900" y="4881563"/>
          <p14:tracePt t="78313" x="9855200" y="4881563"/>
          <p14:tracePt t="78424" x="9855200" y="4875213"/>
          <p14:tracePt t="78634" x="9867900" y="4875213"/>
          <p14:tracePt t="78646" x="9880600" y="4875213"/>
          <p14:tracePt t="78651" x="9910763" y="4875213"/>
          <p14:tracePt t="78662" x="9948863" y="4875213"/>
          <p14:tracePt t="78675" x="9998075" y="4875213"/>
          <p14:tracePt t="78690" x="10083800" y="4875213"/>
          <p14:tracePt t="78709" x="10158413" y="4862513"/>
          <p14:tracePt t="78714" x="10196513" y="4862513"/>
          <p14:tracePt t="78721" x="10220325" y="4862513"/>
          <p14:tracePt t="78735" x="10258425" y="4862513"/>
          <p14:tracePt t="78743" x="10301288" y="4862513"/>
          <p14:tracePt t="78751" x="10320338" y="4862513"/>
          <p14:tracePt t="78757" x="10333038" y="4862513"/>
          <p14:tracePt t="78765" x="10339388" y="4862513"/>
          <p14:tracePt t="78774" x="10344150" y="4862513"/>
          <p14:tracePt t="78832" x="10356850" y="4862513"/>
          <p14:tracePt t="78844" x="10356850" y="4857750"/>
          <p14:tracePt t="78874" x="10363200" y="4857750"/>
          <p14:tracePt t="78884" x="10363200" y="4851400"/>
          <p14:tracePt t="78894" x="10369550" y="4851400"/>
          <p14:tracePt t="78906" x="10401300" y="4845050"/>
          <p14:tracePt t="78915" x="10418763" y="4845050"/>
          <p14:tracePt t="78921" x="10444163" y="4845050"/>
          <p14:tracePt t="78926" x="10456863" y="4845050"/>
          <p14:tracePt t="78938" x="10487025" y="4845050"/>
          <p14:tracePt t="78941" x="10499725" y="4845050"/>
          <p14:tracePt t="78949" x="10518775" y="4845050"/>
          <p14:tracePt t="78959" x="10525125" y="4845050"/>
          <p14:tracePt t="78974" x="10531475" y="4845050"/>
          <p14:tracePt t="79000" x="10537825" y="4845050"/>
          <p14:tracePt t="79056" x="10548938" y="4845050"/>
          <p14:tracePt t="79060" x="10561638" y="4845050"/>
          <p14:tracePt t="79071" x="10574338" y="4838700"/>
          <p14:tracePt t="79078" x="10587038" y="4838700"/>
          <p14:tracePt t="79087" x="10593388" y="4832350"/>
          <p14:tracePt t="79096" x="10604500" y="4832350"/>
          <p14:tracePt t="79104" x="10610850" y="4832350"/>
          <p14:tracePt t="79128" x="10610850" y="4819650"/>
          <p14:tracePt t="79168" x="10617200" y="4819650"/>
          <p14:tracePt t="79184" x="10623550" y="4819650"/>
          <p14:tracePt t="79202" x="10629900" y="4826000"/>
          <p14:tracePt t="79215" x="10636250" y="4826000"/>
          <p14:tracePt t="79233" x="10642600" y="4826000"/>
          <p14:tracePt t="79251" x="10655300" y="4826000"/>
          <p14:tracePt t="79263" x="10661650" y="4826000"/>
          <p14:tracePt t="79280" x="10668000" y="4826000"/>
          <p14:tracePt t="79288" x="10672763" y="4826000"/>
          <p14:tracePt t="79304" x="10679113" y="4826000"/>
          <p14:tracePt t="79328" x="10685463" y="4826000"/>
          <p14:tracePt t="83641" x="10672763" y="4832350"/>
          <p14:tracePt t="83655" x="10642600" y="4857750"/>
          <p14:tracePt t="83665" x="10587038" y="4894263"/>
          <p14:tracePt t="83674" x="10537825" y="4894263"/>
          <p14:tracePt t="83688" x="10437813" y="4881563"/>
          <p14:tracePt t="83696" x="10363200" y="4857750"/>
          <p14:tracePt t="83712" x="10213975" y="4783138"/>
          <p14:tracePt t="83721" x="10147300" y="4745038"/>
          <p14:tracePt t="83727" x="10072688" y="4708525"/>
          <p14:tracePt t="83739" x="10010775" y="4676775"/>
          <p14:tracePt t="83743" x="9955213" y="4640263"/>
          <p14:tracePt t="83758" x="9929813" y="4614863"/>
          <p14:tracePt t="83774" x="9923463" y="4608513"/>
          <p14:tracePt t="83809" x="9923463" y="4603750"/>
          <p14:tracePt t="83922" x="9929813" y="4603750"/>
          <p14:tracePt t="83931" x="9948863" y="4608513"/>
          <p14:tracePt t="83949" x="10004425" y="4646613"/>
          <p14:tracePt t="83961" x="10059988" y="4676775"/>
          <p14:tracePt t="83970" x="10096500" y="4683125"/>
          <p14:tracePt t="83978" x="10134600" y="4683125"/>
          <p14:tracePt t="83986" x="10196513" y="4695825"/>
          <p14:tracePt t="83995" x="10233025" y="4708525"/>
          <p14:tracePt t="84002" x="10288588" y="4727575"/>
          <p14:tracePt t="84017" x="10356850" y="4745038"/>
          <p14:tracePt t="84022" x="10382250" y="4757738"/>
          <p14:tracePt t="84038" x="10418763" y="4764088"/>
          <p14:tracePt t="84045" x="10450513" y="4776788"/>
          <p14:tracePt t="84053" x="10463213" y="4776788"/>
          <p14:tracePt t="84063" x="10469563" y="4776788"/>
          <p14:tracePt t="84071" x="10469563" y="4783138"/>
          <p14:tracePt t="84201" x="10480675" y="4783138"/>
          <p14:tracePt t="84216" x="10487025" y="4783138"/>
          <p14:tracePt t="84234" x="10493375" y="4783138"/>
          <p14:tracePt t="84245" x="10499725" y="4776788"/>
          <p14:tracePt t="84255" x="10531475" y="4776788"/>
          <p14:tracePt t="84273" x="10587038" y="4764088"/>
          <p14:tracePt t="84281" x="10593388" y="4757738"/>
          <p14:tracePt t="84293" x="10617200" y="4757738"/>
          <p14:tracePt t="84303" x="10629900" y="4751388"/>
          <p14:tracePt t="84319" x="10636250" y="4751388"/>
          <p14:tracePt t="84477" x="10636250" y="4745038"/>
          <p14:tracePt t="84599" x="10617200" y="4745038"/>
          <p14:tracePt t="84612" x="10587038" y="4745038"/>
          <p14:tracePt t="84618" x="10537825" y="4745038"/>
          <p14:tracePt t="84633" x="10499725" y="4745038"/>
          <p14:tracePt t="84637" x="10444163" y="4745038"/>
          <p14:tracePt t="84646" x="10394950" y="4745038"/>
          <p14:tracePt t="84657" x="10326688" y="4745038"/>
          <p14:tracePt t="84664" x="10277475" y="4745038"/>
          <p14:tracePt t="84673" x="10239375" y="4745038"/>
          <p14:tracePt t="84683" x="10190163" y="4745038"/>
          <p14:tracePt t="84694" x="10140950" y="4745038"/>
          <p14:tracePt t="84698" x="10090150" y="4745038"/>
          <p14:tracePt t="84705" x="10053638" y="4745038"/>
          <p14:tracePt t="84724" x="9998075" y="4745038"/>
          <p14:tracePt t="84728" x="9979025" y="4757738"/>
          <p14:tracePt t="84738" x="9966325" y="4757738"/>
          <p14:tracePt t="84756" x="9917113" y="4757738"/>
          <p14:tracePt t="84773" x="9891713" y="4757738"/>
          <p14:tracePt t="84786" x="9880600" y="4764088"/>
          <p14:tracePt t="84791" x="9848850" y="4770438"/>
          <p14:tracePt t="84800" x="9836150" y="4783138"/>
          <p14:tracePt t="84809" x="9805988" y="4789488"/>
          <p14:tracePt t="84823" x="9799638" y="4789488"/>
          <p14:tracePt t="84897" x="9799638" y="4794250"/>
          <p14:tracePt t="84911" x="9825038" y="4794250"/>
          <p14:tracePt t="84918" x="9861550" y="4794250"/>
          <p14:tracePt t="84935" x="9917113" y="4783138"/>
          <p14:tracePt t="84945" x="9985375" y="4783138"/>
          <p14:tracePt t="84955" x="10010775" y="4783138"/>
          <p14:tracePt t="84960" x="10034588" y="4783138"/>
          <p14:tracePt t="84968" x="10102850" y="4770438"/>
          <p14:tracePt t="84977" x="10128250" y="4770438"/>
          <p14:tracePt t="84989" x="10277475" y="4751388"/>
          <p14:tracePt t="85005" x="10344150" y="4751388"/>
          <p14:tracePt t="85024" x="10425113" y="4751388"/>
          <p14:tracePt t="85040" x="10431463" y="4751388"/>
          <p14:tracePt t="85088" x="10431463" y="4745038"/>
          <p14:tracePt t="85275" x="10437813" y="4745038"/>
          <p14:tracePt t="85288" x="10456863" y="4727575"/>
          <p14:tracePt t="86303" x="10437813" y="4738688"/>
          <p14:tracePt t="86315" x="10388600" y="4806950"/>
          <p14:tracePt t="86327" x="10356850" y="4862513"/>
          <p14:tracePt t="86343" x="10294938" y="4919663"/>
          <p14:tracePt t="86347" x="10282238" y="4937125"/>
          <p14:tracePt t="86354" x="10264775" y="4949825"/>
          <p14:tracePt t="86359" x="10258425" y="4956175"/>
          <p14:tracePt t="86369" x="10239375" y="4962525"/>
          <p14:tracePt t="86374" x="10226675" y="4968875"/>
          <p14:tracePt t="86384" x="10171113" y="4981575"/>
          <p14:tracePt t="86395" x="10121900" y="4981575"/>
          <p14:tracePt t="86408" x="10034588" y="4981575"/>
          <p14:tracePt t="86426" x="9910763" y="4968875"/>
          <p14:tracePt t="86434" x="9842500" y="4956175"/>
          <p14:tracePt t="86441" x="9774238" y="4943475"/>
          <p14:tracePt t="86446" x="9718675" y="4919663"/>
          <p14:tracePt t="86454" x="9688513" y="4913313"/>
          <p14:tracePt t="86465" x="9675813" y="4913313"/>
          <p14:tracePt t="86471" x="9669463" y="4913313"/>
          <p14:tracePt t="86488" x="9626600" y="4900613"/>
          <p14:tracePt t="86508" x="9594850" y="4900613"/>
          <p14:tracePt t="86512" x="9575800" y="4894263"/>
          <p14:tracePt t="86522" x="9569450" y="4894263"/>
          <p14:tracePt t="86529" x="9564688" y="4894263"/>
          <p14:tracePt t="86534" x="9545638" y="4894263"/>
          <p14:tracePt t="86543" x="9539288" y="4887913"/>
          <p14:tracePt t="86557" x="9526588" y="4881563"/>
          <p14:tracePt t="86572" x="9520238" y="4881563"/>
          <p14:tracePt t="86591" x="9483725" y="4875213"/>
          <p14:tracePt t="86608" x="9445625" y="4857750"/>
          <p14:tracePt t="86624" x="9434513" y="4857750"/>
          <p14:tracePt t="86632" x="9428163" y="4851400"/>
          <p14:tracePt t="86651" x="9421813" y="4851400"/>
          <p14:tracePt t="86825" x="9428163" y="4851400"/>
          <p14:tracePt t="86836" x="9445625" y="4851400"/>
          <p14:tracePt t="86844" x="9458325" y="4851400"/>
          <p14:tracePt t="86864" x="9532938" y="4851400"/>
          <p14:tracePt t="86877" x="9558338" y="4851400"/>
          <p14:tracePt t="86881" x="9582150" y="4851400"/>
          <p14:tracePt t="86889" x="9607550" y="4851400"/>
          <p14:tracePt t="86907" x="9712325" y="4851400"/>
          <p14:tracePt t="86923" x="9812338" y="4851400"/>
          <p14:tracePt t="86929" x="9848850" y="4851400"/>
          <p14:tracePt t="86944" x="9936163" y="4851400"/>
          <p14:tracePt t="86957" x="10028238" y="4838700"/>
          <p14:tracePt t="86973" x="10066338" y="4838700"/>
          <p14:tracePt t="86990" x="10090150" y="4838700"/>
          <p14:tracePt t="87011" x="10115550" y="4838700"/>
          <p14:tracePt t="87024" x="10134600" y="4838700"/>
          <p14:tracePt t="87034" x="10152063" y="4838700"/>
          <p14:tracePt t="87048" x="10196513" y="4838700"/>
          <p14:tracePt t="87054" x="10245725" y="4838700"/>
          <p14:tracePt t="87064" x="10294938" y="4838700"/>
          <p14:tracePt t="87072" x="10344150" y="4838700"/>
          <p14:tracePt t="87090" x="10450513" y="4845050"/>
          <p14:tracePt t="87095" x="10518775" y="4845050"/>
          <p14:tracePt t="87102" x="10587038" y="4845050"/>
          <p14:tracePt t="87110" x="10623550" y="4845050"/>
          <p14:tracePt t="87118" x="10661650" y="4845050"/>
          <p14:tracePt t="87134" x="10698163" y="4845050"/>
          <p14:tracePt t="87139" x="10710863" y="4845050"/>
          <p14:tracePt t="87144" x="10741025" y="4845050"/>
          <p14:tracePt t="87152" x="10766425" y="4845050"/>
          <p14:tracePt t="87162" x="10791825" y="4845050"/>
          <p14:tracePt t="87174" x="10809288" y="4845050"/>
          <p14:tracePt t="87178" x="10821988" y="4845050"/>
          <p14:tracePt t="87273" x="10828338" y="4845050"/>
          <p14:tracePt t="87297" x="10841038" y="4845050"/>
          <p14:tracePt t="87305" x="10847388" y="4845050"/>
          <p14:tracePt t="87310" x="10853738" y="4851400"/>
          <p14:tracePt t="87324" x="10860088" y="4851400"/>
          <p14:tracePt t="87344" x="10860088" y="4857750"/>
          <p14:tracePt t="87453" x="10860088" y="4862513"/>
          <p14:tracePt t="87481" x="10853738" y="4862513"/>
          <p14:tracePt t="87491" x="10821988" y="4862513"/>
          <p14:tracePt t="87506" x="10734675" y="4875213"/>
          <p14:tracePt t="87510" x="10685463" y="4881563"/>
          <p14:tracePt t="87523" x="10648950" y="4881563"/>
          <p14:tracePt t="87531" x="10587038" y="4881563"/>
          <p14:tracePt t="87537" x="10555288" y="4881563"/>
          <p14:tracePt t="87541" x="10506075" y="4881563"/>
          <p14:tracePt t="87552" x="10444163" y="4881563"/>
          <p14:tracePt t="87558" x="10375900" y="4881563"/>
          <p14:tracePt t="87575" x="10209213" y="4881563"/>
          <p14:tracePt t="87580" x="10140950" y="4881563"/>
          <p14:tracePt t="87591" x="10059988" y="4881563"/>
          <p14:tracePt t="87609" x="9936163" y="4881563"/>
          <p14:tracePt t="87623" x="9867900" y="4868863"/>
          <p14:tracePt t="87640" x="9829800" y="4862513"/>
          <p14:tracePt t="87659" x="9812338" y="4851400"/>
          <p14:tracePt t="87665" x="9793288" y="4851400"/>
          <p14:tracePt t="87675" x="9786938" y="4851400"/>
          <p14:tracePt t="87686" x="9780588" y="4845050"/>
          <p14:tracePt t="87695" x="9774238" y="4845050"/>
          <p14:tracePt t="87780" x="9767888" y="4845050"/>
          <p14:tracePt t="87794" x="9756775" y="4845050"/>
          <p14:tracePt t="87799" x="9744075" y="4845050"/>
          <p14:tracePt t="87811" x="9737725" y="4845050"/>
          <p14:tracePt t="87828" x="9725025" y="4845050"/>
          <p14:tracePt t="87841" x="9712325" y="4845050"/>
          <p14:tracePt t="87851" x="9705975" y="4845050"/>
          <p14:tracePt t="87900" x="9694863" y="4845050"/>
          <p14:tracePt t="87913" x="9656763" y="4845050"/>
          <p14:tracePt t="87929" x="9631363" y="4845050"/>
          <p14:tracePt t="87945" x="9613900" y="4845050"/>
          <p14:tracePt t="87951" x="9594850" y="4845050"/>
          <p14:tracePt t="87960" x="9588500" y="4845050"/>
          <p14:tracePt t="87974" x="9575800" y="4845050"/>
          <p14:tracePt t="87989" x="9569450" y="4845050"/>
          <p14:tracePt t="88008" x="9564688" y="4857750"/>
          <p14:tracePt t="88043" x="9558338" y="4857750"/>
          <p14:tracePt t="88064" x="9558338" y="4862513"/>
          <p14:tracePt t="88089" x="9545638" y="4862513"/>
          <p14:tracePt t="88098" x="9545638" y="4868863"/>
          <p14:tracePt t="88108" x="9539288" y="4868863"/>
          <p14:tracePt t="88124" x="9532938" y="4875213"/>
          <p14:tracePt t="88131" x="9526588" y="4881563"/>
          <p14:tracePt t="88139" x="9520238" y="4887913"/>
          <p14:tracePt t="88144" x="9513888" y="4894263"/>
          <p14:tracePt t="88163" x="9490075" y="4906963"/>
          <p14:tracePt t="88174" x="9483725" y="4913313"/>
          <p14:tracePt t="88192" x="9471025" y="4919663"/>
          <p14:tracePt t="88204" x="9464675" y="4924425"/>
          <p14:tracePt t="88211" x="9451975" y="4924425"/>
          <p14:tracePt t="88223" x="9445625" y="4930775"/>
          <p14:tracePt t="88234" x="9428163" y="4930775"/>
          <p14:tracePt t="88240" x="9421813" y="4937125"/>
          <p14:tracePt t="88254" x="9402763" y="4937125"/>
          <p14:tracePt t="88264" x="9383713" y="4949825"/>
          <p14:tracePt t="88271" x="9366250" y="4949825"/>
          <p14:tracePt t="88281" x="9347200" y="4949825"/>
          <p14:tracePt t="88289" x="9334500" y="4949825"/>
          <p14:tracePt t="88307" x="9291638" y="4949825"/>
          <p14:tracePt t="88325" x="9253538" y="4937125"/>
          <p14:tracePt t="88334" x="9247188" y="4930775"/>
          <p14:tracePt t="88350" x="9229725" y="4924425"/>
          <p14:tracePt t="88374" x="9229725" y="4919663"/>
          <p14:tracePt t="88384" x="9223375" y="4919663"/>
          <p14:tracePt t="88399" x="9223375" y="4906963"/>
          <p14:tracePt t="88414" x="9217025" y="4900613"/>
          <p14:tracePt t="88440" x="9217025" y="4894263"/>
          <p14:tracePt t="88454" x="9210675" y="4894263"/>
          <p14:tracePt t="88465" x="9210675" y="4887913"/>
          <p14:tracePt t="88560" x="9217025" y="4887913"/>
          <p14:tracePt t="88573" x="9229725" y="4894263"/>
          <p14:tracePt t="88580" x="9236075" y="4906963"/>
          <p14:tracePt t="88593" x="9247188" y="4913313"/>
          <p14:tracePt t="88599" x="9253538" y="4919663"/>
          <p14:tracePt t="88609" x="9259888" y="4924425"/>
          <p14:tracePt t="88625" x="9278938" y="4930775"/>
          <p14:tracePt t="88640" x="9278938" y="4937125"/>
          <p14:tracePt t="88664" x="9285288" y="4937125"/>
          <p14:tracePt t="88819" x="9285288" y="4930775"/>
          <p14:tracePt t="88866" x="9285288" y="4924425"/>
          <p14:tracePt t="88956" x="9285288" y="4919663"/>
          <p14:tracePt t="89164" x="9285288" y="4913313"/>
          <p14:tracePt t="89179" x="9285288" y="4900613"/>
          <p14:tracePt t="89195" x="9272588" y="4900613"/>
          <p14:tracePt t="89209" x="9272588" y="4894263"/>
          <p14:tracePt t="89215" x="9266238" y="4887913"/>
          <p14:tracePt t="89239" x="9266238" y="4881563"/>
          <p14:tracePt t="89264" x="9259888" y="4881563"/>
          <p14:tracePt t="89305" x="9259888" y="4875213"/>
          <p14:tracePt t="89337" x="9259888" y="4868863"/>
          <p14:tracePt t="89353" x="9259888" y="4862513"/>
          <p14:tracePt t="89375" x="9253538" y="4851400"/>
          <p14:tracePt t="89391" x="9253538" y="4845050"/>
          <p14:tracePt t="89864" x="9247188" y="4845050"/>
          <p14:tracePt t="89905" x="9240838" y="4845050"/>
          <p14:tracePt t="89991" x="9240838" y="4857750"/>
          <p14:tracePt t="90131" x="9236075" y="4851400"/>
          <p14:tracePt t="90146" x="9236075" y="4838700"/>
          <p14:tracePt t="90160" x="9223375" y="4826000"/>
          <p14:tracePt t="90169" x="9223375" y="4806950"/>
          <p14:tracePt t="90174" x="9223375" y="4783138"/>
          <p14:tracePt t="90179" x="9223375" y="4757738"/>
          <p14:tracePt t="90184" x="9223375" y="4727575"/>
          <p14:tracePt t="90199" x="9223375" y="4676775"/>
          <p14:tracePt t="90205" x="9229725" y="4659313"/>
          <p14:tracePt t="90218" x="9236075" y="4640263"/>
          <p14:tracePt t="90227" x="9240838" y="4627563"/>
          <p14:tracePt t="90240" x="9272588" y="4591050"/>
          <p14:tracePt t="90257" x="9304338" y="4565650"/>
          <p14:tracePt t="90263" x="9334500" y="4546600"/>
          <p14:tracePt t="90274" x="9340850" y="4540250"/>
          <p14:tracePt t="90279" x="9347200" y="4540250"/>
          <p14:tracePt t="90295" x="9347200" y="4535488"/>
          <p14:tracePt t="90313" x="9353550" y="4535488"/>
          <p14:tracePt t="90325" x="9359900" y="4535488"/>
          <p14:tracePt t="90328" x="9366250" y="4535488"/>
          <p14:tracePt t="90336" x="9377363" y="4535488"/>
          <p14:tracePt t="90349" x="9383713" y="4535488"/>
          <p14:tracePt t="90357" x="9390063" y="4535488"/>
          <p14:tracePt t="90364" x="9396413" y="4540250"/>
          <p14:tracePt t="90375" x="9402763" y="4540250"/>
          <p14:tracePt t="90385" x="9409113" y="4546600"/>
          <p14:tracePt t="90394" x="9415463" y="4552950"/>
          <p14:tracePt t="90398" x="9428163" y="4559300"/>
          <p14:tracePt t="90409" x="9434513" y="4565650"/>
          <p14:tracePt t="90424" x="9445625" y="4578350"/>
          <p14:tracePt t="90439" x="9458325" y="4591050"/>
          <p14:tracePt t="90463" x="9471025" y="4597400"/>
          <p14:tracePt t="90996" x="9477375" y="4597400"/>
          <p14:tracePt t="91009" x="9477375" y="4591050"/>
          <p14:tracePt t="91326" x="9477375" y="4597400"/>
          <p14:tracePt t="91330" x="9477375" y="4633913"/>
          <p14:tracePt t="91343" x="9477375" y="4670425"/>
          <p14:tracePt t="91348" x="9477375" y="4695825"/>
          <p14:tracePt t="91363" x="9477375" y="4721225"/>
          <p14:tracePt t="91368" x="9477375" y="4738688"/>
          <p14:tracePt t="91379" x="9477375" y="4751388"/>
          <p14:tracePt t="91394" x="9477375" y="4776788"/>
          <p14:tracePt t="91411" x="9464675" y="4806950"/>
          <p14:tracePt t="91426" x="9464675" y="4813300"/>
          <p14:tracePt t="91444" x="9464675" y="4819650"/>
          <p14:tracePt t="91539" x="9464675" y="4826000"/>
          <p14:tracePt t="91554" x="9464675" y="4832350"/>
          <p14:tracePt t="91558" x="9464675" y="4845050"/>
          <p14:tracePt t="91570" x="9464675" y="4851400"/>
          <p14:tracePt t="91728" x="9464675" y="4857750"/>
          <p14:tracePt t="92248" x="9464675" y="4862513"/>
          <p14:tracePt t="92259" x="9464675" y="4868863"/>
          <p14:tracePt t="92305" x="9464675" y="4875213"/>
          <p14:tracePt t="92345" x="9464675" y="4881563"/>
          <p14:tracePt t="92370" x="9471025" y="4894263"/>
          <p14:tracePt t="92384" x="9490075" y="4900613"/>
          <p14:tracePt t="92394" x="9496425" y="4900613"/>
          <p14:tracePt t="92411" x="9507538" y="4906963"/>
          <p14:tracePt t="92427" x="9545638" y="4924425"/>
          <p14:tracePt t="92434" x="9558338" y="4924425"/>
          <p14:tracePt t="92441" x="9588500" y="4930775"/>
          <p14:tracePt t="92448" x="9613900" y="4943475"/>
          <p14:tracePt t="92457" x="9637713" y="4949825"/>
          <p14:tracePt t="92468" x="9669463" y="4949825"/>
          <p14:tracePt t="92472" x="9682163" y="4956175"/>
          <p14:tracePt t="92481" x="9712325" y="4956175"/>
          <p14:tracePt t="92491" x="9737725" y="4968875"/>
          <p14:tracePt t="92509" x="9805988" y="4975225"/>
          <p14:tracePt t="92525" x="9842500" y="4975225"/>
          <p14:tracePt t="92534" x="9855200" y="4986338"/>
          <p14:tracePt t="92542" x="9861550" y="4986338"/>
          <p14:tracePt t="92554" x="9867900" y="4986338"/>
          <p14:tracePt t="92560" x="9880600" y="4992688"/>
          <p14:tracePt t="92564" x="9886950" y="4992688"/>
          <p14:tracePt t="92574" x="9898063" y="4992688"/>
          <p14:tracePt t="92584" x="9904413" y="4999038"/>
          <p14:tracePt t="92591" x="9910763" y="4999038"/>
          <p14:tracePt t="92607" x="9936163" y="5005388"/>
          <p14:tracePt t="92625" x="9948863" y="5011738"/>
          <p14:tracePt t="92630" x="9966325" y="5011738"/>
          <p14:tracePt t="92647" x="9998075" y="5011738"/>
          <p14:tracePt t="92655" x="10017125" y="5024438"/>
          <p14:tracePt t="92663" x="10028238" y="5024438"/>
          <p14:tracePt t="92678" x="10059988" y="5024438"/>
          <p14:tracePt t="92692" x="10066338" y="5024438"/>
          <p14:tracePt t="92696" x="10079038" y="5024438"/>
          <p14:tracePt t="92710" x="10083800" y="5024438"/>
          <p14:tracePt t="92724" x="10090150" y="5024438"/>
          <p14:tracePt t="92727" x="10096500" y="5024438"/>
          <p14:tracePt t="92742" x="10102850" y="5024438"/>
          <p14:tracePt t="92758" x="10109200" y="5024438"/>
          <p14:tracePt t="92789" x="10115550" y="5024438"/>
          <p14:tracePt t="92898" x="10115550" y="5018088"/>
          <p14:tracePt t="92911" x="10115550" y="5005388"/>
          <p14:tracePt t="92926" x="10115550" y="4986338"/>
          <p14:tracePt t="92940" x="10096500" y="4981575"/>
          <p14:tracePt t="92948" x="10083800" y="4943475"/>
          <p14:tracePt t="92951" x="10072688" y="4930775"/>
          <p14:tracePt t="92961" x="10066338" y="4913313"/>
          <p14:tracePt t="92975" x="10053638" y="4906963"/>
          <p14:tracePt t="92991" x="10047288" y="4894263"/>
          <p14:tracePt t="93008" x="10040938" y="4894263"/>
          <p14:tracePt t="93014" x="10028238" y="4887913"/>
          <p14:tracePt t="93038" x="10021888" y="4887913"/>
          <p14:tracePt t="93200" x="10017125" y="4887913"/>
          <p14:tracePt t="93211" x="10010775" y="4887913"/>
          <p14:tracePt t="93227" x="9998075" y="4875213"/>
          <p14:tracePt t="93234" x="9991725" y="4868863"/>
          <p14:tracePt t="93248" x="9979025" y="4868863"/>
          <p14:tracePt t="93254" x="9972675" y="4862513"/>
          <p14:tracePt t="93263" x="9966325" y="4862513"/>
          <p14:tracePt t="93745" x="9972675" y="4862513"/>
          <p14:tracePt t="93857" x="9985375" y="4862513"/>
          <p14:tracePt t="93866" x="9991725" y="4857750"/>
          <p14:tracePt t="93878" x="10021888" y="4832350"/>
          <p14:tracePt t="93904" x="10072688" y="4789488"/>
          <p14:tracePt t="93914" x="10090150" y="4770438"/>
          <p14:tracePt t="93925" x="10109200" y="4751388"/>
          <p14:tracePt t="93935" x="10134600" y="4721225"/>
          <p14:tracePt t="93948" x="10152063" y="4702175"/>
          <p14:tracePt t="93951" x="10164763" y="4683125"/>
          <p14:tracePt t="93958" x="10171113" y="4665663"/>
          <p14:tracePt t="93975" x="10190163" y="4633913"/>
          <p14:tracePt t="93991" x="10209213" y="4591050"/>
          <p14:tracePt t="94008" x="10213975" y="4572000"/>
          <p14:tracePt t="94024" x="10226675" y="4559300"/>
          <p14:tracePt t="94042" x="10226675" y="4552950"/>
          <p14:tracePt t="94130" x="10233025" y="4552950"/>
          <p14:tracePt t="94250" x="10239375" y="4552950"/>
          <p14:tracePt t="94263" x="10245725" y="4572000"/>
          <p14:tracePt t="94278" x="10245725" y="4578350"/>
          <p14:tracePt t="94284" x="10258425" y="4584700"/>
          <p14:tracePt t="94288" x="10258425" y="4597400"/>
          <p14:tracePt t="94298" x="10258425" y="4603750"/>
          <p14:tracePt t="94308" x="10264775" y="4614863"/>
          <p14:tracePt t="94314" x="10264775" y="4621213"/>
          <p14:tracePt t="94328" x="10264775" y="4627563"/>
          <p14:tracePt t="94346" x="10264775" y="4633913"/>
          <p14:tracePt t="94829" x="10264775" y="4640263"/>
          <p14:tracePt t="94844" x="10271125" y="4652963"/>
          <p14:tracePt t="94856" x="10271125" y="4665663"/>
          <p14:tracePt t="94874" x="10271125" y="4670425"/>
          <p14:tracePt t="94895" x="10271125" y="4676775"/>
          <p14:tracePt t="95575" x="10271125" y="4683125"/>
          <p14:tracePt t="95587" x="10277475" y="4689475"/>
          <p14:tracePt t="95602" x="10282238" y="4714875"/>
          <p14:tracePt t="95614" x="10294938" y="4727575"/>
          <p14:tracePt t="95628" x="10294938" y="4745038"/>
          <p14:tracePt t="95644" x="10294938" y="4757738"/>
          <p14:tracePt t="95663" x="10294938" y="4764088"/>
          <p14:tracePt t="95676" x="10294938" y="4770438"/>
          <p14:tracePt t="95694" x="10294938" y="4776788"/>
          <p14:tracePt t="95710" x="10294938" y="4783138"/>
          <p14:tracePt t="95833" x="10294938" y="4794250"/>
          <p14:tracePt t="95847" x="10294938" y="4800600"/>
          <p14:tracePt t="95864" x="10294938" y="4813300"/>
          <p14:tracePt t="95870" x="10294938" y="4819650"/>
          <p14:tracePt t="95881" x="10294938" y="4826000"/>
          <p14:tracePt t="95892" x="10294938" y="4832350"/>
          <p14:tracePt t="95899" x="10294938" y="4838700"/>
          <p14:tracePt t="95913" x="10294938" y="4857750"/>
          <p14:tracePt t="95920" x="10288588" y="4862513"/>
          <p14:tracePt t="95926" x="10288588" y="4868863"/>
          <p14:tracePt t="95939" x="10288588" y="4875213"/>
          <p14:tracePt t="95946" x="10288588" y="4881563"/>
          <p14:tracePt t="95951" x="10282238" y="4887913"/>
          <p14:tracePt t="95959" x="10282238" y="4900613"/>
          <p14:tracePt t="95970" x="10277475" y="4906963"/>
          <p14:tracePt t="95976" x="10277475" y="4913313"/>
          <p14:tracePt t="95983" x="10271125" y="4919663"/>
          <p14:tracePt t="95991" x="10271125" y="4924425"/>
          <p14:tracePt t="96007" x="10264775" y="4924425"/>
          <p14:tracePt t="96011" x="10264775" y="4930775"/>
          <p14:tracePt t="96013" x="10264775" y="4937125"/>
          <p14:tracePt t="96022" x="10258425" y="4937125"/>
          <p14:tracePt t="96039" x="10258425" y="4949825"/>
          <p14:tracePt t="96048" x="10252075" y="4949825"/>
          <p14:tracePt t="96058" x="10252075" y="4956175"/>
          <p14:tracePt t="96078" x="10239375" y="4962525"/>
          <p14:tracePt t="96086" x="10233025" y="4962525"/>
          <p14:tracePt t="96103" x="10233025" y="4975225"/>
          <p14:tracePt t="96110" x="10226675" y="4975225"/>
          <p14:tracePt t="96117" x="10226675" y="4981575"/>
          <p14:tracePt t="96133" x="10226675" y="4986338"/>
          <p14:tracePt t="96143" x="10220325" y="4992688"/>
          <p14:tracePt t="96159" x="10220325" y="5005388"/>
          <p14:tracePt t="96184" x="10213975" y="5011738"/>
          <p14:tracePt t="96216" x="10213975" y="5018088"/>
          <p14:tracePt t="96231" x="10213975" y="5024438"/>
          <p14:tracePt t="96256" x="10213975" y="5030788"/>
          <p14:tracePt t="96271" x="10209213" y="5030788"/>
          <p14:tracePt t="97040" x="10220325" y="5030788"/>
          <p14:tracePt t="97050" x="10239375" y="5030788"/>
          <p14:tracePt t="97060" x="10252075" y="5030788"/>
          <p14:tracePt t="97065" x="10271125" y="5030788"/>
          <p14:tracePt t="97081" x="10301288" y="5030788"/>
          <p14:tracePt t="97084" x="10307638" y="5030788"/>
          <p14:tracePt t="97094" x="10326688" y="5030788"/>
          <p14:tracePt t="97110" x="10344150" y="5030788"/>
          <p14:tracePt t="97118" x="10350500" y="5030788"/>
          <p14:tracePt t="97126" x="10356850" y="5030788"/>
          <p14:tracePt t="97140" x="10369550" y="5030788"/>
          <p14:tracePt t="97146" x="10375900" y="5030788"/>
          <p14:tracePt t="97155" x="10382250" y="5030788"/>
          <p14:tracePt t="97164" x="10382250" y="5024438"/>
          <p14:tracePt t="97198" x="10388600" y="5024438"/>
          <p14:tracePt t="97253" x="10388600" y="5018088"/>
          <p14:tracePt t="97262" x="10394950" y="5018088"/>
          <p14:tracePt t="97295" x="10401300" y="5011738"/>
          <p14:tracePt t="97309" x="10407650" y="5011738"/>
          <p14:tracePt t="97334" x="10418763" y="5011738"/>
          <p14:tracePt t="97414" x="10418763" y="4999038"/>
          <p14:tracePt t="97596" x="10425113" y="4999038"/>
          <p14:tracePt t="97607" x="10437813" y="4999038"/>
          <p14:tracePt t="97616" x="10450513" y="4999038"/>
          <p14:tracePt t="97622" x="10463213" y="4992688"/>
          <p14:tracePt t="97630" x="10474325" y="4992688"/>
          <p14:tracePt t="97643" x="10480675" y="4992688"/>
          <p14:tracePt t="97648" x="10499725" y="4992688"/>
          <p14:tracePt t="97654" x="10506075" y="4992688"/>
          <p14:tracePt t="97662" x="10512425" y="4992688"/>
          <p14:tracePt t="97670" x="10518775" y="4992688"/>
          <p14:tracePt t="97685" x="10525125" y="4992688"/>
          <p14:tracePt t="97694" x="10555288" y="4992688"/>
          <p14:tracePt t="97702" x="10561638" y="4992688"/>
          <p14:tracePt t="97711" x="10567988" y="4992688"/>
          <p14:tracePt t="97718" x="10574338" y="4992688"/>
          <p14:tracePt t="97728" x="10587038" y="4992688"/>
          <p14:tracePt t="97741" x="10599738" y="4992688"/>
          <p14:tracePt t="97758" x="10599738" y="4986338"/>
          <p14:tracePt t="97775" x="10604500" y="4986338"/>
          <p14:tracePt t="97793" x="10604500" y="4981575"/>
          <p14:tracePt t="97800" x="10610850" y="4981575"/>
          <p14:tracePt t="97812" x="10617200" y="4981575"/>
          <p14:tracePt t="97817" x="10617200" y="4975225"/>
          <p14:tracePt t="97826" x="10623550" y="4975225"/>
          <p14:tracePt t="97831" x="10636250" y="4975225"/>
          <p14:tracePt t="97843" x="10642600" y="4975225"/>
          <p14:tracePt t="97848" x="10648950" y="4975225"/>
          <p14:tracePt t="97858" x="10655300" y="4968875"/>
          <p14:tracePt t="97876" x="10661650" y="4968875"/>
          <p14:tracePt t="98033" x="10668000" y="4968875"/>
          <p14:tracePt t="98043" x="10668000" y="4962525"/>
          <p14:tracePt t="98710" x="10672763" y="4956175"/>
          <p14:tracePt t="98735" x="10685463" y="4943475"/>
          <p14:tracePt t="98743" x="10691813" y="4937125"/>
          <p14:tracePt t="98755" x="10698163" y="4930775"/>
          <p14:tracePt t="98764" x="10704513" y="4919663"/>
          <p14:tracePt t="98771" x="10710863" y="4906963"/>
          <p14:tracePt t="98780" x="10717213" y="4900613"/>
          <p14:tracePt t="98792" x="10734675" y="4887913"/>
          <p14:tracePt t="98810" x="10747375" y="4875213"/>
          <p14:tracePt t="98815" x="10753725" y="4868863"/>
          <p14:tracePt t="98824" x="10760075" y="4862513"/>
          <p14:tracePt t="98834" x="10766425" y="4851400"/>
          <p14:tracePt t="98847" x="10785475" y="4838700"/>
          <p14:tracePt t="98854" x="10798175" y="4832350"/>
          <p14:tracePt t="98867" x="10802938" y="4826000"/>
          <p14:tracePt t="98877" x="10828338" y="4806950"/>
          <p14:tracePt t="98893" x="10847388" y="4794250"/>
          <p14:tracePt t="98909" x="10864850" y="4783138"/>
          <p14:tracePt t="98928" x="10871200" y="4776788"/>
          <p14:tracePt t="98951" x="10877550" y="4757738"/>
          <p14:tracePt t="98959" x="10877550" y="4751388"/>
          <p14:tracePt t="98976" x="10877550" y="4745038"/>
          <p14:tracePt t="98991" x="10883900" y="4745038"/>
          <p14:tracePt t="99009" x="10883900" y="4738688"/>
          <p14:tracePt t="99027" x="10890250" y="4738688"/>
          <p14:tracePt t="99044" x="10890250" y="4732338"/>
          <p14:tracePt t="99050" x="10896600" y="4732338"/>
          <p14:tracePt t="99056" x="10909300" y="4727575"/>
          <p14:tracePt t="99073" x="10915650" y="4727575"/>
          <p14:tracePt t="99081" x="10922000" y="4714875"/>
          <p14:tracePt t="99093" x="10926763" y="4714875"/>
          <p14:tracePt t="99108" x="10933113" y="4708525"/>
          <p14:tracePt t="99125" x="10939463" y="4702175"/>
          <p14:tracePt t="100078" x="10952163" y="4714875"/>
          <p14:tracePt t="100085" x="10964863" y="4727575"/>
          <p14:tracePt t="100093" x="10977563" y="4745038"/>
          <p14:tracePt t="100099" x="10983913" y="4764088"/>
          <p14:tracePt t="100111" x="11001375" y="4789488"/>
          <p14:tracePt t="100116" x="11014075" y="4819650"/>
          <p14:tracePt t="100123" x="11033125" y="4845050"/>
          <p14:tracePt t="100130" x="11039475" y="4862513"/>
          <p14:tracePt t="100138" x="11045825" y="4887913"/>
          <p14:tracePt t="100152" x="11056938" y="4919663"/>
          <p14:tracePt t="100156" x="11063288" y="4924425"/>
          <p14:tracePt t="100166" x="11069638" y="4956175"/>
          <p14:tracePt t="100179" x="11082338" y="4975225"/>
          <p14:tracePt t="100193" x="11082338" y="4981575"/>
          <p14:tracePt t="100198" x="11082338" y="4986338"/>
          <p14:tracePt t="100223" x="11082338" y="4992688"/>
          <p14:tracePt t="100231" x="11075988" y="4992688"/>
          <p14:tracePt t="100264" x="11069638" y="4999038"/>
          <p14:tracePt t="100283" x="11063288" y="4999038"/>
          <p14:tracePt t="100295" x="11056938" y="4999038"/>
          <p14:tracePt t="100319" x="11052175" y="4999038"/>
          <p14:tracePt t="100335" x="11045825" y="4999038"/>
          <p14:tracePt t="100353" x="11039475" y="4999038"/>
          <p14:tracePt t="100375" x="11026775" y="4999038"/>
          <p14:tracePt t="100399" x="11020425" y="4999038"/>
          <p14:tracePt t="100432" x="11014075" y="4999038"/>
          <p14:tracePt t="100464" x="11007725" y="4999038"/>
          <p14:tracePt t="100488" x="11001375" y="4999038"/>
          <p14:tracePt t="100520" x="10995025" y="4999038"/>
          <p14:tracePt t="100663" x="10995025" y="4992688"/>
          <p14:tracePt t="101175" x="10995025" y="4986338"/>
          <p14:tracePt t="101184" x="10995025" y="4981575"/>
          <p14:tracePt t="102183" x="11007725" y="4992688"/>
          <p14:tracePt t="102190" x="11026775" y="5005388"/>
          <p14:tracePt t="102197" x="11033125" y="5011738"/>
          <p14:tracePt t="102211" x="11033125" y="5018088"/>
          <p14:tracePt t="102216" x="11033125" y="5024438"/>
          <p14:tracePt t="102229" x="11026775" y="5024438"/>
          <p14:tracePt t="102246" x="11020425" y="5024438"/>
          <p14:tracePt t="102278" x="11020425" y="5018088"/>
          <p14:tracePt t="102287" x="11020425" y="4968875"/>
          <p14:tracePt t="102296" x="11020425" y="4937125"/>
          <p14:tracePt t="102314" x="11033125" y="4887913"/>
          <p14:tracePt t="102318" x="11039475" y="4857750"/>
          <p14:tracePt t="102335" x="11069638" y="4826000"/>
          <p14:tracePt t="102343" x="11075988" y="4806950"/>
          <p14:tracePt t="102350" x="11095038" y="4789488"/>
          <p14:tracePt t="102367" x="11107738" y="4776788"/>
          <p14:tracePt t="102379" x="11114088" y="4776788"/>
          <p14:tracePt t="102400" x="11114088" y="4770438"/>
          <p14:tracePt t="102423" x="11120438" y="4770438"/>
          <p14:tracePt t="102489" x="11125200" y="4770438"/>
          <p14:tracePt t="102503" x="11137900" y="4770438"/>
          <p14:tracePt t="102539" x="11144250" y="4770438"/>
          <p14:tracePt t="102552" x="11144250" y="4776788"/>
          <p14:tracePt t="102566" x="11156950" y="4783138"/>
          <p14:tracePt t="102574" x="11163300" y="4789488"/>
          <p14:tracePt t="102583" x="11163300" y="4794250"/>
          <p14:tracePt t="102593" x="11169650" y="4794250"/>
          <p14:tracePt t="102600" x="11169650" y="4800600"/>
          <p14:tracePt t="102609" x="11169650" y="4813300"/>
          <p14:tracePt t="102625" x="11169650" y="4819650"/>
          <p14:tracePt t="102635" x="11169650" y="4826000"/>
          <p14:tracePt t="102641" x="11169650" y="4832350"/>
          <p14:tracePt t="102648" x="11169650" y="4838700"/>
          <p14:tracePt t="102666" x="11176000" y="4845050"/>
          <p14:tracePt t="102677" x="11187113" y="4851400"/>
          <p14:tracePt t="102705" x="11193463" y="4851400"/>
          <p14:tracePt t="102719" x="11199813" y="4851400"/>
          <p14:tracePt t="102727" x="11206163" y="4851400"/>
          <p14:tracePt t="102743" x="11212513" y="4851400"/>
          <p14:tracePt t="102761" x="11225213" y="4845050"/>
          <p14:tracePt t="102770" x="11244263" y="4838700"/>
          <p14:tracePt t="102778" x="11250613" y="4832350"/>
          <p14:tracePt t="102788" x="11268075" y="4819650"/>
          <p14:tracePt t="102795" x="11274425" y="4813300"/>
          <p14:tracePt t="102800" x="11287125" y="4813300"/>
          <p14:tracePt t="102808" x="11306175" y="4806950"/>
          <p14:tracePt t="102815" x="11329988" y="4806950"/>
          <p14:tracePt t="102830" x="11361738" y="4806950"/>
          <p14:tracePt t="102838" x="11380788" y="4806950"/>
          <p14:tracePt t="102846" x="11385550" y="4806950"/>
          <p14:tracePt t="102882" x="11385550" y="4813300"/>
          <p14:tracePt t="102892" x="11385550" y="4819650"/>
          <p14:tracePt t="102896" x="11385550" y="4832350"/>
          <p14:tracePt t="102904" x="11385550" y="4838700"/>
          <p14:tracePt t="102912" x="11368088" y="4845050"/>
          <p14:tracePt t="102928" x="11349038" y="4857750"/>
          <p14:tracePt t="102936" x="11329988" y="4857750"/>
          <p14:tracePt t="102949" x="11312525" y="4857750"/>
          <p14:tracePt t="102961" x="11261725" y="4868863"/>
          <p14:tracePt t="102969" x="11244263" y="4868863"/>
          <p14:tracePt t="102977" x="11231563" y="4862513"/>
          <p14:tracePt t="102983" x="11218863" y="4862513"/>
          <p14:tracePt t="102990" x="11218863" y="4857750"/>
          <p14:tracePt t="103004" x="11212513" y="4851400"/>
          <p14:tracePt t="103008" x="11212513" y="4838700"/>
          <p14:tracePt t="103019" x="11193463" y="4819650"/>
          <p14:tracePt t="103030" x="11187113" y="4800600"/>
          <p14:tracePt t="103035" x="11182350" y="4783138"/>
          <p14:tracePt t="103043" x="11169650" y="4770438"/>
          <p14:tracePt t="103056" x="11156950" y="4732338"/>
          <p14:tracePt t="103072" x="11156950" y="4727575"/>
          <p14:tracePt t="103083" x="11144250" y="4714875"/>
          <p14:tracePt t="103135" x="11150600" y="4714875"/>
          <p14:tracePt t="103147" x="11156950" y="4721225"/>
          <p14:tracePt t="103162" x="11163300" y="4745038"/>
          <p14:tracePt t="103174" x="11163300" y="4757738"/>
          <p14:tracePt t="103192" x="11187113" y="4794250"/>
          <p14:tracePt t="103203" x="11206163" y="4826000"/>
          <p14:tracePt t="103214" x="11206163" y="4832350"/>
          <p14:tracePt t="103225" x="11212513" y="4838700"/>
          <p14:tracePt t="103232" x="11212513" y="4845050"/>
          <p14:tracePt t="103368" x="11218863" y="4845050"/>
          <p14:tracePt t="103401" x="11225213" y="4845050"/>
          <p14:tracePt t="103417" x="11225213" y="4838700"/>
          <p14:tracePt t="103431" x="11231563" y="4832350"/>
          <p14:tracePt t="103450" x="11231563" y="4826000"/>
          <p14:tracePt t="103483" x="11231563" y="4819650"/>
          <p14:tracePt t="103521" x="11231563" y="4813300"/>
          <p14:tracePt t="103736" x="11231563" y="4800600"/>
          <p14:tracePt t="103744" x="11231563" y="4794250"/>
          <p14:tracePt t="103759" x="11237913" y="4794250"/>
          <p14:tracePt t="103783" x="11237913" y="4789488"/>
          <p14:tracePt t="103794" x="11250613" y="4789488"/>
          <p14:tracePt t="103801" x="11250613" y="4783138"/>
          <p14:tracePt t="103974" x="11255375" y="4783138"/>
          <p14:tracePt t="104044" x="11261725" y="4783138"/>
          <p14:tracePt t="104063" x="11261725" y="4789488"/>
          <p14:tracePt t="104080" x="11261725" y="4794250"/>
          <p14:tracePt t="104094" x="11261725" y="4806950"/>
          <p14:tracePt t="104201" x="11261725" y="4813300"/>
          <p14:tracePt t="104336" x="11261725" y="4800600"/>
          <p14:tracePt t="104352" x="11261725" y="4789488"/>
          <p14:tracePt t="104361" x="11261725" y="4783138"/>
          <p14:tracePt t="104369" x="11255375" y="4776788"/>
          <p14:tracePt t="104380" x="11255375" y="4770438"/>
          <p14:tracePt t="104405" x="11244263" y="4751388"/>
          <p14:tracePt t="104414" x="11225213" y="4738688"/>
          <p14:tracePt t="104427" x="11218863" y="4732338"/>
          <p14:tracePt t="104442" x="11187113" y="4727575"/>
          <p14:tracePt t="104452" x="11169650" y="4714875"/>
          <p14:tracePt t="104458" x="11144250" y="4714875"/>
          <p14:tracePt t="104472" x="11101388" y="4708525"/>
          <p14:tracePt t="104483" x="11082338" y="4708525"/>
          <p14:tracePt t="104487" x="11063288" y="4708525"/>
          <p14:tracePt t="104494" x="11052175" y="4708525"/>
          <p14:tracePt t="104503" x="11045825" y="4708525"/>
          <p14:tracePt t="104516" x="11020425" y="4708525"/>
          <p14:tracePt t="104519" x="10983913" y="4708525"/>
          <p14:tracePt t="104532" x="10964863" y="4708525"/>
          <p14:tracePt t="104536" x="10939463" y="4708525"/>
          <p14:tracePt t="104544" x="10902950" y="4708525"/>
          <p14:tracePt t="104551" x="10841038" y="4695825"/>
          <p14:tracePt t="104565" x="10741025" y="4665663"/>
          <p14:tracePt t="104577" x="10672763" y="4640263"/>
          <p14:tracePt t="104584" x="10648950" y="4633913"/>
          <p14:tracePt t="104591" x="10567988" y="4608513"/>
          <p14:tracePt t="104604" x="10480675" y="4572000"/>
          <p14:tracePt t="104615" x="10271125" y="4497388"/>
          <p14:tracePt t="104623" x="10134600" y="4441825"/>
          <p14:tracePt t="104629" x="10028238" y="4386263"/>
          <p14:tracePt t="104642" x="9904413" y="4337050"/>
          <p14:tracePt t="104646" x="9750425" y="4249738"/>
          <p14:tracePt t="104656" x="9613900" y="4151313"/>
          <p14:tracePt t="104662" x="9490075" y="4070350"/>
          <p14:tracePt t="104674" x="9366250" y="3970338"/>
          <p14:tracePt t="104679" x="9240838" y="3859213"/>
          <p14:tracePt t="104687" x="9129713" y="3778250"/>
          <p14:tracePt t="104693" x="9055100" y="3716338"/>
          <p14:tracePt t="104705" x="8993188" y="3654425"/>
          <p14:tracePt t="104719" x="8956675" y="3598863"/>
          <p14:tracePt t="104728" x="8950325" y="3587750"/>
          <p14:tracePt t="104743" x="8937625" y="3549650"/>
          <p14:tracePt t="104760" x="8931275" y="3524250"/>
          <p14:tracePt t="104780" x="8931275" y="3519488"/>
          <p14:tracePt t="104785" x="8931275" y="3513138"/>
          <p14:tracePt t="104799" x="8931275" y="3506788"/>
          <p14:tracePt t="104822" x="8937625" y="3506788"/>
          <p14:tracePt t="104838" x="8943975" y="3506788"/>
          <p14:tracePt t="104846" x="8956675" y="3506788"/>
          <p14:tracePt t="104859" x="8963025" y="3506788"/>
          <p14:tracePt t="104866" x="8975725" y="3506788"/>
          <p14:tracePt t="104872" x="8993188" y="3506788"/>
          <p14:tracePt t="104880" x="9031288" y="3530600"/>
          <p14:tracePt t="104887" x="9061450" y="3549650"/>
          <p14:tracePt t="104895" x="9086850" y="3568700"/>
          <p14:tracePt t="104911" x="9129713" y="3598863"/>
          <p14:tracePt t="104920" x="9229725" y="3679825"/>
          <p14:tracePt t="104928" x="9285288" y="3698875"/>
          <p14:tracePt t="104935" x="9315450" y="3729038"/>
          <p14:tracePt t="104950" x="9371013" y="3760788"/>
          <p14:tracePt t="104961" x="9402763" y="3778250"/>
          <p14:tracePt t="104966" x="9421813" y="3784600"/>
          <p14:tracePt t="104978" x="9434513" y="3803650"/>
          <p14:tracePt t="104984" x="9451975" y="3810000"/>
          <p14:tracePt t="104989" x="9471025" y="3822700"/>
          <p14:tracePt t="105004" x="9477375" y="3829050"/>
          <p14:tracePt t="105009" x="9483725" y="3835400"/>
          <p14:tracePt t="105014" x="9490075" y="3841750"/>
          <p14:tracePt t="105023" x="9496425" y="3846513"/>
          <p14:tracePt t="105034" x="9496425" y="3852863"/>
          <p14:tracePt t="105044" x="9496425" y="3859213"/>
          <p14:tracePt t="105050" x="9507538" y="3865563"/>
          <p14:tracePt t="105077" x="9507538" y="3878263"/>
          <p14:tracePt t="105169" x="9501188" y="3878263"/>
          <p14:tracePt t="105403" x="9496425" y="3878263"/>
          <p14:tracePt t="105411" x="9490075" y="3878263"/>
          <p14:tracePt t="105422" x="9483725" y="3878263"/>
          <p14:tracePt t="105454" x="9477375" y="3878263"/>
          <p14:tracePt t="105574" x="9471025" y="3878263"/>
          <p14:tracePt t="105581" x="9464675" y="3871913"/>
          <p14:tracePt t="105598" x="9458325" y="3865563"/>
          <p14:tracePt t="105622" x="9458325" y="3859213"/>
          <p14:tracePt t="105637" x="9445625" y="3859213"/>
          <p14:tracePt t="105661" x="9445625" y="3852863"/>
          <p14:tracePt t="106061" x="9439275" y="3859213"/>
          <p14:tracePt t="106079" x="9434513" y="3859213"/>
          <p14:tracePt t="106094" x="9421813" y="3859213"/>
          <p14:tracePt t="106110" x="9402763" y="3859213"/>
          <p14:tracePt t="106122" x="9390063" y="3859213"/>
          <p14:tracePt t="106130" x="9371013" y="3852863"/>
          <p14:tracePt t="106145" x="9340850" y="3835400"/>
          <p14:tracePt t="106150" x="9321800" y="3829050"/>
          <p14:tracePt t="106162" x="9315450" y="3829050"/>
          <p14:tracePt t="106166" x="9297988" y="3816350"/>
          <p14:tracePt t="106174" x="9285288" y="3816350"/>
          <p14:tracePt t="106190" x="9259888" y="3816350"/>
          <p14:tracePt t="106201" x="9253538" y="3816350"/>
          <p14:tracePt t="106210" x="9247188" y="3816350"/>
          <p14:tracePt t="106229" x="9240838" y="3816350"/>
          <p14:tracePt t="106445" x="9236075" y="3816350"/>
          <p14:tracePt t="106461" x="9229725" y="3816350"/>
          <p14:tracePt t="106489" x="9217025" y="3810000"/>
          <p14:tracePt t="106521" x="9210675" y="3810000"/>
          <p14:tracePt t="106647" x="9229725" y="3803650"/>
          <p14:tracePt t="106660" x="9266238" y="3803650"/>
          <p14:tracePt t="106670" x="9347200" y="3803650"/>
          <p14:tracePt t="106680" x="9415463" y="3803650"/>
          <p14:tracePt t="106686" x="9439275" y="3803650"/>
          <p14:tracePt t="106696" x="9490075" y="3803650"/>
          <p14:tracePt t="106703" x="9575800" y="3810000"/>
          <p14:tracePt t="106711" x="9637713" y="3810000"/>
          <p14:tracePt t="106718" x="9774238" y="3822700"/>
          <p14:tracePt t="106736" x="10021888" y="3835400"/>
          <p14:tracePt t="106751" x="10271125" y="3835400"/>
          <p14:tracePt t="106761" x="10388600" y="3835400"/>
          <p14:tracePt t="106766" x="10469563" y="3835400"/>
          <p14:tracePt t="106778" x="10567988" y="3835400"/>
          <p14:tracePt t="106783" x="10648950" y="3835400"/>
          <p14:tracePt t="106789" x="10717213" y="3835400"/>
          <p14:tracePt t="106801" x="10802938" y="3835400"/>
          <p14:tracePt t="106813" x="11001375" y="3835400"/>
          <p14:tracePt t="106828" x="11114088" y="3835400"/>
          <p14:tracePt t="106834" x="11231563" y="3835400"/>
          <p14:tracePt t="106846" x="11498263" y="3835400"/>
          <p14:tracePt t="106863" x="11745913" y="3852863"/>
          <p14:tracePt t="106869" x="11833225" y="3865563"/>
          <p14:tracePt t="106880" x="11895138" y="3865563"/>
          <p14:tracePt t="106895" x="11963400" y="3871913"/>
          <p14:tracePt t="106912" x="11987213" y="3871913"/>
          <p14:tracePt t="106959" x="11980863" y="3871913"/>
          <p14:tracePt t="106969" x="11957050" y="3871913"/>
          <p14:tracePt t="106977" x="11938000" y="3878263"/>
          <p14:tracePt t="106985" x="11912600" y="3878263"/>
          <p14:tracePt t="106994" x="11895138" y="3878263"/>
          <p14:tracePt t="106999" x="11869738" y="3878263"/>
          <p14:tracePt t="107006" x="11857038" y="3878263"/>
          <p14:tracePt t="107018" x="11837988" y="3878263"/>
          <p14:tracePt t="107033" x="11782425" y="3878263"/>
          <p14:tracePt t="107037" x="11769725" y="3878263"/>
          <p14:tracePt t="107049" x="11733213" y="3878263"/>
          <p14:tracePt t="107063" x="11677650" y="3890963"/>
          <p14:tracePt t="107069" x="11615738" y="3890963"/>
          <p14:tracePt t="107081" x="11566525" y="3890963"/>
          <p14:tracePt t="107097" x="11491913" y="3890963"/>
          <p14:tracePt t="107102" x="11453813" y="3890963"/>
          <p14:tracePt t="107112" x="11380788" y="3890963"/>
          <p14:tracePt t="107120" x="11312525" y="3890963"/>
          <p14:tracePt t="107128" x="11212513" y="3890963"/>
          <p14:tracePt t="107133" x="11095038" y="3884613"/>
          <p14:tracePt t="107144" x="11007725" y="3884613"/>
          <p14:tracePt t="107153" x="10890250" y="3871913"/>
          <p14:tracePt t="107160" x="10760075" y="3852863"/>
          <p14:tracePt t="107177" x="10512425" y="3829050"/>
          <p14:tracePt t="107180" x="10394950" y="3816350"/>
          <p14:tracePt t="107194" x="10307638" y="3803650"/>
          <p14:tracePt t="107200" x="10209213" y="3790950"/>
          <p14:tracePt t="107207" x="10121900" y="3790950"/>
          <p14:tracePt t="107214" x="10021888" y="3790950"/>
          <p14:tracePt t="107240" x="9774238" y="3790950"/>
          <p14:tracePt t="107252" x="9705975" y="3790950"/>
          <p14:tracePt t="107258" x="9637713" y="3790950"/>
          <p14:tracePt t="107274" x="9532938" y="3778250"/>
          <p14:tracePt t="107282" x="9520238" y="3778250"/>
          <p14:tracePt t="107288" x="9501188" y="3773488"/>
          <p14:tracePt t="107298" x="9483725" y="3773488"/>
          <p14:tracePt t="107305" x="9483725" y="3767138"/>
          <p14:tracePt t="107313" x="9477375" y="3767138"/>
          <p14:tracePt t="107414" x="9490075" y="3767138"/>
          <p14:tracePt t="107424" x="9513888" y="3767138"/>
          <p14:tracePt t="107433" x="9575800" y="3767138"/>
          <p14:tracePt t="107445" x="9688513" y="3754438"/>
          <p14:tracePt t="107463" x="9874250" y="3754438"/>
          <p14:tracePt t="107472" x="10021888" y="3741738"/>
          <p14:tracePt t="107478" x="10121900" y="3741738"/>
          <p14:tracePt t="107487" x="10258425" y="3729038"/>
          <p14:tracePt t="107496" x="10388600" y="3716338"/>
          <p14:tracePt t="107503" x="10518775" y="3716338"/>
          <p14:tracePt t="107515" x="10636250" y="3716338"/>
          <p14:tracePt t="107528" x="10834688" y="3698875"/>
          <p14:tracePt t="107545" x="10922000" y="3698875"/>
          <p14:tracePt t="107562" x="10933113" y="3692525"/>
          <p14:tracePt t="107622" x="10926763" y="3692525"/>
          <p14:tracePt t="107630" x="10922000" y="3705225"/>
          <p14:tracePt t="107646" x="10883900" y="3716338"/>
          <p14:tracePt t="107661" x="10871200" y="3729038"/>
          <p14:tracePt t="107677" x="10828338" y="3748088"/>
          <p14:tracePt t="107682" x="10802938" y="3754438"/>
          <p14:tracePt t="107703" x="10691813" y="3810000"/>
          <p14:tracePt t="107710" x="10623550" y="3835400"/>
          <p14:tracePt t="107715" x="10548938" y="3846513"/>
          <p14:tracePt t="107720" x="10463213" y="3871913"/>
          <p14:tracePt t="107728" x="10375900" y="3897313"/>
          <p14:tracePt t="107734" x="10258425" y="3921125"/>
          <p14:tracePt t="107750" x="10072688" y="3959225"/>
          <p14:tracePt t="107762" x="9985375" y="3970338"/>
          <p14:tracePt t="107771" x="9917113" y="3983038"/>
          <p14:tracePt t="107777" x="9848850" y="3995738"/>
          <p14:tracePt t="107783" x="9774238" y="4008438"/>
          <p14:tracePt t="107793" x="9725025" y="4014788"/>
          <p14:tracePt t="107800" x="9694863" y="4027488"/>
          <p14:tracePt t="107806" x="9669463" y="4032250"/>
          <p14:tracePt t="107813" x="9650413" y="4044950"/>
          <p14:tracePt t="107824" x="9644063" y="4051300"/>
          <p14:tracePt t="107834" x="9637713" y="4057650"/>
          <p14:tracePt t="107859" x="9607550" y="4083050"/>
          <p14:tracePt t="107865" x="9601200" y="4089400"/>
          <p14:tracePt t="107875" x="9588500" y="4095750"/>
          <p14:tracePt t="107885" x="9575800" y="4095750"/>
          <p14:tracePt t="107894" x="9532938" y="4113213"/>
          <p14:tracePt t="107903" x="9520238" y="4119563"/>
          <p14:tracePt t="107910" x="9490075" y="4125913"/>
          <p14:tracePt t="107918" x="9477375" y="4138613"/>
          <p14:tracePt t="107937" x="9434513" y="4144963"/>
          <p14:tracePt t="107944" x="9415463" y="4144963"/>
          <p14:tracePt t="107951" x="9396413" y="4157663"/>
          <p14:tracePt t="107960" x="9383713" y="4157663"/>
          <p14:tracePt t="107967" x="9366250" y="4162425"/>
          <p14:tracePt t="107988" x="9353550" y="4162425"/>
          <p14:tracePt t="107994" x="9347200" y="4168775"/>
          <p14:tracePt t="107999" x="9334500" y="4168775"/>
          <p14:tracePt t="108008" x="9328150" y="4175125"/>
          <p14:tracePt t="108031" x="9321800" y="4181475"/>
          <p14:tracePt t="108104" x="9321800" y="4187825"/>
          <p14:tracePt t="108113" x="9328150" y="4200525"/>
          <p14:tracePt t="108131" x="9371013" y="4206875"/>
          <p14:tracePt t="108136" x="9428163" y="4219575"/>
          <p14:tracePt t="108146" x="9477375" y="4224338"/>
          <p14:tracePt t="108155" x="9545638" y="4237038"/>
          <p14:tracePt t="108164" x="9582150" y="4237038"/>
          <p14:tracePt t="108171" x="9663113" y="4237038"/>
          <p14:tracePt t="108178" x="9731375" y="4237038"/>
          <p14:tracePt t="108186" x="9842500" y="4237038"/>
          <p14:tracePt t="108194" x="9972675" y="4237038"/>
          <p14:tracePt t="108201" x="10121900" y="4237038"/>
          <p14:tracePt t="108211" x="10258425" y="4237038"/>
          <p14:tracePt t="108222" x="10487025" y="4237038"/>
          <p14:tracePt t="108229" x="10587038" y="4237038"/>
          <p14:tracePt t="108242" x="10668000" y="4237038"/>
          <p14:tracePt t="108254" x="10734675" y="4237038"/>
          <p14:tracePt t="108261" x="10791825" y="4249738"/>
          <p14:tracePt t="108266" x="10841038" y="4249738"/>
          <p14:tracePt t="108284" x="10896600" y="4249738"/>
          <p14:tracePt t="108294" x="10909300" y="4249738"/>
          <p14:tracePt t="108313" x="10915650" y="4249738"/>
          <p14:tracePt t="108344" x="10922000" y="4249738"/>
          <p14:tracePt t="108360" x="10922000" y="4243388"/>
          <p14:tracePt t="108366" x="10933113" y="4243388"/>
          <p14:tracePt t="108378" x="10945813" y="4237038"/>
          <p14:tracePt t="108385" x="10952163" y="4237038"/>
          <p14:tracePt t="108394" x="10964863" y="4237038"/>
          <p14:tracePt t="108408" x="10971213" y="4237038"/>
          <p14:tracePt t="108448" x="10977563" y="4237038"/>
          <p14:tracePt t="108464" x="10990263" y="4237038"/>
          <p14:tracePt t="108473" x="10995025" y="4237038"/>
          <p14:tracePt t="108492" x="11001375" y="4237038"/>
          <p14:tracePt t="108508" x="11007725" y="4237038"/>
          <p14:tracePt t="108554" x="11007725" y="4230688"/>
          <p14:tracePt t="108655" x="10983913" y="4230688"/>
          <p14:tracePt t="108661" x="10964863" y="4230688"/>
          <p14:tracePt t="108679" x="10902950" y="4230688"/>
          <p14:tracePt t="108697" x="10785475" y="4230688"/>
          <p14:tracePt t="108703" x="10704513" y="4230688"/>
          <p14:tracePt t="108716" x="10587038" y="4230688"/>
          <p14:tracePt t="108728" x="10356850" y="4230688"/>
          <p14:tracePt t="108745" x="10109200" y="4230688"/>
          <p14:tracePt t="108752" x="10010775" y="4230688"/>
          <p14:tracePt t="108762" x="9910763" y="4213225"/>
          <p14:tracePt t="108774" x="9825038" y="4206875"/>
          <p14:tracePt t="108787" x="9650413" y="4181475"/>
          <p14:tracePt t="108792" x="9582150" y="4157663"/>
          <p14:tracePt t="108801" x="9551988" y="4138613"/>
          <p14:tracePt t="108808" x="9526588" y="4125913"/>
          <p14:tracePt t="108819" x="9520238" y="4113213"/>
          <p14:tracePt t="108827" x="9501188" y="4100513"/>
          <p14:tracePt t="108843" x="9464675" y="4070350"/>
          <p14:tracePt t="108855" x="9458325" y="4044950"/>
          <p14:tracePt t="108868" x="9451975" y="4038600"/>
          <p14:tracePt t="108879" x="9451975" y="4021138"/>
          <p14:tracePt t="108890" x="9451975" y="4014788"/>
          <p14:tracePt t="108903" x="9451975" y="4002088"/>
          <p14:tracePt t="108914" x="9451975" y="3983038"/>
          <p14:tracePt t="108920" x="9451975" y="3976688"/>
          <p14:tracePt t="108936" x="9451975" y="3970338"/>
          <p14:tracePt t="108946" x="9451975" y="3952875"/>
          <p14:tracePt t="108954" x="9451975" y="3940175"/>
          <p14:tracePt t="108962" x="9445625" y="3933825"/>
          <p14:tracePt t="108972" x="9445625" y="3921125"/>
          <p14:tracePt t="108979" x="9445625" y="3903663"/>
          <p14:tracePt t="108984" x="9445625" y="3890963"/>
          <p14:tracePt t="108993" x="9445625" y="3884613"/>
          <p14:tracePt t="109001" x="9445625" y="3865563"/>
          <p14:tracePt t="109009" x="9445625" y="3859213"/>
          <p14:tracePt t="109037" x="9445625" y="3852863"/>
          <p14:tracePt t="109067" x="9445625" y="3846513"/>
          <p14:tracePt t="109079" x="9458325" y="3841750"/>
          <p14:tracePt t="109093" x="9477375" y="3841750"/>
          <p14:tracePt t="109102" x="9520238" y="3822700"/>
          <p14:tracePt t="109124" x="9626600" y="3797300"/>
          <p14:tracePt t="109130" x="9694863" y="3797300"/>
          <p14:tracePt t="109143" x="9731375" y="3797300"/>
          <p14:tracePt t="109160" x="9812338" y="3790950"/>
          <p14:tracePt t="109169" x="9898063" y="3790950"/>
          <p14:tracePt t="109187" x="9998075" y="3790950"/>
          <p14:tracePt t="109195" x="10047288" y="3790950"/>
          <p14:tracePt t="109204" x="10115550" y="3790950"/>
          <p14:tracePt t="109210" x="10183813" y="3790950"/>
          <p14:tracePt t="109217" x="10252075" y="3790950"/>
          <p14:tracePt t="109226" x="10320338" y="3790950"/>
          <p14:tracePt t="109231" x="10418763" y="3790950"/>
          <p14:tracePt t="109243" x="10499725" y="3790950"/>
          <p14:tracePt t="109261" x="10587038" y="3790950"/>
          <p14:tracePt t="109273" x="10747375" y="3790950"/>
          <p14:tracePt t="109293" x="10809288" y="3790950"/>
          <p14:tracePt t="109305" x="10821988" y="3790950"/>
          <p14:tracePt t="109313" x="10828338" y="3790950"/>
          <p14:tracePt t="109639" x="10828338" y="3797300"/>
          <p14:tracePt t="109649" x="10821988" y="3797300"/>
          <p14:tracePt t="109663" x="10809288" y="3797300"/>
          <p14:tracePt t="109681" x="10753725" y="3797300"/>
          <p14:tracePt t="109688" x="10729913" y="3797300"/>
          <p14:tracePt t="109694" x="10698163" y="3797300"/>
          <p14:tracePt t="109703" x="10672763" y="3797300"/>
          <p14:tracePt t="109715" x="10636250" y="3797300"/>
          <p14:tracePt t="109722" x="10574338" y="3797300"/>
          <p14:tracePt t="109729" x="10506075" y="3797300"/>
          <p14:tracePt t="109739" x="10437813" y="3797300"/>
          <p14:tracePt t="109751" x="10356850" y="3797300"/>
          <p14:tracePt t="109762" x="10209213" y="3797300"/>
          <p14:tracePt t="109768" x="10152063" y="3797300"/>
          <p14:tracePt t="109778" x="10128250" y="3803650"/>
          <p14:tracePt t="109786" x="10102850" y="3803650"/>
          <p14:tracePt t="109794" x="10083800" y="3803650"/>
          <p14:tracePt t="109801" x="10066338" y="3816350"/>
          <p14:tracePt t="109811" x="10059988" y="3816350"/>
          <p14:tracePt t="109822" x="10053638" y="3816350"/>
          <p14:tracePt t="109835" x="10047288" y="3816350"/>
          <p14:tracePt t="109881" x="10047288" y="3822700"/>
          <p14:tracePt t="110080" x="10040938" y="3822700"/>
          <p14:tracePt t="110103" x="10034588" y="3829050"/>
          <p14:tracePt t="111427" x="10028238" y="3846513"/>
          <p14:tracePt t="111440" x="10017125" y="3871913"/>
          <p14:tracePt t="111444" x="9998075" y="3908425"/>
          <p14:tracePt t="111450" x="9966325" y="3940175"/>
          <p14:tracePt t="111459" x="9942513" y="3959225"/>
          <p14:tracePt t="111466" x="9923463" y="3976688"/>
          <p14:tracePt t="111473" x="9886950" y="3983038"/>
          <p14:tracePt t="111479" x="9855200" y="3983038"/>
          <p14:tracePt t="111490" x="9818688" y="3983038"/>
          <p14:tracePt t="111497" x="9793288" y="3983038"/>
          <p14:tracePt t="111506" x="9767888" y="3983038"/>
          <p14:tracePt t="111513" x="9750425" y="3983038"/>
          <p14:tracePt t="111520" x="9725025" y="3983038"/>
          <p14:tracePt t="111529" x="9688513" y="3983038"/>
          <p14:tracePt t="111535" x="9663113" y="3983038"/>
          <p14:tracePt t="111552" x="9588500" y="3983038"/>
          <p14:tracePt t="111562" x="9551988" y="3970338"/>
          <p14:tracePt t="111568" x="9520238" y="3970338"/>
          <p14:tracePt t="111574" x="9496425" y="3952875"/>
          <p14:tracePt t="111585" x="9464675" y="3946525"/>
          <p14:tracePt t="111595" x="9451975" y="3933825"/>
          <p14:tracePt t="111600" x="9434513" y="3921125"/>
          <p14:tracePt t="111611" x="9402763" y="3903663"/>
          <p14:tracePt t="111625" x="9390063" y="3884613"/>
          <p14:tracePt t="111644" x="9366250" y="3859213"/>
          <p14:tracePt t="111648" x="9347200" y="3841750"/>
          <p14:tracePt t="111656" x="9340850" y="3841750"/>
          <p14:tracePt t="111662" x="9334500" y="3835400"/>
          <p14:tracePt t="111674" x="9328150" y="3835400"/>
          <p14:tracePt t="111860" x="9328150" y="3829050"/>
          <p14:tracePt t="111875" x="9321800" y="3829050"/>
          <p14:tracePt t="111891" x="9321800" y="3822700"/>
          <p14:tracePt t="111905" x="9315450" y="3822700"/>
          <p14:tracePt t="111916" x="9315450" y="3816350"/>
          <p14:tracePt t="111924" x="9304338" y="3816350"/>
          <p14:tracePt t="111936" x="9304338" y="3810000"/>
          <p14:tracePt t="111957" x="9297988" y="3810000"/>
          <p14:tracePt t="111971" x="9297988" y="3803650"/>
          <p14:tracePt t="111985" x="9291638" y="3803650"/>
          <p14:tracePt t="113525" x="9291638" y="3797300"/>
          <p14:tracePt t="113534" x="9297988" y="3797300"/>
          <p14:tracePt t="113546" x="9297988" y="3784600"/>
          <p14:tracePt t="114521" x="9297988" y="3790950"/>
          <p14:tracePt t="114624" x="9291638" y="3790950"/>
          <p14:tracePt t="114655" x="9291638" y="3797300"/>
          <p14:tracePt t="114686" x="9285288" y="3797300"/>
          <p14:tracePt t="114704" x="9278938" y="3803650"/>
          <p14:tracePt t="114713" x="9272588" y="3810000"/>
          <p14:tracePt t="114720" x="9266238" y="3816350"/>
          <p14:tracePt t="114737" x="9253538" y="3829050"/>
          <p14:tracePt t="114746" x="9253538" y="3846513"/>
          <p14:tracePt t="114755" x="9253538" y="3852863"/>
          <p14:tracePt t="114762" x="9253538" y="3859213"/>
          <p14:tracePt t="114776" x="9253538" y="3865563"/>
          <p14:tracePt t="114786" x="9253538" y="3871913"/>
          <p14:tracePt t="114799" x="9253538" y="3890963"/>
          <p14:tracePt t="114816" x="9259888" y="3903663"/>
          <p14:tracePt t="114832" x="9259888" y="3908425"/>
          <p14:tracePt t="114848" x="9259888" y="3914775"/>
          <p14:tracePt t="114865" x="9259888" y="3927475"/>
          <p14:tracePt t="114870" x="9259888" y="3933825"/>
          <p14:tracePt t="114887" x="9259888" y="3940175"/>
          <p14:tracePt t="114904" x="9259888" y="3946525"/>
          <p14:tracePt t="114913" x="9259888" y="3952875"/>
          <p14:tracePt t="114930" x="9259888" y="3959225"/>
          <p14:tracePt t="114935" x="9259888" y="3965575"/>
          <p14:tracePt t="114952" x="9247188" y="3970338"/>
          <p14:tracePt t="114959" x="9247188" y="3983038"/>
          <p14:tracePt t="114964" x="9240838" y="3983038"/>
          <p14:tracePt t="114983" x="9236075" y="3989388"/>
          <p14:tracePt t="114991" x="9229725" y="3989388"/>
          <p14:tracePt t="115001" x="9223375" y="3995738"/>
          <p14:tracePt t="115015" x="9197975" y="4002088"/>
          <p14:tracePt t="115021" x="9191625" y="4008438"/>
          <p14:tracePt t="115035" x="9185275" y="4008438"/>
          <p14:tracePt t="115047" x="9167813" y="4014788"/>
          <p14:tracePt t="115064" x="9148763" y="4014788"/>
          <p14:tracePt t="115081" x="9136063" y="4014788"/>
          <p14:tracePt t="115098" x="9123363" y="4014788"/>
          <p14:tracePt t="115103" x="9117013" y="4014788"/>
          <p14:tracePt t="115119" x="9105900" y="4014788"/>
          <p14:tracePt t="115130" x="9099550" y="4014788"/>
          <p14:tracePt t="115139" x="9093200" y="4014788"/>
          <p14:tracePt t="115148" x="9086850" y="4014788"/>
          <p14:tracePt t="115153" x="9080500" y="4014788"/>
          <p14:tracePt t="115166" x="9067800" y="4008438"/>
          <p14:tracePt t="115182" x="9055100" y="3995738"/>
          <p14:tracePt t="115194" x="9048750" y="3995738"/>
          <p14:tracePt t="115205" x="9043988" y="3976688"/>
          <p14:tracePt t="115219" x="9043988" y="3970338"/>
          <p14:tracePt t="115231" x="9043988" y="3959225"/>
          <p14:tracePt t="115239" x="9043988" y="3952875"/>
          <p14:tracePt t="115247" x="9043988" y="3946525"/>
          <p14:tracePt t="115260" x="9043988" y="3940175"/>
          <p14:tracePt t="115270" x="9043988" y="3914775"/>
          <p14:tracePt t="115282" x="9055100" y="3908425"/>
          <p14:tracePt t="115298" x="9080500" y="3878263"/>
          <p14:tracePt t="115304" x="9099550" y="3846513"/>
          <p14:tracePt t="115313" x="9112250" y="3829050"/>
          <p14:tracePt t="115330" x="9129713" y="3810000"/>
          <p14:tracePt t="115335" x="9185275" y="3773488"/>
          <p14:tracePt t="115343" x="9240838" y="3767138"/>
          <p14:tracePt t="115357" x="9278938" y="3741738"/>
          <p14:tracePt t="115361" x="9347200" y="3735388"/>
          <p14:tracePt t="115367" x="9402763" y="3735388"/>
          <p14:tracePt t="115383" x="9490075" y="3722688"/>
          <p14:tracePt t="115398" x="9607550" y="3722688"/>
          <p14:tracePt t="115406" x="9705975" y="3722688"/>
          <p14:tracePt t="115424" x="9904413" y="3722688"/>
          <p14:tracePt t="115429" x="10034588" y="3722688"/>
          <p14:tracePt t="115439" x="10171113" y="3722688"/>
          <p14:tracePt t="115447" x="10282238" y="3722688"/>
          <p14:tracePt t="115463" x="10561638" y="3722688"/>
          <p14:tracePt t="115488" x="10958513" y="3722688"/>
          <p14:tracePt t="115496" x="11075988" y="3722688"/>
          <p14:tracePt t="115511" x="11193463" y="3722688"/>
          <p14:tracePt t="115515" x="11274425" y="3722688"/>
          <p14:tracePt t="115521" x="11374438" y="3722688"/>
          <p14:tracePt t="115529" x="11472863" y="3722688"/>
          <p14:tracePt t="115539" x="11498263" y="3711575"/>
          <p14:tracePt t="115547" x="11534775" y="3711575"/>
          <p14:tracePt t="115567" x="11572875" y="3711575"/>
          <p14:tracePt t="115647" x="11577638" y="3711575"/>
          <p14:tracePt t="115655" x="11596688" y="3716338"/>
          <p14:tracePt t="115663" x="11609388" y="3722688"/>
          <p14:tracePt t="115679" x="11634788" y="3735388"/>
          <p14:tracePt t="115698" x="11645900" y="3741738"/>
          <p14:tracePt t="115704" x="11652250" y="3741738"/>
          <p14:tracePt t="115719" x="11671300" y="3754438"/>
          <p14:tracePt t="115734" x="11677650" y="3754438"/>
          <p14:tracePt t="115751" x="11684000" y="3760788"/>
          <p14:tracePt t="115765" x="11690350" y="3760788"/>
          <p14:tracePt t="115781" x="11690350" y="3767138"/>
          <p14:tracePt t="115797" x="11690350" y="3773488"/>
          <p14:tracePt t="115831" x="11690350" y="3778250"/>
          <p14:tracePt t="115847" x="11690350" y="3784600"/>
          <p14:tracePt t="115863" x="11690350" y="3790950"/>
          <p14:tracePt t="115894" x="11690350" y="3803650"/>
          <p14:tracePt t="115928" x="11684000" y="3810000"/>
          <p14:tracePt t="115945" x="11677650" y="3810000"/>
          <p14:tracePt t="115969" x="11664950" y="3810000"/>
          <p14:tracePt t="115986" x="11658600" y="3810000"/>
          <p14:tracePt t="116010" x="11652250" y="3810000"/>
          <p14:tracePt t="116078" x="11645900" y="3810000"/>
          <p14:tracePt t="116111" x="11641138" y="3810000"/>
          <p14:tracePt t="116118" x="11634788" y="3810000"/>
          <p14:tracePt t="116130" x="11628438" y="3816350"/>
          <p14:tracePt t="116135" x="11615738" y="3816350"/>
          <p14:tracePt t="116150" x="11596688" y="3816350"/>
          <p14:tracePt t="116159" x="11577638" y="3816350"/>
          <p14:tracePt t="116166" x="11566525" y="3816350"/>
          <p14:tracePt t="116175" x="11560175" y="3816350"/>
          <p14:tracePt t="116185" x="11553825" y="3816350"/>
          <p14:tracePt t="116197" x="11547475" y="3816350"/>
          <p14:tracePt t="116217" x="11515725" y="3816350"/>
          <p14:tracePt t="116232" x="11504613" y="3816350"/>
          <p14:tracePt t="116251" x="11491913" y="3816350"/>
          <p14:tracePt t="116266" x="11485563" y="3816350"/>
          <p14:tracePt t="116283" x="11479213" y="3816350"/>
          <p14:tracePt t="116288" x="11472863" y="3816350"/>
          <p14:tracePt t="116303" x="11466513" y="3816350"/>
          <p14:tracePt t="116313" x="11460163" y="3816350"/>
          <p14:tracePt t="116330" x="11442700" y="3816350"/>
          <p14:tracePt t="116335" x="11436350" y="3816350"/>
          <p14:tracePt t="116345" x="11423650" y="3816350"/>
          <p14:tracePt t="116353" x="11404600" y="3816350"/>
          <p14:tracePt t="116363" x="11398250" y="3816350"/>
          <p14:tracePt t="116371" x="11374438" y="3816350"/>
          <p14:tracePt t="116378" x="11361738" y="3816350"/>
          <p14:tracePt t="116383" x="11336338" y="3816350"/>
          <p14:tracePt t="116390" x="11306175" y="3816350"/>
          <p14:tracePt t="116396" x="11280775" y="3816350"/>
          <p14:tracePt t="116414" x="11218863" y="3816350"/>
          <p14:tracePt t="116431" x="11150600" y="3816350"/>
          <p14:tracePt t="116455" x="11014075" y="3816350"/>
          <p14:tracePt t="116464" x="10977563" y="3816350"/>
          <p14:tracePt t="116474" x="10926763" y="3816350"/>
          <p14:tracePt t="116481" x="10860088" y="3816350"/>
          <p14:tracePt t="116497" x="10760075" y="3816350"/>
          <p14:tracePt t="116502" x="10698163" y="3816350"/>
          <p14:tracePt t="116512" x="10668000" y="3816350"/>
          <p14:tracePt t="116529" x="10567988" y="3816350"/>
          <p14:tracePt t="116534" x="10542588" y="3816350"/>
          <p14:tracePt t="116544" x="10512425" y="3816350"/>
          <p14:tracePt t="116553" x="10474325" y="3816350"/>
          <p14:tracePt t="116559" x="10437813" y="3816350"/>
          <p14:tracePt t="116565" x="10394950" y="3816350"/>
          <p14:tracePt t="116574" x="10375900" y="3822700"/>
          <p14:tracePt t="116586" x="10339388" y="3822700"/>
          <p14:tracePt t="116596" x="10301288" y="3822700"/>
          <p14:tracePt t="116616" x="10245725" y="3822700"/>
          <p14:tracePt t="116623" x="10209213" y="3822700"/>
          <p14:tracePt t="116629" x="10183813" y="3822700"/>
          <p14:tracePt t="116643" x="10158413" y="3822700"/>
          <p14:tracePt t="116658" x="10115550" y="3822700"/>
          <p14:tracePt t="116664" x="10079038" y="3822700"/>
          <p14:tracePt t="116672" x="10040938" y="3822700"/>
          <p14:tracePt t="116680" x="10017125" y="3822700"/>
          <p14:tracePt t="116694" x="9966325" y="3822700"/>
          <p14:tracePt t="116702" x="9936163" y="3822700"/>
          <p14:tracePt t="116711" x="9923463" y="3822700"/>
          <p14:tracePt t="116722" x="9891713" y="3822700"/>
          <p14:tracePt t="116728" x="9880600" y="3822700"/>
          <p14:tracePt t="116734" x="9861550" y="3822700"/>
          <p14:tracePt t="116743" x="9848850" y="3822700"/>
          <p14:tracePt t="116753" x="9829800" y="3822700"/>
          <p14:tracePt t="116757" x="9825038" y="3822700"/>
          <p14:tracePt t="116774" x="9812338" y="3816350"/>
          <p14:tracePt t="116790" x="9805988" y="3816350"/>
          <p14:tracePt t="116800" x="9793288" y="3816350"/>
          <p14:tracePt t="116817" x="9761538" y="3816350"/>
          <p14:tracePt t="116825" x="9756775" y="3816350"/>
          <p14:tracePt t="116830" x="9744075" y="3816350"/>
          <p14:tracePt t="116847" x="9725025" y="3816350"/>
          <p14:tracePt t="116862" x="9712325" y="3816350"/>
          <p14:tracePt t="116867" x="9694863" y="3816350"/>
          <p14:tracePt t="116880" x="9663113" y="3816350"/>
          <p14:tracePt t="116886" x="9656763" y="3816350"/>
          <p14:tracePt t="116905" x="9644063" y="3816350"/>
          <p14:tracePt t="116914" x="9637713" y="3816350"/>
          <p14:tracePt t="116920" x="9626600" y="3816350"/>
          <p14:tracePt t="116928" x="9620250" y="3816350"/>
          <p14:tracePt t="116937" x="9613900" y="3816350"/>
          <p14:tracePt t="116943" x="9607550" y="3816350"/>
          <p14:tracePt t="116951" x="9601200" y="3816350"/>
          <p14:tracePt t="116958" x="9594850" y="3816350"/>
          <p14:tracePt t="116975" x="9588500" y="3816350"/>
          <p14:tracePt t="116991" x="9582150" y="3816350"/>
          <p14:tracePt t="117007" x="9569450" y="3816350"/>
          <p14:tracePt t="117016" x="9564688" y="3816350"/>
          <p14:tracePt t="117033" x="9558338" y="3816350"/>
          <p14:tracePt t="117040" x="9551988" y="3822700"/>
          <p14:tracePt t="117074" x="9545638" y="3822700"/>
          <p14:tracePt t="117086" x="9539288" y="3822700"/>
          <p14:tracePt t="117123" x="9532938" y="3822700"/>
          <p14:tracePt t="117134" x="9520238" y="3822700"/>
          <p14:tracePt t="117161" x="9513888" y="3822700"/>
          <p14:tracePt t="117255" x="9532938" y="3822700"/>
          <p14:tracePt t="117264" x="9558338" y="3822700"/>
          <p14:tracePt t="117268" x="9607550" y="3810000"/>
          <p14:tracePt t="117284" x="9699625" y="3810000"/>
          <p14:tracePt t="117297" x="9774238" y="3797300"/>
          <p14:tracePt t="117304" x="9874250" y="3784600"/>
          <p14:tracePt t="117310" x="10040938" y="3773488"/>
          <p14:tracePt t="117329" x="10239375" y="3773488"/>
          <p14:tracePt t="117334" x="10685463" y="3773488"/>
          <p14:tracePt t="117342" x="10922000" y="3773488"/>
          <p14:tracePt t="117356" x="11101388" y="3760788"/>
          <p14:tracePt t="117362" x="11287125" y="3760788"/>
          <p14:tracePt t="117368" x="11447463" y="3741738"/>
          <p14:tracePt t="117374" x="11577638" y="3741738"/>
          <p14:tracePt t="117382" x="11696700" y="3741738"/>
          <p14:tracePt t="117394" x="11795125" y="3741738"/>
          <p14:tracePt t="117400" x="11863388" y="3741738"/>
          <p14:tracePt t="117405" x="11912600" y="3741738"/>
          <p14:tracePt t="117423" x="11938000" y="3741738"/>
          <p14:tracePt t="117535" x="11938000" y="3748088"/>
          <p14:tracePt t="117552" x="11944350" y="3754438"/>
          <p14:tracePt t="117561" x="11944350" y="3760788"/>
          <p14:tracePt t="117569" x="11950700" y="3760788"/>
          <p14:tracePt t="117582" x="11957050" y="3767138"/>
          <p14:tracePt t="117598" x="11957050" y="3773488"/>
          <p14:tracePt t="117668" x="11957050" y="3778250"/>
          <p14:tracePt t="117680" x="11944350" y="3784600"/>
          <p14:tracePt t="117695" x="11912600" y="3784600"/>
          <p14:tracePt t="117704" x="11863388" y="3797300"/>
          <p14:tracePt t="117717" x="11826875" y="3803650"/>
          <p14:tracePt t="117722" x="11795125" y="3803650"/>
          <p14:tracePt t="117729" x="11782425" y="3816350"/>
          <p14:tracePt t="117734" x="11752263" y="3816350"/>
          <p14:tracePt t="117743" x="11714163" y="3816350"/>
          <p14:tracePt t="117751" x="11690350" y="3816350"/>
          <p14:tracePt t="117760" x="11684000" y="3816350"/>
          <p14:tracePt t="117767" x="11671300" y="3816350"/>
          <p14:tracePt t="117774" x="11652250" y="3810000"/>
          <p14:tracePt t="117783" x="11634788" y="3810000"/>
          <p14:tracePt t="117790" x="11615738" y="3803650"/>
          <p14:tracePt t="117797" x="11603038" y="3803650"/>
          <p14:tracePt t="117809" x="11583988" y="3797300"/>
          <p14:tracePt t="117814" x="11577638" y="3797300"/>
          <p14:tracePt t="117830" x="11566525" y="3790950"/>
          <p14:tracePt t="117844" x="11560175" y="3778250"/>
          <p14:tracePt t="117851" x="11553825" y="3778250"/>
          <p14:tracePt t="117959" x="11541125" y="3778250"/>
          <p14:tracePt t="117987" x="11534775" y="3778250"/>
          <p14:tracePt t="118007" x="11528425" y="3778250"/>
          <p14:tracePt t="118020" x="11522075" y="3778250"/>
          <p14:tracePt t="118031" x="11515725" y="3778250"/>
          <p14:tracePt t="118086" x="11510963" y="3778250"/>
          <p14:tracePt t="118234" x="11510963" y="3773488"/>
          <p14:tracePt t="118251" x="11510963" y="3767138"/>
          <p14:tracePt t="118264" x="11510963" y="3760788"/>
          <p14:tracePt t="118275" x="11504613" y="3754438"/>
          <p14:tracePt t="118285" x="11504613" y="3748088"/>
          <p14:tracePt t="118304" x="11504613" y="3741738"/>
          <p14:tracePt t="118363" x="11504613" y="3748088"/>
          <p14:tracePt t="118376" x="11510963" y="3784600"/>
          <p14:tracePt t="118384" x="11522075" y="3816350"/>
          <p14:tracePt t="118401" x="11528425" y="3865563"/>
          <p14:tracePt t="118410" x="11541125" y="3897313"/>
          <p14:tracePt t="118415" x="11541125" y="3921125"/>
          <p14:tracePt t="118423" x="11547475" y="3940175"/>
          <p14:tracePt t="118437" x="11547475" y="3959225"/>
          <p14:tracePt t="118448" x="11547475" y="3970338"/>
          <p14:tracePt t="118456" x="11547475" y="3976688"/>
          <p14:tracePt t="118471" x="11547475" y="3983038"/>
          <p14:tracePt t="118496" x="11547475" y="3989388"/>
          <p14:tracePt t="118909" x="11547475" y="3983038"/>
          <p14:tracePt t="119288" x="11547475" y="3976688"/>
          <p14:tracePt t="119302" x="11528425" y="3959225"/>
          <p14:tracePt t="119321" x="11498263" y="3946525"/>
          <p14:tracePt t="119330" x="11479213" y="3933825"/>
          <p14:tracePt t="119346" x="11466513" y="3927475"/>
          <p14:tracePt t="119353" x="11423650" y="3897313"/>
          <p14:tracePt t="119364" x="11385550" y="3871913"/>
          <p14:tracePt t="119389" x="11361738" y="3865563"/>
          <p14:tracePt t="119400" x="11336338" y="3846513"/>
          <p14:tracePt t="119415" x="11323638" y="3841750"/>
          <p14:tracePt t="119432" x="11317288" y="3841750"/>
          <p14:tracePt t="119440" x="11306175" y="3835400"/>
          <p14:tracePt t="119447" x="11293475" y="3829050"/>
          <p14:tracePt t="119463" x="11255375" y="3829050"/>
          <p14:tracePt t="119473" x="11237913" y="3822700"/>
          <p14:tracePt t="119479" x="11225213" y="3822700"/>
          <p14:tracePt t="119487" x="11218863" y="3822700"/>
          <p14:tracePt t="119496" x="11206163" y="3822700"/>
          <p14:tracePt t="119507" x="11193463" y="3822700"/>
          <p14:tracePt t="119514" x="11187113" y="3822700"/>
          <p14:tracePt t="119519" x="11182350" y="3822700"/>
          <p14:tracePt t="119530" x="11176000" y="3822700"/>
          <p14:tracePt t="119544" x="11163300" y="3822700"/>
          <p14:tracePt t="119554" x="11163300" y="3810000"/>
          <p14:tracePt t="119566" x="11156950" y="3810000"/>
          <p14:tracePt t="119621" x="11150600" y="3810000"/>
          <p14:tracePt t="119626" x="11150600" y="3816350"/>
          <p14:tracePt t="119799" x="11150600" y="3822700"/>
          <p14:tracePt t="119823" x="11150600" y="3829050"/>
          <p14:tracePt t="119853" x="11156950" y="3829050"/>
          <p14:tracePt t="119956" x="11156950" y="3835400"/>
          <p14:tracePt t="119984" x="11169650" y="3835400"/>
          <p14:tracePt t="120044" x="11169650" y="3841750"/>
          <p14:tracePt t="120056" x="11176000" y="3841750"/>
          <p14:tracePt t="122367" x="11187113" y="3822700"/>
          <p14:tracePt t="122379" x="11250613" y="3767138"/>
          <p14:tracePt t="122385" x="11261725" y="3748088"/>
          <p14:tracePt t="122391" x="11274425" y="3741738"/>
          <p14:tracePt t="122397" x="11280775" y="3735388"/>
          <p14:tracePt t="122413" x="11293475" y="3716338"/>
          <p14:tracePt t="122419" x="11312525" y="3711575"/>
          <p14:tracePt t="122424" x="11329988" y="3705225"/>
          <p14:tracePt t="122439" x="11349038" y="3686175"/>
          <p14:tracePt t="122451" x="11361738" y="3679825"/>
          <p14:tracePt t="122464" x="11368088" y="3679825"/>
          <p14:tracePt t="122592" x="11374438" y="3673475"/>
          <p14:tracePt t="122613" x="11380788" y="3673475"/>
          <p14:tracePt t="122641" x="11385550" y="3673475"/>
          <p14:tracePt t="122654" x="11391900" y="3673475"/>
          <p14:tracePt t="122674" x="11398250" y="3667125"/>
          <p14:tracePt t="122690" x="11404600" y="3667125"/>
          <p14:tracePt t="122698" x="11417300" y="3667125"/>
          <p14:tracePt t="122715" x="11430000" y="3667125"/>
          <p14:tracePt t="122732" x="11436350" y="3660775"/>
          <p14:tracePt t="122749" x="11442700" y="3660775"/>
          <p14:tracePt t="122766" x="11447463" y="3660775"/>
          <p14:tracePt t="122794" x="11453813" y="3660775"/>
          <p14:tracePt t="122887" x="11466513" y="3660775"/>
          <p14:tracePt t="122903" x="11472863" y="3660775"/>
          <p14:tracePt t="122909" x="11479213" y="3660775"/>
          <p14:tracePt t="122918" x="11479213" y="3667125"/>
          <p14:tracePt t="122931" x="11491913" y="3692525"/>
          <p14:tracePt t="122947" x="11515725" y="3722688"/>
          <p14:tracePt t="122965" x="11547475" y="3760788"/>
          <p14:tracePt t="122970" x="11553825" y="3773488"/>
          <p14:tracePt t="122982" x="11553825" y="3784600"/>
          <p14:tracePt t="122999" x="11553825" y="3790950"/>
          <p14:tracePt t="123004" x="11560175" y="3797300"/>
          <p14:tracePt t="123016" x="11560175" y="3803650"/>
          <p14:tracePt t="123031" x="11566525" y="3829050"/>
          <p14:tracePt t="123048" x="11566525" y="3835400"/>
          <p14:tracePt t="123064" x="11566525" y="3841750"/>
          <p14:tracePt t="123081" x="11577638" y="3846513"/>
          <p14:tracePt t="123085" x="11577638" y="3852863"/>
          <p14:tracePt t="123104" x="11577638" y="3859213"/>
          <p14:tracePt t="123127" x="11577638" y="3865563"/>
          <p14:tracePt t="123158" x="11577638" y="3878263"/>
          <p14:tracePt t="123194" x="11577638" y="3884613"/>
          <p14:tracePt t="123285" x="11577638" y="3890963"/>
          <p14:tracePt t="123295" x="11572875" y="3890963"/>
          <p14:tracePt t="123375" x="11572875" y="3897313"/>
          <p14:tracePt t="123448" x="11572875" y="3903663"/>
          <p14:tracePt t="123551" x="11566525" y="3903663"/>
          <p14:tracePt t="123687" x="11560175" y="3903663"/>
          <p14:tracePt t="123751" x="11560175" y="3908425"/>
          <p14:tracePt t="123782" x="11553825" y="3908425"/>
          <p14:tracePt t="123811" x="11553825" y="3914775"/>
          <p14:tracePt t="123834" x="11547475" y="3914775"/>
          <p14:tracePt t="123852" x="11547475" y="3927475"/>
          <p14:tracePt t="123907" x="11547475" y="3933825"/>
          <p14:tracePt t="123954" x="11547475" y="3940175"/>
          <p14:tracePt t="124091" x="11541125" y="3946525"/>
          <p14:tracePt t="124109" x="11541125" y="3952875"/>
          <p14:tracePt t="124117" x="11534775" y="3952875"/>
          <p14:tracePt t="124131" x="11534775" y="3959225"/>
          <p14:tracePt t="124277" x="11522075" y="3959225"/>
          <p14:tracePt t="124285" x="11515725" y="3959225"/>
          <p14:tracePt t="124304" x="11498263" y="3965575"/>
          <p14:tracePt t="124310" x="11479213" y="3976688"/>
          <p14:tracePt t="124325" x="11447463" y="3976688"/>
          <p14:tracePt t="124331" x="11442700" y="3976688"/>
          <p14:tracePt t="124343" x="11423650" y="3976688"/>
          <p14:tracePt t="124348" x="11398250" y="3976688"/>
          <p14:tracePt t="124367" x="11336338" y="3970338"/>
          <p14:tracePt t="124374" x="11299825" y="3965575"/>
          <p14:tracePt t="124390" x="11187113" y="3940175"/>
          <p14:tracePt t="124398" x="11131550" y="3927475"/>
          <p14:tracePt t="124417" x="11045825" y="3921125"/>
          <p14:tracePt t="124423" x="10995025" y="3908425"/>
          <p14:tracePt t="124431" x="10926763" y="3908425"/>
          <p14:tracePt t="124438" x="10860088" y="3908425"/>
          <p14:tracePt t="124450" x="10791825" y="3908425"/>
          <p14:tracePt t="124454" x="10723563" y="3908425"/>
          <p14:tracePt t="124466" x="10617200" y="3897313"/>
          <p14:tracePt t="124478" x="10567988" y="3897313"/>
          <p14:tracePt t="124485" x="10548938" y="3897313"/>
          <p14:tracePt t="124500" x="10499725" y="3890963"/>
          <p14:tracePt t="124504" x="10474325" y="3890963"/>
          <p14:tracePt t="124509" x="10456863" y="3878263"/>
          <p14:tracePt t="124516" x="10407650" y="3871913"/>
          <p14:tracePt t="124524" x="10369550" y="3871913"/>
          <p14:tracePt t="124532" x="10333038" y="3859213"/>
          <p14:tracePt t="124544" x="10277475" y="3846513"/>
          <p14:tracePt t="124551" x="10252075" y="3846513"/>
          <p14:tracePt t="124567" x="10128250" y="3829050"/>
          <p14:tracePt t="124583" x="9991725" y="3816350"/>
          <p14:tracePt t="124588" x="9910763" y="3803650"/>
          <p14:tracePt t="124599" x="9825038" y="3803650"/>
          <p14:tracePt t="124615" x="9656763" y="3803650"/>
          <p14:tracePt t="124632" x="9526588" y="3803650"/>
          <p14:tracePt t="124637" x="9458325" y="3803650"/>
          <p14:tracePt t="124645" x="9390063" y="3803650"/>
          <p14:tracePt t="124657" x="9340850" y="3803650"/>
          <p14:tracePt t="124665" x="9309100" y="3803650"/>
          <p14:tracePt t="124669" x="9285288" y="3803650"/>
          <p14:tracePt t="124682" x="9278938" y="3803650"/>
          <p14:tracePt t="124707" x="9278938" y="3816350"/>
          <p14:tracePt t="124804" x="9278938" y="3822700"/>
          <p14:tracePt t="124814" x="9291638" y="3822700"/>
          <p14:tracePt t="124824" x="9309100" y="3822700"/>
          <p14:tracePt t="124831" x="9328150" y="3822700"/>
          <p14:tracePt t="124849" x="9359900" y="3822700"/>
          <p14:tracePt t="124865" x="9428163" y="3846513"/>
          <p14:tracePt t="124883" x="9471025" y="3865563"/>
          <p14:tracePt t="124889" x="9496425" y="3878263"/>
          <p14:tracePt t="124896" x="9526588" y="3884613"/>
          <p14:tracePt t="124904" x="9564688" y="3897313"/>
          <p14:tracePt t="124911" x="9582150" y="3903663"/>
          <p14:tracePt t="124917" x="9594850" y="3908425"/>
          <p14:tracePt t="124930" x="9601200" y="3908425"/>
          <p14:tracePt t="124941" x="9613900" y="3908425"/>
          <p14:tracePt t="124965" x="9620250" y="3908425"/>
          <p14:tracePt t="125071" x="9626600" y="3908425"/>
          <p14:tracePt t="125574" x="9626600" y="3903663"/>
          <p14:tracePt t="125583" x="9626600" y="3897313"/>
          <p14:tracePt t="125599" x="9626600" y="3890963"/>
          <p14:tracePt t="125635" x="9631363" y="3890963"/>
          <p14:tracePt t="125645" x="9637713" y="3884613"/>
          <p14:tracePt t="125662" x="9644063" y="3884613"/>
          <p14:tracePt t="125671" x="9650413" y="3884613"/>
          <p14:tracePt t="125683" x="9663113" y="3884613"/>
          <p14:tracePt t="125707" x="9669463" y="3884613"/>
          <p14:tracePt t="125731" x="9675813" y="3884613"/>
          <p14:tracePt t="125909" x="9669463" y="3884613"/>
          <p14:tracePt t="125923" x="9656763" y="3884613"/>
          <p14:tracePt t="125932" x="9650413" y="3884613"/>
          <p14:tracePt t="125950" x="9637713" y="3884613"/>
          <p14:tracePt t="125968" x="9626600" y="3884613"/>
          <p14:tracePt t="125973" x="9620250" y="3884613"/>
          <p14:tracePt t="125983" x="9601200" y="3890963"/>
          <p14:tracePt t="126000" x="9569450" y="3890963"/>
          <p14:tracePt t="126016" x="9539288" y="3890963"/>
          <p14:tracePt t="126034" x="9483725" y="3890963"/>
          <p14:tracePt t="126038" x="9471025" y="3890963"/>
          <p14:tracePt t="126049" x="9445625" y="3890963"/>
          <p14:tracePt t="126054" x="9415463" y="3890963"/>
          <p14:tracePt t="126061" x="9390063" y="3890963"/>
          <p14:tracePt t="126073" x="9366250" y="3890963"/>
          <p14:tracePt t="126082" x="9353550" y="3890963"/>
          <p14:tracePt t="126087" x="9340850" y="3890963"/>
          <p14:tracePt t="126103" x="9334500" y="3890963"/>
          <p14:tracePt t="126115" x="9328150" y="3890963"/>
          <p14:tracePt t="126119" x="9321800" y="3890963"/>
          <p14:tracePt t="126133" x="9309100" y="3884613"/>
          <p14:tracePt t="126160" x="9304338" y="3884613"/>
          <p14:tracePt t="126168" x="9304338" y="3871913"/>
          <p14:tracePt t="126182" x="9291638" y="3865563"/>
          <p14:tracePt t="126201" x="9278938" y="3852863"/>
          <p14:tracePt t="126217" x="9272588" y="3846513"/>
          <p14:tracePt t="126233" x="9266238" y="3835400"/>
          <p14:tracePt t="126239" x="9266238" y="3822700"/>
          <p14:tracePt t="126249" x="9266238" y="3816350"/>
          <p14:tracePt t="126269" x="9266238" y="3803650"/>
          <p14:tracePt t="126285" x="9266238" y="3797300"/>
          <p14:tracePt t="126300" x="9272588" y="3784600"/>
          <p14:tracePt t="126318" x="9272588" y="3767138"/>
          <p14:tracePt t="126324" x="9278938" y="3760788"/>
          <p14:tracePt t="126336" x="9278938" y="3754438"/>
          <p14:tracePt t="126348" x="9285288" y="3748088"/>
          <p14:tracePt t="126366" x="9291638" y="3741738"/>
          <p14:tracePt t="126382" x="9291638" y="3735388"/>
          <p14:tracePt t="126386" x="9297988" y="3729038"/>
          <p14:tracePt t="126404" x="9304338" y="3729038"/>
          <p14:tracePt t="126415" x="9304338" y="3716338"/>
          <p14:tracePt t="126432" x="9315450" y="3711575"/>
          <p14:tracePt t="126450" x="9321800" y="3705225"/>
          <p14:tracePt t="126462" x="9321800" y="3698875"/>
          <p14:tracePt t="126466" x="9328150" y="3698875"/>
          <p14:tracePt t="126473" x="9328150" y="3692525"/>
          <p14:tracePt t="126486" x="9334500" y="3692525"/>
          <p14:tracePt t="126510" x="9334500" y="3686175"/>
          <p14:tracePt t="126517" x="9340850" y="3686175"/>
          <p14:tracePt t="126564" x="9347200" y="3686175"/>
          <p14:tracePt t="126579" x="9353550" y="3686175"/>
          <p14:tracePt t="126597" x="9353550" y="3679825"/>
          <p14:tracePt t="126604" x="9366250" y="3679825"/>
          <p14:tracePt t="126791" x="9371013" y="3667125"/>
          <p14:tracePt t="126803" x="9383713" y="3660775"/>
          <p14:tracePt t="126816" x="9396413" y="3660775"/>
          <p14:tracePt t="126823" x="9409113" y="3654425"/>
          <p14:tracePt t="126839" x="9415463" y="3654425"/>
          <p14:tracePt t="126849" x="9421813" y="3654425"/>
          <p14:tracePt t="127093" x="9415463" y="3654425"/>
          <p14:tracePt t="127101" x="9415463" y="3660775"/>
          <p14:tracePt t="127109" x="9415463" y="3667125"/>
          <p14:tracePt t="127133" x="9396413" y="3686175"/>
          <p14:tracePt t="127142" x="9390063" y="3686175"/>
          <p14:tracePt t="127151" x="9390063" y="3692525"/>
          <p14:tracePt t="127164" x="9383713" y="3692525"/>
          <p14:tracePt t="127172" x="9383713" y="3698875"/>
          <p14:tracePt t="127183" x="9377363" y="3698875"/>
          <p14:tracePt t="127398" x="9377363" y="3705225"/>
          <p14:tracePt t="127405" x="9377363" y="3711575"/>
          <p14:tracePt t="127415" x="9377363" y="3716338"/>
          <p14:tracePt t="127434" x="9383713" y="3729038"/>
          <p14:tracePt t="127437" x="9383713" y="3741738"/>
          <p14:tracePt t="127450" x="9396413" y="3754438"/>
          <p14:tracePt t="127468" x="9409113" y="3773488"/>
          <p14:tracePt t="127474" x="9409113" y="3778250"/>
          <p14:tracePt t="127489" x="9415463" y="3790950"/>
          <p14:tracePt t="127498" x="9421813" y="3797300"/>
          <p14:tracePt t="127508" x="9434513" y="3822700"/>
          <p14:tracePt t="127516" x="9445625" y="3822700"/>
          <p14:tracePt t="127521" x="9445625" y="3829050"/>
          <p14:tracePt t="127532" x="9445625" y="3835400"/>
          <p14:tracePt t="127550" x="9451975" y="3835400"/>
          <p14:tracePt t="127688" x="9458325" y="3835400"/>
          <p14:tracePt t="127808" x="9458325" y="3841750"/>
          <p14:tracePt t="127819" x="9458325" y="3846513"/>
          <p14:tracePt t="127834" x="9458325" y="3871913"/>
          <p14:tracePt t="127840" x="9458325" y="3878263"/>
          <p14:tracePt t="127849" x="9451975" y="3884613"/>
          <p14:tracePt t="127867" x="9451975" y="3908425"/>
          <p14:tracePt t="127883" x="9451975" y="3914775"/>
          <p14:tracePt t="127892" x="9451975" y="3921125"/>
          <p14:tracePt t="127904" x="9451975" y="3927475"/>
          <p14:tracePt t="127916" x="9451975" y="3933825"/>
          <p14:tracePt t="127955" x="9439275" y="3933825"/>
          <p14:tracePt t="127977" x="9434513" y="3933825"/>
          <p14:tracePt t="127986" x="9428163" y="3933825"/>
          <p14:tracePt t="128006" x="9421813" y="3933825"/>
          <p14:tracePt t="128023" x="9415463" y="3933825"/>
          <p14:tracePt t="128039" x="9409113" y="3933825"/>
          <p14:tracePt t="128060" x="9402763" y="3933825"/>
          <p14:tracePt t="128108" x="9390063" y="3933825"/>
          <p14:tracePt t="128139" x="9383713" y="3933825"/>
          <p14:tracePt t="128195" x="9383713" y="3927475"/>
          <p14:tracePt t="128749" x="9402763" y="3933825"/>
          <p14:tracePt t="128759" x="9415463" y="3946525"/>
          <p14:tracePt t="128767" x="9451975" y="3946525"/>
          <p14:tracePt t="128784" x="9513888" y="3946525"/>
          <p14:tracePt t="128793" x="9564688" y="3946525"/>
          <p14:tracePt t="128798" x="9601200" y="3946525"/>
          <p14:tracePt t="128814" x="9637713" y="3946525"/>
          <p14:tracePt t="128817" x="9675813" y="3946525"/>
          <p14:tracePt t="128824" x="9705975" y="3946525"/>
          <p14:tracePt t="128832" x="9744075" y="3946525"/>
          <p14:tracePt t="128850" x="9818688" y="3946525"/>
          <p14:tracePt t="128853" x="9842500" y="3946525"/>
          <p14:tracePt t="128862" x="9867900" y="3946525"/>
          <p14:tracePt t="128869" x="9886950" y="3940175"/>
          <p14:tracePt t="128874" x="9904413" y="3940175"/>
          <p14:tracePt t="128891" x="9923463" y="3940175"/>
          <p14:tracePt t="128904" x="9936163" y="3940175"/>
          <p14:tracePt t="128918" x="9942513" y="3933825"/>
          <p14:tracePt t="129024" x="9948863" y="3933825"/>
          <p14:tracePt t="129039" x="9948863" y="3927475"/>
          <p14:tracePt t="129071" x="9955213" y="3927475"/>
          <p14:tracePt t="129087" x="9955213" y="3921125"/>
          <p14:tracePt t="129109" x="9959975" y="3921125"/>
          <p14:tracePt t="129140" x="9966325" y="3921125"/>
          <p14:tracePt t="129164" x="9972675" y="3921125"/>
          <p14:tracePt t="129173" x="9985375" y="3921125"/>
          <p14:tracePt t="129183" x="9985375" y="3914775"/>
          <p14:tracePt t="129735" x="9991725" y="3914775"/>
          <p14:tracePt t="129750" x="9991725" y="3903663"/>
          <p14:tracePt t="129757" x="9998075" y="3903663"/>
          <p14:tracePt t="129769" x="9998075" y="3897313"/>
          <p14:tracePt t="129775" x="10004425" y="3897313"/>
          <p14:tracePt t="129787" x="10004425" y="3890963"/>
          <p14:tracePt t="129813" x="10010775" y="3890963"/>
          <p14:tracePt t="129840" x="10010775" y="3884613"/>
          <p14:tracePt t="129870" x="10010775" y="3878263"/>
          <p14:tracePt t="130444" x="10017125" y="3871913"/>
          <p14:tracePt t="130459" x="10021888" y="3846513"/>
          <p14:tracePt t="130472" x="10034588" y="3835400"/>
          <p14:tracePt t="130480" x="10034588" y="3816350"/>
          <p14:tracePt t="130490" x="10034588" y="3810000"/>
          <p14:tracePt t="130495" x="10034588" y="3803650"/>
          <p14:tracePt t="130507" x="10040938" y="3797300"/>
          <p14:tracePt t="130516" x="10040938" y="3790950"/>
          <p14:tracePt t="130523" x="10040938" y="3784600"/>
          <p14:tracePt t="130531" x="10047288" y="3778250"/>
          <p14:tracePt t="130535" x="10047288" y="3767138"/>
          <p14:tracePt t="130549" x="10047288" y="3760788"/>
          <p14:tracePt t="130555" x="10047288" y="3754438"/>
          <p14:tracePt t="130566" x="10053638" y="3741738"/>
          <p14:tracePt t="130583" x="10059988" y="3735388"/>
          <p14:tracePt t="130594" x="10059988" y="3729038"/>
          <p14:tracePt t="130601" x="10059988" y="3722688"/>
          <p14:tracePt t="130616" x="10066338" y="3711575"/>
          <p14:tracePt t="130634" x="10072688" y="3705225"/>
          <p14:tracePt t="130651" x="10083800" y="3698875"/>
          <p14:tracePt t="130659" x="10090150" y="3692525"/>
          <p14:tracePt t="130666" x="10096500" y="3692525"/>
          <p14:tracePt t="130675" x="10096500" y="3686175"/>
          <p14:tracePt t="130681" x="10102850" y="3686175"/>
          <p14:tracePt t="130691" x="10109200" y="3679825"/>
          <p14:tracePt t="130934" x="10115550" y="3679825"/>
          <p14:tracePt t="130950" x="10121900" y="3679825"/>
          <p14:tracePt t="130958" x="10121900" y="3673475"/>
          <p14:tracePt t="130967" x="10134600" y="3673475"/>
          <p14:tracePt t="130986" x="10140950" y="3673475"/>
          <p14:tracePt t="131017" x="10147300" y="3660775"/>
          <p14:tracePt t="131044" x="10147300" y="3654425"/>
          <p14:tracePt t="131053" x="10152063" y="3654425"/>
          <p14:tracePt t="131068" x="10158413" y="3649663"/>
          <p14:tracePt t="131196" x="10164763" y="3649663"/>
          <p14:tracePt t="131636" x="10164763" y="3660775"/>
          <p14:tracePt t="131647" x="10171113" y="3667125"/>
          <p14:tracePt t="131665" x="10177463" y="3679825"/>
          <p14:tracePt t="131670" x="10196513" y="3698875"/>
          <p14:tracePt t="131682" x="10209213" y="3735388"/>
          <p14:tracePt t="131688" x="10213975" y="3760788"/>
          <p14:tracePt t="131698" x="10220325" y="3778250"/>
          <p14:tracePt t="131713" x="10233025" y="3822700"/>
          <p14:tracePt t="131725" x="10239375" y="3865563"/>
          <p14:tracePt t="131731" x="10239375" y="3878263"/>
          <p14:tracePt t="131741" x="10239375" y="3884613"/>
          <p14:tracePt t="131748" x="10239375" y="3897313"/>
          <p14:tracePt t="131765" x="10239375" y="3903663"/>
          <p14:tracePt t="131779" x="10239375" y="3908425"/>
          <p14:tracePt t="131795" x="10239375" y="3914775"/>
          <p14:tracePt t="131812" x="10233025" y="3914775"/>
          <p14:tracePt t="131824" x="10226675" y="3921125"/>
          <p14:tracePt t="131835" x="10220325" y="3927475"/>
          <p14:tracePt t="131855" x="10196513" y="3933825"/>
          <p14:tracePt t="131866" x="10190163" y="3933825"/>
          <p14:tracePt t="131877" x="10177463" y="3933825"/>
          <p14:tracePt t="131883" x="10171113" y="3933825"/>
          <p14:tracePt t="131889" x="10164763" y="3933825"/>
          <p14:tracePt t="131907" x="10152063" y="3933825"/>
          <p14:tracePt t="131924" x="10147300" y="3933825"/>
          <p14:tracePt t="131934" x="10140950" y="3933825"/>
          <p14:tracePt t="131951" x="10134600" y="3933825"/>
          <p14:tracePt t="131970" x="10128250" y="3933825"/>
          <p14:tracePt t="131986" x="10121900" y="3933825"/>
          <p14:tracePt t="132004" x="10115550" y="3933825"/>
          <p14:tracePt t="132044" x="10102850" y="3933825"/>
          <p14:tracePt t="132374" x="10109200" y="3933825"/>
          <p14:tracePt t="132382" x="10115550" y="3933825"/>
          <p14:tracePt t="132390" x="10121900" y="3933825"/>
          <p14:tracePt t="132400" x="10140950" y="3933825"/>
          <p14:tracePt t="132418" x="10152063" y="3933825"/>
          <p14:tracePt t="132436" x="10158413" y="3933825"/>
          <p14:tracePt t="132523" x="10164763" y="3940175"/>
          <p14:tracePt t="132541" x="10171113" y="3940175"/>
          <p14:tracePt t="132579" x="10177463" y="3940175"/>
          <p14:tracePt t="132596" x="10177463" y="3952875"/>
          <p14:tracePt t="132611" x="10183813" y="3952875"/>
          <p14:tracePt t="132653" x="10190163" y="3952875"/>
          <p14:tracePt t="132762" x="10202863" y="3952875"/>
          <p14:tracePt t="132775" x="10202863" y="3959225"/>
          <p14:tracePt t="132853" x="10209213" y="3959225"/>
          <p14:tracePt t="132865" x="10209213" y="3965575"/>
          <p14:tracePt t="132874" x="10213975" y="3965575"/>
          <p14:tracePt t="132900" x="10220325" y="3965575"/>
          <p14:tracePt t="132915" x="10226675" y="3970338"/>
          <p14:tracePt t="132940" x="10233025" y="3970338"/>
          <p14:tracePt t="132965" x="10233025" y="3976688"/>
          <p14:tracePt t="132975" x="10239375" y="3976688"/>
          <p14:tracePt t="132996" x="10245725" y="3976688"/>
          <p14:tracePt t="133527" x="10258425" y="3976688"/>
          <p14:tracePt t="133536" x="10277475" y="3976688"/>
          <p14:tracePt t="133551" x="10301288" y="3976688"/>
          <p14:tracePt t="133568" x="10333038" y="3976688"/>
          <p14:tracePt t="133576" x="10350500" y="3976688"/>
          <p14:tracePt t="133590" x="10363200" y="3976688"/>
          <p14:tracePt t="133597" x="10407650" y="3976688"/>
          <p14:tracePt t="133604" x="10431463" y="3976688"/>
          <p14:tracePt t="133621" x="10450513" y="3976688"/>
          <p14:tracePt t="133633" x="10506075" y="3965575"/>
          <p14:tracePt t="133643" x="10555288" y="3959225"/>
          <p14:tracePt t="133650" x="10574338" y="3959225"/>
          <p14:tracePt t="133659" x="10599738" y="3946525"/>
          <p14:tracePt t="133671" x="10617200" y="3946525"/>
          <p14:tracePt t="133685" x="10629900" y="3946525"/>
          <p14:tracePt t="133864" x="10636250" y="3940175"/>
          <p14:tracePt t="133874" x="10642600" y="3940175"/>
          <p14:tracePt t="133887" x="10668000" y="3933825"/>
          <p14:tracePt t="133895" x="10672763" y="3933825"/>
          <p14:tracePt t="133908" x="10679113" y="3927475"/>
          <p14:tracePt t="133923" x="10685463" y="3927475"/>
          <p14:tracePt t="134002" x="10685463" y="3921125"/>
          <p14:tracePt t="134018" x="10698163" y="3921125"/>
          <p14:tracePt t="134139" x="10698163" y="3914775"/>
          <p14:tracePt t="134354" x="10698163" y="3897313"/>
          <p14:tracePt t="134362" x="10698163" y="3890963"/>
          <p14:tracePt t="134370" x="10698163" y="3884613"/>
          <p14:tracePt t="134386" x="10704513" y="3878263"/>
          <p14:tracePt t="135109" x="10710863" y="3859213"/>
          <p14:tracePt t="135119" x="10717213" y="3841750"/>
          <p14:tracePt t="135134" x="10717213" y="3835400"/>
          <p14:tracePt t="135138" x="10729913" y="3835400"/>
          <p14:tracePt t="135159" x="10734675" y="3829050"/>
          <p14:tracePt t="135166" x="10734675" y="3822700"/>
          <p14:tracePt t="135174" x="10741025" y="3822700"/>
          <p14:tracePt t="135189" x="10741025" y="3816350"/>
          <p14:tracePt t="135203" x="10747375" y="3810000"/>
          <p14:tracePt t="135221" x="10753725" y="3790950"/>
          <p14:tracePt t="135227" x="10760075" y="3784600"/>
          <p14:tracePt t="135243" x="10766425" y="3773488"/>
          <p14:tracePt t="135259" x="10772775" y="3767138"/>
          <p14:tracePt t="135275" x="10785475" y="3760788"/>
          <p14:tracePt t="135291" x="10785475" y="3754438"/>
          <p14:tracePt t="135301" x="10791825" y="3754438"/>
          <p14:tracePt t="135320" x="10791825" y="3735388"/>
          <p14:tracePt t="135324" x="10798175" y="3735388"/>
          <p14:tracePt t="135341" x="10809288" y="3722688"/>
          <p14:tracePt t="135355" x="10815638" y="3716338"/>
          <p14:tracePt t="135368" x="10821988" y="3711575"/>
          <p14:tracePt t="135386" x="10834688" y="3705225"/>
          <p14:tracePt t="135404" x="10841038" y="3705225"/>
          <p14:tracePt t="135411" x="10847388" y="3705225"/>
          <p14:tracePt t="135435" x="10853738" y="3698875"/>
          <p14:tracePt t="135452" x="10860088" y="3698875"/>
          <p14:tracePt t="135586" x="10864850" y="3698875"/>
          <p14:tracePt t="135597" x="10864850" y="3686175"/>
          <p14:tracePt t="135663" x="10871200" y="3679825"/>
          <p14:tracePt t="135706" x="10883900" y="3679825"/>
          <p14:tracePt t="135723" x="10883900" y="3673475"/>
          <p14:tracePt t="135748" x="10890250" y="3673475"/>
          <p14:tracePt t="136191" x="10890250" y="3692525"/>
          <p14:tracePt t="136210" x="10890250" y="3711575"/>
          <p14:tracePt t="136225" x="10890250" y="3735388"/>
          <p14:tracePt t="136230" x="10890250" y="3748088"/>
          <p14:tracePt t="136240" x="10890250" y="3767138"/>
          <p14:tracePt t="136246" x="10890250" y="3778250"/>
          <p14:tracePt t="136257" x="10890250" y="3790950"/>
          <p14:tracePt t="136269" x="10890250" y="3810000"/>
          <p14:tracePt t="136274" x="10890250" y="3829050"/>
          <p14:tracePt t="136283" x="10890250" y="3846513"/>
          <p14:tracePt t="136294" x="10890250" y="3852863"/>
          <p14:tracePt t="136301" x="10890250" y="3859213"/>
          <p14:tracePt t="136314" x="10890250" y="3865563"/>
          <p14:tracePt t="136327" x="10890250" y="3871913"/>
          <p14:tracePt t="136343" x="10890250" y="3878263"/>
          <p14:tracePt t="136356" x="10890250" y="3884613"/>
          <p14:tracePt t="136362" x="10890250" y="3897313"/>
          <p14:tracePt t="136369" x="10890250" y="3903663"/>
          <p14:tracePt t="136378" x="10890250" y="3908425"/>
          <p14:tracePt t="136398" x="10877550" y="3927475"/>
          <p14:tracePt t="136418" x="10877550" y="3940175"/>
          <p14:tracePt t="136428" x="10877550" y="3946525"/>
          <p14:tracePt t="136441" x="10877550" y="3952875"/>
          <p14:tracePt t="137924" x="10877550" y="3959225"/>
          <p14:tracePt t="137934" x="10909300" y="3995738"/>
          <p14:tracePt t="137943" x="10926763" y="4014788"/>
          <p14:tracePt t="137954" x="10977563" y="4083050"/>
          <p14:tracePt t="137970" x="11026775" y="4138613"/>
          <p14:tracePt t="138000" x="11107738" y="4213225"/>
          <p14:tracePt t="138006" x="11125200" y="4230688"/>
          <p14:tracePt t="138018" x="11144250" y="4243388"/>
          <p14:tracePt t="138035" x="11156950" y="4256088"/>
          <p14:tracePt t="138042" x="11169650" y="4256088"/>
          <p14:tracePt t="138057" x="11176000" y="4268788"/>
          <p14:tracePt t="138068" x="11187113" y="4275138"/>
          <p14:tracePt t="138075" x="11193463" y="4275138"/>
          <p14:tracePt t="138087" x="11199813" y="4281488"/>
          <p14:tracePt t="138096" x="11206163" y="4281488"/>
          <p14:tracePt t="138105" x="11218863" y="4281488"/>
          <p14:tracePt t="138114" x="11225213" y="4286250"/>
          <p14:tracePt t="138131" x="11231563" y="4286250"/>
          <p14:tracePt t="138142" x="11244263" y="4286250"/>
          <p14:tracePt t="138163" x="11250613" y="4286250"/>
          <p14:tracePt t="138171" x="11250613" y="4292600"/>
          <p14:tracePt t="138427" x="11250613" y="4298950"/>
          <p14:tracePt t="138438" x="11250613" y="4305300"/>
          <p14:tracePt t="138443" x="11250613" y="4318000"/>
          <p14:tracePt t="138533" x="11250613" y="4324350"/>
          <p14:tracePt t="138601" x="11237913" y="4324350"/>
          <p14:tracePt t="138674" x="11231563" y="4324350"/>
          <p14:tracePt t="138853" x="11225213" y="4330700"/>
          <p14:tracePt t="139204" x="11218863" y="4330700"/>
          <p14:tracePt t="139213" x="11212513" y="4330700"/>
          <p14:tracePt t="139560" x="11206163" y="4337050"/>
          <p14:tracePt t="139755" x="11206163" y="4330700"/>
          <p14:tracePt t="139768" x="11206163" y="4324350"/>
          <p14:tracePt t="139782" x="11231563" y="4286250"/>
          <p14:tracePt t="139789" x="11237913" y="4281488"/>
          <p14:tracePt t="139800" x="11244263" y="4268788"/>
          <p14:tracePt t="139808" x="11250613" y="4262438"/>
          <p14:tracePt t="139816" x="11261725" y="4249738"/>
          <p14:tracePt t="139825" x="11274425" y="4243388"/>
          <p14:tracePt t="139836" x="11280775" y="4237038"/>
          <p14:tracePt t="139855" x="11306175" y="4224338"/>
          <p14:tracePt t="139858" x="11312525" y="4219575"/>
          <p14:tracePt t="139869" x="11323638" y="4219575"/>
          <p14:tracePt t="139875" x="11329988" y="4206875"/>
          <p14:tracePt t="139890" x="11336338" y="4206875"/>
          <p14:tracePt t="139905" x="11349038" y="4206875"/>
          <p14:tracePt t="139908" x="11355388" y="4200525"/>
          <p14:tracePt t="139921" x="11361738" y="4200525"/>
          <p14:tracePt t="139938" x="11361738" y="4194175"/>
          <p14:tracePt t="140308" x="11368088" y="4194175"/>
          <p14:tracePt t="140319" x="11374438" y="4187825"/>
          <p14:tracePt t="140335" x="11380788" y="4175125"/>
          <p14:tracePt t="140347" x="11385550" y="4168775"/>
          <p14:tracePt t="140364" x="11398250" y="4168775"/>
          <p14:tracePt t="140475" x="11398250" y="4175125"/>
          <p14:tracePt t="140489" x="11398250" y="4181475"/>
          <p14:tracePt t="140496" x="11404600" y="4187825"/>
          <p14:tracePt t="140501" x="11404600" y="4194175"/>
          <p14:tracePt t="140517" x="11410950" y="4213225"/>
          <p14:tracePt t="140531" x="11417300" y="4256088"/>
          <p14:tracePt t="140537" x="11436350" y="4298950"/>
          <p14:tracePt t="140545" x="11447463" y="4318000"/>
          <p14:tracePt t="140563" x="11453813" y="4337050"/>
          <p14:tracePt t="140570" x="11453813" y="4349750"/>
          <p14:tracePt t="140587" x="11453813" y="4354513"/>
          <p14:tracePt t="140604" x="11453813" y="4360863"/>
          <p14:tracePt t="140619" x="11453813" y="4367213"/>
          <p14:tracePt t="140643" x="11453813" y="4373563"/>
          <p14:tracePt t="140668" x="11453813" y="4379913"/>
          <p14:tracePt t="140677" x="11447463" y="4386263"/>
          <p14:tracePt t="140690" x="11447463" y="4398963"/>
          <p14:tracePt t="140706" x="11442700" y="4405313"/>
          <p14:tracePt t="140721" x="11442700" y="4411663"/>
          <p14:tracePt t="140737" x="11430000" y="4416425"/>
          <p14:tracePt t="140789" x="11430000" y="4422775"/>
          <p14:tracePt t="141321" x="11423650" y="4422775"/>
          <p14:tracePt t="141335" x="11410950" y="4422775"/>
          <p14:tracePt t="141339" x="11404600" y="4422775"/>
          <p14:tracePt t="141352" x="11329988" y="4416425"/>
          <p14:tracePt t="141362" x="11268075" y="4416425"/>
          <p14:tracePt t="141380" x="11182350" y="4416425"/>
          <p14:tracePt t="141390" x="10853738" y="4416425"/>
          <p14:tracePt t="141398" x="10672763" y="4416425"/>
          <p14:tracePt t="141407" x="10444163" y="4416425"/>
          <p14:tracePt t="141410" x="10209213" y="4416425"/>
          <p14:tracePt t="141419" x="9972675" y="4416425"/>
          <p14:tracePt t="141436" x="9569450" y="4416425"/>
          <p14:tracePt t="141453" x="9291638" y="4416425"/>
          <p14:tracePt t="141469" x="9123363" y="4416425"/>
          <p14:tracePt t="141474" x="9105900" y="4405313"/>
          <p14:tracePt t="141489" x="9099550" y="4405313"/>
          <p14:tracePt t="141514" x="9093200" y="4405313"/>
          <p14:tracePt t="141530" x="9086850" y="4398963"/>
          <p14:tracePt t="141538" x="9074150" y="4398963"/>
          <p14:tracePt t="141553" x="9067800" y="4392613"/>
          <p14:tracePt t="141571" x="9055100" y="4386263"/>
          <p14:tracePt t="141591" x="9043988" y="4379913"/>
          <p14:tracePt t="141604" x="9024938" y="4360863"/>
          <p14:tracePt t="141628" x="9024938" y="4354513"/>
          <p14:tracePt t="141720" x="9037638" y="4354513"/>
          <p14:tracePt t="141726" x="9048750" y="4354513"/>
          <p14:tracePt t="141735" x="9067800" y="4354513"/>
          <p14:tracePt t="141742" x="9093200" y="4354513"/>
          <p14:tracePt t="141754" x="9148763" y="4354513"/>
          <p14:tracePt t="141770" x="9236075" y="4354513"/>
          <p14:tracePt t="141787" x="9309100" y="4349750"/>
          <p14:tracePt t="141806" x="9359900" y="4349750"/>
          <p14:tracePt t="141820" x="9402763" y="4349750"/>
          <p14:tracePt t="141837" x="9421813" y="4349750"/>
          <p14:tracePt t="142008" x="9421813" y="4343400"/>
          <p14:tracePt t="142019" x="9421813" y="4330700"/>
          <p14:tracePt t="142024" x="9421813" y="4324350"/>
          <p14:tracePt t="142033" x="9421813" y="4311650"/>
          <p14:tracePt t="142043" x="9421813" y="4305300"/>
          <p14:tracePt t="142050" x="9421813" y="4286250"/>
          <p14:tracePt t="142057" x="9421813" y="4281488"/>
          <p14:tracePt t="142064" x="9421813" y="4268788"/>
          <p14:tracePt t="142074" x="9421813" y="4262438"/>
          <p14:tracePt t="142083" x="9428163" y="4237038"/>
          <p14:tracePt t="142092" x="9428163" y="4230688"/>
          <p14:tracePt t="142098" x="9434513" y="4224338"/>
          <p14:tracePt t="142113" x="9434513" y="4219575"/>
          <p14:tracePt t="142118" x="9434513" y="4206875"/>
          <p14:tracePt t="142244" x="9434513" y="4213225"/>
          <p14:tracePt t="142255" x="9434513" y="4224338"/>
          <p14:tracePt t="142274" x="9415463" y="4243388"/>
          <p14:tracePt t="142285" x="9409113" y="4249738"/>
          <p14:tracePt t="142291" x="9383713" y="4275138"/>
          <p14:tracePt t="142315" x="9359900" y="4286250"/>
          <p14:tracePt t="142323" x="9353550" y="4286250"/>
          <p14:tracePt t="142339" x="9347200" y="4292600"/>
          <p14:tracePt t="142390" x="9340850" y="4292600"/>
          <p14:tracePt t="142477" x="9347200" y="4292600"/>
          <p14:tracePt t="142488" x="9353550" y="4286250"/>
          <p14:tracePt t="142495" x="9359900" y="4281488"/>
          <p14:tracePt t="142499" x="9377363" y="4275138"/>
          <p14:tracePt t="142511" x="9383713" y="4262438"/>
          <p14:tracePt t="142517" x="9390063" y="4256088"/>
          <p14:tracePt t="142524" x="9396413" y="4256088"/>
          <p14:tracePt t="142540" x="9402763" y="4249738"/>
          <p14:tracePt t="142553" x="9415463" y="4249738"/>
          <p14:tracePt t="142612" x="9409113" y="4268788"/>
          <p14:tracePt t="142624" x="9402763" y="4286250"/>
          <p14:tracePt t="142630" x="9383713" y="4298950"/>
          <p14:tracePt t="142636" x="9366250" y="4311650"/>
          <p14:tracePt t="142643" x="9359900" y="4330700"/>
          <p14:tracePt t="142653" x="9340850" y="4337050"/>
          <p14:tracePt t="142659" x="9334500" y="4343400"/>
          <p14:tracePt t="142667" x="9328150" y="4343400"/>
          <p14:tracePt t="142676" x="9321800" y="4349750"/>
          <p14:tracePt t="142693" x="9315450" y="4349750"/>
          <p14:tracePt t="142707" x="9309100" y="4349750"/>
          <p14:tracePt t="142721" x="9304338" y="4349750"/>
          <p14:tracePt t="142740" x="9285288" y="4349750"/>
          <p14:tracePt t="142753" x="9278938" y="4354513"/>
          <p14:tracePt t="142761" x="9272588" y="4354513"/>
          <p14:tracePt t="142771" x="9266238" y="4354513"/>
          <p14:tracePt t="142786" x="9259888" y="4360863"/>
          <p14:tracePt t="142804" x="9253538" y="4360863"/>
          <p14:tracePt t="142817" x="9240838" y="4373563"/>
          <p14:tracePt t="142827" x="9236075" y="4373563"/>
          <p14:tracePt t="142842" x="9229725" y="4373563"/>
          <p14:tracePt t="142853" x="9223375" y="4373563"/>
          <p14:tracePt t="142875" x="9217025" y="4373563"/>
          <p14:tracePt t="142910" x="9217025" y="4367213"/>
          <p14:tracePt t="142924" x="9217025" y="4349750"/>
          <p14:tracePt t="142929" x="9223375" y="4324350"/>
          <p14:tracePt t="142941" x="9236075" y="4318000"/>
          <p14:tracePt t="142955" x="9247188" y="4292600"/>
          <p14:tracePt t="142965" x="9259888" y="4281488"/>
          <p14:tracePt t="142974" x="9272588" y="4268788"/>
          <p14:tracePt t="142991" x="9291638" y="4256088"/>
          <p14:tracePt t="143006" x="9309100" y="4249738"/>
          <p14:tracePt t="143021" x="9340850" y="4243388"/>
          <p14:tracePt t="143032" x="9347200" y="4243388"/>
          <p14:tracePt t="143043" x="9359900" y="4243388"/>
          <p14:tracePt t="143054" x="9366250" y="4243388"/>
          <p14:tracePt t="143069" x="9371013" y="4243388"/>
          <p14:tracePt t="143074" x="9371013" y="4256088"/>
          <p14:tracePt t="143087" x="9377363" y="4262438"/>
          <p14:tracePt t="143103" x="9390063" y="4286250"/>
          <p14:tracePt t="143115" x="9390063" y="4298950"/>
          <p14:tracePt t="143126" x="9390063" y="4305300"/>
          <p14:tracePt t="143139" x="9377363" y="4330700"/>
          <p14:tracePt t="143164" x="9371013" y="4337050"/>
          <p14:tracePt t="143183" x="9366250" y="4337050"/>
          <p14:tracePt t="143245" x="9366250" y="4324350"/>
          <p14:tracePt t="143273" x="9366250" y="4281488"/>
          <p14:tracePt t="143289" x="9366250" y="4262438"/>
          <p14:tracePt t="143303" x="9366250" y="4256088"/>
          <p14:tracePt t="143317" x="9366250" y="4237038"/>
          <p14:tracePt t="143329" x="9366250" y="4224338"/>
          <p14:tracePt t="143352" x="9371013" y="4219575"/>
          <p14:tracePt t="143412" x="9371013" y="4224338"/>
          <p14:tracePt t="143423" x="9371013" y="4243388"/>
          <p14:tracePt t="143428" x="9371013" y="4256088"/>
          <p14:tracePt t="143445" x="9371013" y="4275138"/>
          <p14:tracePt t="143454" x="9371013" y="4281488"/>
          <p14:tracePt t="143458" x="9366250" y="4286250"/>
          <p14:tracePt t="143469" x="9359900" y="4292600"/>
          <p14:tracePt t="143473" x="9353550" y="4298950"/>
          <p14:tracePt t="143483" x="9347200" y="4305300"/>
          <p14:tracePt t="143501" x="9340850" y="4305300"/>
          <p14:tracePt t="143521" x="9328150" y="4305300"/>
          <p14:tracePt t="143565" x="9321800" y="4305300"/>
          <p14:tracePt t="143588" x="9315450" y="4298950"/>
          <p14:tracePt t="143598" x="9315450" y="4292600"/>
          <p14:tracePt t="143608" x="9315450" y="4286250"/>
          <p14:tracePt t="143613" x="9315450" y="4281488"/>
          <p14:tracePt t="143624" x="9315450" y="4262438"/>
          <p14:tracePt t="143629" x="9315450" y="4256088"/>
          <p14:tracePt t="143638" x="9315450" y="4249738"/>
          <p14:tracePt t="143655" x="9328150" y="4224338"/>
          <p14:tracePt t="143660" x="9334500" y="4219575"/>
          <p14:tracePt t="143665" x="9340850" y="4213225"/>
          <p14:tracePt t="143675" x="9347200" y="4206875"/>
          <p14:tracePt t="143685" x="9353550" y="4206875"/>
          <p14:tracePt t="143702" x="9359900" y="4200525"/>
          <p14:tracePt t="143711" x="9366250" y="4200525"/>
          <p14:tracePt t="143737" x="9377363" y="4200525"/>
          <p14:tracePt t="143755" x="9383713" y="4200525"/>
          <p14:tracePt t="143764" x="9383713" y="4213225"/>
          <p14:tracePt t="143772" x="9383713" y="4224338"/>
          <p14:tracePt t="143787" x="9383713" y="4249738"/>
          <p14:tracePt t="143804" x="9383713" y="4268788"/>
          <p14:tracePt t="143821" x="9366250" y="4318000"/>
          <p14:tracePt t="143834" x="9353550" y="4324350"/>
          <p14:tracePt t="143844" x="9340850" y="4343400"/>
          <p14:tracePt t="143852" x="9334500" y="4349750"/>
          <p14:tracePt t="143873" x="9328150" y="4349750"/>
          <p14:tracePt t="143943" x="9328150" y="4343400"/>
          <p14:tracePt t="143956" x="9328150" y="4311650"/>
          <p14:tracePt t="143963" x="9328150" y="4292600"/>
          <p14:tracePt t="143970" x="9328150" y="4286250"/>
          <p14:tracePt t="143987" x="9328150" y="4262438"/>
          <p14:tracePt t="143996" x="9328150" y="4249738"/>
          <p14:tracePt t="144005" x="9334500" y="4243388"/>
          <p14:tracePt t="144018" x="9340850" y="4237038"/>
          <p14:tracePt t="144031" x="9359900" y="4224338"/>
          <p14:tracePt t="144053" x="9366250" y="4219575"/>
          <p14:tracePt t="144068" x="9371013" y="4219575"/>
          <p14:tracePt t="144125" x="9371013" y="4230688"/>
          <p14:tracePt t="144134" x="9371013" y="4243388"/>
          <p14:tracePt t="144145" x="9371013" y="4298950"/>
          <p14:tracePt t="144155" x="9371013" y="4311650"/>
          <p14:tracePt t="144174" x="9371013" y="4337050"/>
          <p14:tracePt t="144196" x="9359900" y="4360863"/>
          <p14:tracePt t="144210" x="9353550" y="4367213"/>
          <p14:tracePt t="144229" x="9347200" y="4367213"/>
          <p14:tracePt t="144263" x="9347200" y="4373563"/>
          <p14:tracePt t="144275" x="9340850" y="4373563"/>
          <p14:tracePt t="144309" x="9334500" y="4373563"/>
          <p14:tracePt t="144357" x="9334500" y="4360863"/>
          <p14:tracePt t="144366" x="9334500" y="4337050"/>
          <p14:tracePt t="144378" x="9334500" y="4330700"/>
          <p14:tracePt t="144387" x="9347200" y="4286250"/>
          <p14:tracePt t="144406" x="9353550" y="4262438"/>
          <p14:tracePt t="144414" x="9359900" y="4256088"/>
          <p14:tracePt t="144420" x="9366250" y="4249738"/>
          <p14:tracePt t="144429" x="9366250" y="4243388"/>
          <p14:tracePt t="144435" x="9371013" y="4237038"/>
          <p14:tracePt t="144443" x="9377363" y="4237038"/>
          <p14:tracePt t="144454" x="9377363" y="4230688"/>
          <p14:tracePt t="144512" x="9377363" y="4256088"/>
          <p14:tracePt t="144522" x="9377363" y="4275138"/>
          <p14:tracePt t="144538" x="9377363" y="4292600"/>
          <p14:tracePt t="144556" x="9377363" y="4318000"/>
          <p14:tracePt t="144575" x="9371013" y="4330700"/>
          <p14:tracePt t="144588" x="9366250" y="4337050"/>
          <p14:tracePt t="144593" x="9359900" y="4349750"/>
          <p14:tracePt t="144604" x="9334500" y="4367213"/>
          <p14:tracePt t="144620" x="9304338" y="4373563"/>
          <p14:tracePt t="144637" x="9285288" y="4386263"/>
          <p14:tracePt t="144646" x="9278938" y="4386263"/>
          <p14:tracePt t="144699" x="9278938" y="4379913"/>
          <p14:tracePt t="144707" x="9278938" y="4373563"/>
          <p14:tracePt t="144723" x="9291638" y="4343400"/>
          <p14:tracePt t="144732" x="9309100" y="4324350"/>
          <p14:tracePt t="144738" x="9315450" y="4318000"/>
          <p14:tracePt t="144749" x="9328150" y="4298950"/>
          <p14:tracePt t="144754" x="9347200" y="4292600"/>
          <p14:tracePt t="144772" x="9402763" y="4275138"/>
          <p14:tracePt t="144781" x="9428163" y="4268788"/>
          <p14:tracePt t="144800" x="9458325" y="4256088"/>
          <p14:tracePt t="144811" x="9501188" y="4249738"/>
          <p14:tracePt t="144917" x="9501188" y="4256088"/>
          <p14:tracePt t="144950" x="9501188" y="4262438"/>
          <p14:tracePt t="144965" x="9490075" y="4281488"/>
          <p14:tracePt t="144974" x="9483725" y="4286250"/>
          <p14:tracePt t="144990" x="9451975" y="4298950"/>
          <p14:tracePt t="145005" x="9421813" y="4311650"/>
          <p14:tracePt t="145021" x="9396413" y="4318000"/>
          <p14:tracePt t="145037" x="9383713" y="4318000"/>
          <p14:tracePt t="145055" x="9377363" y="4318000"/>
          <p14:tracePt t="145139" x="9377363" y="4311650"/>
          <p14:tracePt t="145155" x="9377363" y="4298950"/>
          <p14:tracePt t="145164" x="9390063" y="4292600"/>
          <p14:tracePt t="145171" x="9421813" y="4292600"/>
          <p14:tracePt t="145188" x="9464675" y="4286250"/>
          <p14:tracePt t="145205" x="9526588" y="4275138"/>
          <p14:tracePt t="145221" x="9569450" y="4275138"/>
          <p14:tracePt t="145226" x="9631363" y="4275138"/>
          <p14:tracePt t="145236" x="9682163" y="4275138"/>
          <p14:tracePt t="145244" x="9718675" y="4275138"/>
          <p14:tracePt t="145253" x="9767888" y="4275138"/>
          <p14:tracePt t="145262" x="9799638" y="4275138"/>
          <p14:tracePt t="145269" x="9842500" y="4275138"/>
          <p14:tracePt t="145278" x="9861550" y="4281488"/>
          <p14:tracePt t="145286" x="9880600" y="4286250"/>
          <p14:tracePt t="145290" x="9886950" y="4286250"/>
          <p14:tracePt t="145305" x="9910763" y="4292600"/>
          <p14:tracePt t="145320" x="9923463" y="4305300"/>
          <p14:tracePt t="145336" x="9929813" y="4305300"/>
          <p14:tracePt t="145358" x="9929813" y="4318000"/>
          <p14:tracePt t="145374" x="9936163" y="4318000"/>
          <p14:tracePt t="145575" x="9936163" y="4324350"/>
          <p14:tracePt t="145583" x="9936163" y="4330700"/>
          <p14:tracePt t="145594" x="9936163" y="4337050"/>
          <p14:tracePt t="145604" x="9936163" y="4343400"/>
          <p14:tracePt t="145629" x="9936163" y="4349750"/>
          <p14:tracePt t="145834" x="9942513" y="4349750"/>
          <p14:tracePt t="145853" x="9955213" y="4349750"/>
          <p14:tracePt t="145864" x="9955213" y="4343400"/>
          <p14:tracePt t="146154" x="9948863" y="4343400"/>
          <p14:tracePt t="146168" x="9942513" y="4349750"/>
          <p14:tracePt t="146181" x="9936163" y="4349750"/>
          <p14:tracePt t="146190" x="9923463" y="4354513"/>
          <p14:tracePt t="146196" x="9917113" y="4367213"/>
          <p14:tracePt t="146205" x="9910763" y="4367213"/>
          <p14:tracePt t="146224" x="9898063" y="4367213"/>
          <p14:tracePt t="146238" x="9891713" y="4367213"/>
          <p14:tracePt t="146276" x="9886950" y="4367213"/>
          <p14:tracePt t="146292" x="9880600" y="4367213"/>
          <p14:tracePt t="146307" x="9874250" y="4367213"/>
          <p14:tracePt t="146320" x="9874250" y="4360863"/>
          <p14:tracePt t="146335" x="9867900" y="4360863"/>
          <p14:tracePt t="146354" x="9861550" y="4360863"/>
          <p14:tracePt t="146391" x="9848850" y="4367213"/>
          <p14:tracePt t="146421" x="9842500" y="4367213"/>
          <p14:tracePt t="146435" x="9842500" y="4373563"/>
          <p14:tracePt t="146470" x="9836150" y="4373563"/>
          <p14:tracePt t="146485" x="9829800" y="4373563"/>
          <p14:tracePt t="146500" x="9825038" y="4373563"/>
          <p14:tracePt t="146507" x="9818688" y="4373563"/>
          <p14:tracePt t="146523" x="9812338" y="4373563"/>
          <p14:tracePt t="146538" x="9805988" y="4360863"/>
          <p14:tracePt t="146837" x="9805988" y="4354513"/>
          <p14:tracePt t="146886" x="9812338" y="4354513"/>
          <p14:tracePt t="146897" x="9825038" y="4354513"/>
          <p14:tracePt t="146912" x="9848850" y="4354513"/>
          <p14:tracePt t="146917" x="9861550" y="4354513"/>
          <p14:tracePt t="146926" x="9880600" y="4354513"/>
          <p14:tracePt t="146939" x="9910763" y="4354513"/>
          <p14:tracePt t="146957" x="9942513" y="4354513"/>
          <p14:tracePt t="146973" x="9948863" y="4354513"/>
          <p14:tracePt t="146987" x="9959975" y="4354513"/>
          <p14:tracePt t="147004" x="9972675" y="4354513"/>
          <p14:tracePt t="147021" x="9979025" y="4349750"/>
          <p14:tracePt t="147037" x="9991725" y="4343400"/>
          <p14:tracePt t="147043" x="9998075" y="4343400"/>
          <p14:tracePt t="147055" x="10010775" y="4343400"/>
          <p14:tracePt t="147072" x="10021888" y="4343400"/>
          <p14:tracePt t="147085" x="10034588" y="4343400"/>
          <p14:tracePt t="147094" x="10040938" y="4337050"/>
          <p14:tracePt t="147109" x="10047288" y="4337050"/>
          <p14:tracePt t="147124" x="10053638" y="4337050"/>
          <p14:tracePt t="147181" x="10066338" y="4337050"/>
          <p14:tracePt t="147215" x="10066338" y="4330700"/>
          <p14:tracePt t="147227" x="10072688" y="4330700"/>
          <p14:tracePt t="147255" x="10072688" y="4324350"/>
          <p14:tracePt t="147269" x="10079038" y="4311650"/>
          <p14:tracePt t="147277" x="10083800" y="4305300"/>
          <p14:tracePt t="147287" x="10083800" y="4298950"/>
          <p14:tracePt t="147292" x="10090150" y="4292600"/>
          <p14:tracePt t="147302" x="10096500" y="4292600"/>
          <p14:tracePt t="147307" x="10096500" y="4286250"/>
          <p14:tracePt t="147325" x="10102850" y="4281488"/>
          <p14:tracePt t="147349" x="10115550" y="4275138"/>
          <p14:tracePt t="147380" x="10121900" y="4275138"/>
          <p14:tracePt t="147406" x="10121900" y="4262438"/>
          <p14:tracePt t="147421" x="10128250" y="4262438"/>
          <p14:tracePt t="147435" x="10134600" y="4262438"/>
          <p14:tracePt t="147445" x="10134600" y="4256088"/>
          <p14:tracePt t="147486" x="10140950" y="4249738"/>
          <p14:tracePt t="147517" x="10140950" y="4243388"/>
          <p14:tracePt t="147535" x="10147300" y="4237038"/>
          <p14:tracePt t="147547" x="10147300" y="4230688"/>
          <p14:tracePt t="147566" x="10152063" y="4224338"/>
          <p14:tracePt t="147597" x="10152063" y="4213225"/>
          <p14:tracePt t="147645" x="10152063" y="4206875"/>
          <p14:tracePt t="147881" x="10152063" y="4200525"/>
          <p14:tracePt t="147892" x="10152063" y="4194175"/>
          <p14:tracePt t="147905" x="10152063" y="4187825"/>
          <p14:tracePt t="148069" x="10152063" y="4194175"/>
          <p14:tracePt t="148080" x="10158413" y="4213225"/>
          <p14:tracePt t="148086" x="10158413" y="4219575"/>
          <p14:tracePt t="148099" x="10164763" y="4243388"/>
          <p14:tracePt t="148111" x="10171113" y="4268788"/>
          <p14:tracePt t="148122" x="10171113" y="4298950"/>
          <p14:tracePt t="148130" x="10171113" y="4305300"/>
          <p14:tracePt t="148145" x="10171113" y="4330700"/>
          <p14:tracePt t="148155" x="10164763" y="4337050"/>
          <p14:tracePt t="148170" x="10158413" y="4349750"/>
          <p14:tracePt t="148189" x="10134600" y="4379913"/>
          <p14:tracePt t="148206" x="10121900" y="4392613"/>
          <p14:tracePt t="148221" x="10115550" y="4405313"/>
          <p14:tracePt t="148227" x="10115550" y="4411663"/>
          <p14:tracePt t="148235" x="10102850" y="4411663"/>
          <p14:tracePt t="148253" x="10096500" y="4416425"/>
          <p14:tracePt t="148258" x="10090150" y="4422775"/>
          <p14:tracePt t="148285" x="10079038" y="4429125"/>
          <p14:tracePt t="148292" x="10053638" y="4435475"/>
          <p14:tracePt t="148298" x="10047288" y="4435475"/>
          <p14:tracePt t="148307" x="10040938" y="4435475"/>
          <p14:tracePt t="148316" x="10040938" y="4441825"/>
          <p14:tracePt t="148323" x="10034588" y="4441825"/>
          <p14:tracePt t="148329" x="10028238" y="4441825"/>
          <p14:tracePt t="148346" x="10021888" y="4441825"/>
          <p14:tracePt t="148363" x="10017125" y="4441825"/>
          <p14:tracePt t="148397" x="10004425" y="4441825"/>
          <p14:tracePt t="148679" x="10010775" y="4441825"/>
          <p14:tracePt t="148800" x="10017125" y="4441825"/>
          <p14:tracePt t="148833" x="10021888" y="4441825"/>
          <p14:tracePt t="148847" x="10028238" y="4441825"/>
          <p14:tracePt t="148858" x="10034588" y="4441825"/>
          <p14:tracePt t="148874" x="10059988" y="4441825"/>
          <p14:tracePt t="148883" x="10066338" y="4441825"/>
          <p14:tracePt t="148896" x="10079038" y="4441825"/>
          <p14:tracePt t="148907" x="10096500" y="4441825"/>
          <p14:tracePt t="148924" x="10102850" y="4441825"/>
          <p14:tracePt t="148930" x="10109200" y="4441825"/>
          <p14:tracePt t="148975" x="10115550" y="4441825"/>
          <p14:tracePt t="148988" x="10121900" y="4441825"/>
          <p14:tracePt t="148998" x="10128250" y="4441825"/>
          <p14:tracePt t="149005" x="10140950" y="4441825"/>
          <p14:tracePt t="149023" x="10152063" y="4441825"/>
          <p14:tracePt t="149053" x="10158413" y="4441825"/>
          <p14:tracePt t="149076" x="10164763" y="4441825"/>
          <p14:tracePt t="149106" x="10171113" y="4441825"/>
          <p14:tracePt t="149131" x="10177463" y="4441825"/>
          <p14:tracePt t="149205" x="10190163" y="4441825"/>
          <p14:tracePt t="149231" x="10196513" y="4441825"/>
          <p14:tracePt t="149245" x="10202863" y="4441825"/>
          <p14:tracePt t="149259" x="10209213" y="4441825"/>
          <p14:tracePt t="149276" x="10213975" y="4441825"/>
          <p14:tracePt t="149306" x="10220325" y="4441825"/>
          <p14:tracePt t="149348" x="10226675" y="4441825"/>
          <p14:tracePt t="149561" x="10239375" y="4441825"/>
          <p14:tracePt t="149786" x="10252075" y="4441825"/>
          <p14:tracePt t="149800" x="10271125" y="4435475"/>
          <p14:tracePt t="149808" x="10282238" y="4435475"/>
          <p14:tracePt t="149821" x="10288588" y="4429125"/>
          <p14:tracePt t="149835" x="10301288" y="4429125"/>
          <p14:tracePt t="149846" x="10326688" y="4429125"/>
          <p14:tracePt t="149857" x="10333038" y="4429125"/>
          <p14:tracePt t="149861" x="10339388" y="4429125"/>
          <p14:tracePt t="149867" x="10344150" y="4429125"/>
          <p14:tracePt t="149882" x="10350500" y="4429125"/>
          <p14:tracePt t="149889" x="10356850" y="4429125"/>
          <p14:tracePt t="149914" x="10363200" y="4429125"/>
          <p14:tracePt t="149924" x="10375900" y="4429125"/>
          <p14:tracePt t="149941" x="10407650" y="4422775"/>
          <p14:tracePt t="149964" x="10469563" y="4411663"/>
          <p14:tracePt t="149972" x="10487025" y="4411663"/>
          <p14:tracePt t="149978" x="10506075" y="4411663"/>
          <p14:tracePt t="149988" x="10518775" y="4405313"/>
          <p14:tracePt t="149996" x="10548938" y="4405313"/>
          <p14:tracePt t="150006" x="10561638" y="4405313"/>
          <p14:tracePt t="150010" x="10580688" y="4405313"/>
          <p14:tracePt t="150022" x="10593388" y="4392613"/>
          <p14:tracePt t="150026" x="10604500" y="4392613"/>
          <p14:tracePt t="150044" x="10610850" y="4392613"/>
          <p14:tracePt t="150148" x="10617200" y="4392613"/>
          <p14:tracePt t="150807" x="10617200" y="4386263"/>
          <p14:tracePt t="150821" x="10617200" y="4373563"/>
          <p14:tracePt t="151348" x="10617200" y="4367213"/>
          <p14:tracePt t="151359" x="10623550" y="4360863"/>
          <p14:tracePt t="151373" x="10623550" y="4354513"/>
          <p14:tracePt t="151385" x="10629900" y="4354513"/>
          <p14:tracePt t="151396" x="10629900" y="4337050"/>
          <p14:tracePt t="151405" x="10636250" y="4337050"/>
          <p14:tracePt t="151414" x="10636250" y="4324350"/>
          <p14:tracePt t="151420" x="10642600" y="4318000"/>
          <p14:tracePt t="151427" x="10655300" y="4298950"/>
          <p14:tracePt t="151443" x="10661650" y="4292600"/>
          <p14:tracePt t="151451" x="10661650" y="4286250"/>
          <p14:tracePt t="151457" x="10668000" y="4281488"/>
          <p14:tracePt t="151474" x="10672763" y="4275138"/>
          <p14:tracePt t="151490" x="10679113" y="4256088"/>
          <p14:tracePt t="151507" x="10685463" y="4249738"/>
          <p14:tracePt t="151517" x="10698163" y="4243388"/>
          <p14:tracePt t="151530" x="10704513" y="4237038"/>
          <p14:tracePt t="151538" x="10704513" y="4230688"/>
          <p14:tracePt t="151556" x="10717213" y="4219575"/>
          <p14:tracePt t="151573" x="10741025" y="4194175"/>
          <p14:tracePt t="151579" x="10760075" y="4181475"/>
          <p14:tracePt t="151587" x="10772775" y="4175125"/>
          <p14:tracePt t="151599" x="10791825" y="4168775"/>
          <p14:tracePt t="151614" x="10821988" y="4168775"/>
          <p14:tracePt t="151621" x="10828338" y="4168775"/>
          <p14:tracePt t="152488" x="10834688" y="4168775"/>
          <p14:tracePt t="152505" x="10847388" y="4181475"/>
          <p14:tracePt t="152521" x="10853738" y="4206875"/>
          <p14:tracePt t="152535" x="10871200" y="4249738"/>
          <p14:tracePt t="152544" x="10896600" y="4292600"/>
          <p14:tracePt t="152558" x="10909300" y="4318000"/>
          <p14:tracePt t="152570" x="10909300" y="4324350"/>
          <p14:tracePt t="152586" x="10909300" y="4330700"/>
          <p14:tracePt t="152636" x="10909300" y="4343400"/>
          <p14:tracePt t="152659" x="10909300" y="4349750"/>
          <p14:tracePt t="152675" x="10909300" y="4354513"/>
          <p14:tracePt t="152694" x="10902950" y="4354513"/>
          <p14:tracePt t="152708" x="10896600" y="4360863"/>
          <p14:tracePt t="152725" x="10890250" y="4360863"/>
          <p14:tracePt t="152736" x="10890250" y="4367213"/>
          <p14:tracePt t="152771" x="10883900" y="4367213"/>
          <p14:tracePt t="152811" x="10877550" y="4367213"/>
          <p14:tracePt t="152838" x="10871200" y="4367213"/>
          <p14:tracePt t="152851" x="10864850" y="4367213"/>
          <p14:tracePt t="152863" x="10853738" y="4367213"/>
          <p14:tracePt t="152875" x="10847388" y="4367213"/>
          <p14:tracePt t="152889" x="10841038" y="4367213"/>
          <p14:tracePt t="152914" x="10834688" y="4373563"/>
          <p14:tracePt t="152926" x="10828338" y="4373563"/>
          <p14:tracePt t="152939" x="10821988" y="4373563"/>
          <p14:tracePt t="152955" x="10815638" y="4373563"/>
          <p14:tracePt t="152971" x="10802938" y="4373563"/>
          <p14:tracePt t="155594" x="10798175" y="4373563"/>
          <p14:tracePt t="155604" x="10791825" y="4379913"/>
          <p14:tracePt t="155617" x="10779125" y="4379913"/>
          <p14:tracePt t="155630" x="10766425" y="4392613"/>
          <p14:tracePt t="155642" x="10747375" y="4398963"/>
          <p14:tracePt t="155653" x="10747375" y="4405313"/>
          <p14:tracePt t="155664" x="10741025" y="4405313"/>
          <p14:tracePt t="155675" x="10741025" y="4411663"/>
          <p14:tracePt t="155709" x="10741025" y="4416425"/>
          <p14:tracePt t="155726" x="10734675" y="4416425"/>
          <p14:tracePt t="155819" x="10729913" y="4422775"/>
          <p14:tracePt t="155831" x="10723563" y="4429125"/>
          <p14:tracePt t="155846" x="10710863" y="4441825"/>
          <p14:tracePt t="155851" x="10698163" y="4441825"/>
          <p14:tracePt t="155860" x="10685463" y="4448175"/>
          <p14:tracePt t="155867" x="10668000" y="4454525"/>
          <p14:tracePt t="155877" x="10648950" y="4467225"/>
          <p14:tracePt t="155892" x="10604500" y="4473575"/>
          <p14:tracePt t="155913" x="10542588" y="4491038"/>
          <p14:tracePt t="155918" x="10506075" y="4491038"/>
          <p14:tracePt t="155924" x="10480675" y="4497388"/>
          <p14:tracePt t="155934" x="10450513" y="4497388"/>
          <p14:tracePt t="155942" x="10425113" y="4510088"/>
          <p14:tracePt t="155948" x="10401300" y="4510088"/>
          <p14:tracePt t="155954" x="10363200" y="4510088"/>
          <p14:tracePt t="155965" x="10344150" y="4516438"/>
          <p14:tracePt t="155973" x="10326688" y="4516438"/>
          <p14:tracePt t="155990" x="10288588" y="4516438"/>
          <p14:tracePt t="156006" x="10233025" y="4516438"/>
          <p14:tracePt t="156013" x="10209213" y="4516438"/>
          <p14:tracePt t="156020" x="10177463" y="4516438"/>
          <p14:tracePt t="156027" x="10152063" y="4516438"/>
          <p14:tracePt t="156036" x="10128250" y="4516438"/>
          <p14:tracePt t="156043" x="10079038" y="4516438"/>
          <p14:tracePt t="156051" x="10053638" y="4516438"/>
          <p14:tracePt t="156057" x="10017125" y="4516438"/>
          <p14:tracePt t="156070" x="9979025" y="4516438"/>
          <p14:tracePt t="156082" x="9910763" y="4503738"/>
          <p14:tracePt t="156093" x="9886950" y="4497388"/>
          <p14:tracePt t="156112" x="9848850" y="4484688"/>
          <p14:tracePt t="156123" x="9829800" y="4473575"/>
          <p14:tracePt t="156130" x="9812338" y="4454525"/>
          <p14:tracePt t="156146" x="9774238" y="4411663"/>
          <p14:tracePt t="156158" x="9756775" y="4373563"/>
          <p14:tracePt t="156166" x="9750425" y="4343400"/>
          <p14:tracePt t="156174" x="9737725" y="4324350"/>
          <p14:tracePt t="156191" x="9731375" y="4262438"/>
          <p14:tracePt t="156196" x="9718675" y="4237038"/>
          <p14:tracePt t="156207" x="9718675" y="4200525"/>
          <p14:tracePt t="156210" x="9718675" y="4162425"/>
          <p14:tracePt t="156224" x="9718675" y="4132263"/>
          <p14:tracePt t="156227" x="9718675" y="4095750"/>
          <p14:tracePt t="156237" x="9718675" y="4070350"/>
          <p14:tracePt t="156244" x="9718675" y="4057650"/>
          <p14:tracePt t="156251" x="9725025" y="4014788"/>
          <p14:tracePt t="156257" x="9731375" y="4002088"/>
          <p14:tracePt t="156269" x="9761538" y="3970338"/>
          <p14:tracePt t="156289" x="9793288" y="3933825"/>
          <p14:tracePt t="156298" x="9848850" y="3908425"/>
          <p14:tracePt t="156307" x="9880600" y="3903663"/>
          <p14:tracePt t="156316" x="9904413" y="3903663"/>
          <p14:tracePt t="156324" x="9955213" y="3890963"/>
          <p14:tracePt t="156340" x="10079038" y="3878263"/>
          <p14:tracePt t="156356" x="10245725" y="3865563"/>
          <p14:tracePt t="156375" x="10363200" y="3865563"/>
          <p14:tracePt t="156380" x="10388600" y="3865563"/>
          <p14:tracePt t="156392" x="10407650" y="3865563"/>
          <p14:tracePt t="156398" x="10418763" y="3865563"/>
          <p14:tracePt t="156401" x="10431463" y="3878263"/>
          <p14:tracePt t="156419" x="10437813" y="3884613"/>
          <p14:tracePt t="156435" x="10444163" y="3890963"/>
          <p14:tracePt t="156442" x="10450513" y="3897313"/>
          <p14:tracePt t="156459" x="10469563" y="3927475"/>
          <p14:tracePt t="156479" x="10487025" y="3959225"/>
          <p14:tracePt t="156492" x="10518775" y="4008438"/>
          <p14:tracePt t="156508" x="10555288" y="4064000"/>
          <p14:tracePt t="156516" x="10574338" y="4089400"/>
          <p14:tracePt t="156532" x="10599738" y="4144963"/>
          <p14:tracePt t="156546" x="10617200" y="4187825"/>
          <p14:tracePt t="156562" x="10623550" y="4200525"/>
          <p14:tracePt t="156578" x="10623550" y="4224338"/>
          <p14:tracePt t="156587" x="10623550" y="4237038"/>
          <p14:tracePt t="156596" x="10623550" y="4256088"/>
          <p14:tracePt t="156607" x="10623550" y="4281488"/>
          <p14:tracePt t="156613" x="10623550" y="4298950"/>
          <p14:tracePt t="156625" x="10610850" y="4324350"/>
          <p14:tracePt t="156641" x="10599738" y="4337050"/>
          <p14:tracePt t="156657" x="10574338" y="4360863"/>
          <p14:tracePt t="156675" x="10542588" y="4392613"/>
          <p14:tracePt t="156683" x="10537825" y="4392613"/>
          <p14:tracePt t="156691" x="10518775" y="4405313"/>
          <p14:tracePt t="156698" x="10506075" y="4411663"/>
          <p14:tracePt t="156709" x="10474325" y="4422775"/>
          <p14:tracePt t="156725" x="10418763" y="4435475"/>
          <p14:tracePt t="156730" x="10394950" y="4435475"/>
          <p14:tracePt t="156745" x="10382250" y="4435475"/>
          <p14:tracePt t="156757" x="10339388" y="4448175"/>
          <p14:tracePt t="156762" x="10307638" y="4448175"/>
          <p14:tracePt t="156778" x="10264775" y="4448175"/>
          <p14:tracePt t="156787" x="10239375" y="4448175"/>
          <p14:tracePt t="156793" x="10213975" y="4448175"/>
          <p14:tracePt t="156801" x="10164763" y="4448175"/>
          <p14:tracePt t="156815" x="10158413" y="4448175"/>
          <p14:tracePt t="156829" x="10096500" y="4416425"/>
          <p14:tracePt t="156837" x="10053638" y="4386263"/>
          <p14:tracePt t="156845" x="10034588" y="4360863"/>
          <p14:tracePt t="156854" x="10010775" y="4343400"/>
          <p14:tracePt t="156862" x="9985375" y="4305300"/>
          <p14:tracePt t="156870" x="9966325" y="4249738"/>
          <p14:tracePt t="156878" x="9942513" y="4175125"/>
          <p14:tracePt t="156881" x="9929813" y="4138613"/>
          <p14:tracePt t="156893" x="9929813" y="4113213"/>
          <p14:tracePt t="156907" x="9910763" y="4021138"/>
          <p14:tracePt t="156924" x="9904413" y="3927475"/>
          <p14:tracePt t="156940" x="9904413" y="3897313"/>
          <p14:tracePt t="156956" x="9904413" y="3884613"/>
          <p14:tracePt t="156974" x="9910763" y="3871913"/>
          <p14:tracePt t="156983" x="9917113" y="3865563"/>
          <p14:tracePt t="156990" x="9923463" y="3865563"/>
          <p14:tracePt t="156997" x="9942513" y="3865563"/>
          <p14:tracePt t="157006" x="9948863" y="3852863"/>
          <p14:tracePt t="157020" x="9998075" y="3852863"/>
          <p14:tracePt t="157028" x="10034588" y="3852863"/>
          <p14:tracePt t="157034" x="10083800" y="3852863"/>
          <p14:tracePt t="157043" x="10140950" y="3871913"/>
          <p14:tracePt t="157059" x="10258425" y="3940175"/>
          <p14:tracePt t="157065" x="10313988" y="3976688"/>
          <p14:tracePt t="157075" x="10375900" y="4027488"/>
          <p14:tracePt t="157092" x="10450513" y="4113213"/>
          <p14:tracePt t="157111" x="10531475" y="4213225"/>
          <p14:tracePt t="157126" x="10561638" y="4305300"/>
          <p14:tracePt t="157139" x="10574338" y="4392613"/>
          <p14:tracePt t="157146" x="10574338" y="4429125"/>
          <p14:tracePt t="157155" x="10574338" y="4467225"/>
          <p14:tracePt t="157173" x="10561638" y="4546600"/>
          <p14:tracePt t="157177" x="10542588" y="4572000"/>
          <p14:tracePt t="157189" x="10525125" y="4603750"/>
          <p14:tracePt t="157207" x="10499725" y="4621213"/>
          <p14:tracePt t="157212" x="10493375" y="4633913"/>
          <p14:tracePt t="157223" x="10474325" y="4633913"/>
          <p14:tracePt t="157233" x="10469563" y="4640263"/>
          <p14:tracePt t="157240" x="10456863" y="4646613"/>
          <p14:tracePt t="157254" x="10418763" y="4652963"/>
          <p14:tracePt t="157268" x="10407650" y="4665663"/>
          <p14:tracePt t="157272" x="10375900" y="4670425"/>
          <p14:tracePt t="157276" x="10350500" y="4670425"/>
          <p14:tracePt t="157284" x="10333038" y="4683125"/>
          <p14:tracePt t="157294" x="10307638" y="4683125"/>
          <p14:tracePt t="157307" x="10252075" y="4689475"/>
          <p14:tracePt t="157326" x="10213975" y="4689475"/>
          <p14:tracePt t="157340" x="10171113" y="4689475"/>
          <p14:tracePt t="157358" x="10140950" y="4689475"/>
          <p14:tracePt t="157364" x="10115550" y="4689475"/>
          <p14:tracePt t="157373" x="10096500" y="4676775"/>
          <p14:tracePt t="157383" x="10090150" y="4670425"/>
          <p14:tracePt t="157390" x="10083800" y="4665663"/>
          <p14:tracePt t="157394" x="10066338" y="4646613"/>
          <p14:tracePt t="157403" x="10059988" y="4621213"/>
          <p14:tracePt t="157409" x="10034588" y="4584700"/>
          <p14:tracePt t="157423" x="10017125" y="4540250"/>
          <p14:tracePt t="157426" x="9991725" y="4467225"/>
          <p14:tracePt t="157441" x="9979025" y="4398963"/>
          <p14:tracePt t="157446" x="9979025" y="4360863"/>
          <p14:tracePt t="157453" x="9972675" y="4298950"/>
          <p14:tracePt t="157461" x="9972675" y="4230688"/>
          <p14:tracePt t="157465" x="9959975" y="4144963"/>
          <p14:tracePt t="157474" x="9959975" y="4064000"/>
          <p14:tracePt t="157482" x="9959975" y="3976688"/>
          <p14:tracePt t="157495" x="9959975" y="3965575"/>
          <p14:tracePt t="157508" x="9979025" y="3914775"/>
          <p14:tracePt t="157526" x="10004425" y="3897313"/>
          <p14:tracePt t="157540" x="10034588" y="3878263"/>
          <p14:tracePt t="157557" x="10066338" y="3871913"/>
          <p14:tracePt t="157563" x="10096500" y="3859213"/>
          <p14:tracePt t="157575" x="10121900" y="3859213"/>
          <p14:tracePt t="157581" x="10147300" y="3859213"/>
          <p14:tracePt t="157589" x="10183813" y="3859213"/>
          <p14:tracePt t="157598" x="10245725" y="3859213"/>
          <p14:tracePt t="157601" x="10282238" y="3859213"/>
          <p14:tracePt t="157610" x="10326688" y="3865563"/>
          <p14:tracePt t="157624" x="10363200" y="3884613"/>
          <p14:tracePt t="157626" x="10418763" y="3908425"/>
          <p14:tracePt t="157641" x="10474325" y="3927475"/>
          <p14:tracePt t="157645" x="10531475" y="3952875"/>
          <p14:tracePt t="157649" x="10593388" y="3983038"/>
          <p14:tracePt t="157660" x="10617200" y="4014788"/>
          <p14:tracePt t="157675" x="10710863" y="4119563"/>
          <p14:tracePt t="157684" x="10734675" y="4175125"/>
          <p14:tracePt t="157691" x="10741025" y="4213225"/>
          <p14:tracePt t="157701" x="10753725" y="4268788"/>
          <p14:tracePt t="157706" x="10766425" y="4324350"/>
          <p14:tracePt t="157718" x="10766425" y="4392613"/>
          <p14:tracePt t="157730" x="10766425" y="4441825"/>
          <p14:tracePt t="157739" x="10766425" y="4460875"/>
          <p14:tracePt t="157757" x="10766425" y="4473575"/>
          <p14:tracePt t="157775" x="10760075" y="4478338"/>
          <p14:tracePt t="157787" x="10747375" y="4491038"/>
          <p14:tracePt t="157799" x="10734675" y="4510088"/>
          <p14:tracePt t="157811" x="10717213" y="4535488"/>
          <p14:tracePt t="157826" x="10691813" y="4559300"/>
          <p14:tracePt t="157840" x="10685463" y="4565650"/>
          <p14:tracePt t="157844" x="10672763" y="4578350"/>
          <p14:tracePt t="157857" x="10655300" y="4578350"/>
          <p14:tracePt t="157876" x="10587038" y="4597400"/>
          <p14:tracePt t="157886" x="10548938" y="4597400"/>
          <p14:tracePt t="157891" x="10499725" y="4597400"/>
          <p14:tracePt t="157904" x="10463213" y="4597400"/>
          <p14:tracePt t="157917" x="10388600" y="4597400"/>
          <p14:tracePt t="157923" x="10339388" y="4597400"/>
          <p14:tracePt t="157929" x="10282238" y="4597400"/>
          <p14:tracePt t="157938" x="10233025" y="4597400"/>
          <p14:tracePt t="157947" x="10183813" y="4597400"/>
          <p14:tracePt t="157957" x="10128250" y="4584700"/>
          <p14:tracePt t="157974" x="10040938" y="4572000"/>
          <p14:tracePt t="157978" x="9998075" y="4565650"/>
          <p14:tracePt t="157990" x="9972675" y="4565650"/>
          <p14:tracePt t="157995" x="9966325" y="4559300"/>
          <p14:tracePt t="158005" x="9948863" y="4540250"/>
          <p14:tracePt t="158014" x="9936163" y="4522788"/>
          <p14:tracePt t="158023" x="9923463" y="4503738"/>
          <p14:tracePt t="158032" x="9917113" y="4467225"/>
          <p14:tracePt t="158039" x="9904413" y="4429125"/>
          <p14:tracePt t="158048" x="9898063" y="4392613"/>
          <p14:tracePt t="158051" x="9886950" y="4337050"/>
          <p14:tracePt t="158063" x="9886950" y="4311650"/>
          <p14:tracePt t="158076" x="9886950" y="4224338"/>
          <p14:tracePt t="158083" x="9874250" y="4151313"/>
          <p14:tracePt t="158095" x="9861550" y="4076700"/>
          <p14:tracePt t="158099" x="9861550" y="4014788"/>
          <p14:tracePt t="158108" x="9861550" y="3946525"/>
          <p14:tracePt t="158114" x="9861550" y="3914775"/>
          <p14:tracePt t="158126" x="9867900" y="3878263"/>
          <p14:tracePt t="158146" x="9874250" y="3835400"/>
          <p14:tracePt t="158154" x="9880600" y="3822700"/>
          <p14:tracePt t="158158" x="9880600" y="3803650"/>
          <p14:tracePt t="158173" x="9898063" y="3778250"/>
          <p14:tracePt t="158177" x="9904413" y="3773488"/>
          <p14:tracePt t="158191" x="9917113" y="3767138"/>
          <p14:tracePt t="158198" x="9929813" y="3760788"/>
          <p14:tracePt t="158203" x="9942513" y="3760788"/>
          <p14:tracePt t="158210" x="9959975" y="3748088"/>
          <p14:tracePt t="158218" x="9972675" y="3748088"/>
          <p14:tracePt t="158226" x="9991725" y="3741738"/>
          <p14:tracePt t="158233" x="10010775" y="3741738"/>
          <p14:tracePt t="158243" x="10021888" y="3741738"/>
          <p14:tracePt t="158255" x="10047288" y="3741738"/>
          <p14:tracePt t="158259" x="10059988" y="3741738"/>
          <p14:tracePt t="158268" x="10072688" y="3741738"/>
          <p14:tracePt t="158275" x="10096500" y="3741738"/>
          <p14:tracePt t="158291" x="10128250" y="3741738"/>
          <p14:tracePt t="158309" x="10183813" y="3773488"/>
          <p14:tracePt t="158330" x="10239375" y="3822700"/>
          <p14:tracePt t="158333" x="10282238" y="3852863"/>
          <p14:tracePt t="158348" x="10375900" y="3927475"/>
          <p14:tracePt t="158357" x="10394950" y="3959225"/>
          <p14:tracePt t="158365" x="10418763" y="3983038"/>
          <p14:tracePt t="158373" x="10437813" y="4014788"/>
          <p14:tracePt t="158381" x="10469563" y="4038600"/>
          <p14:tracePt t="158385" x="10474325" y="4070350"/>
          <p14:tracePt t="158394" x="10493375" y="4106863"/>
          <p14:tracePt t="158407" x="10518775" y="4151313"/>
          <p14:tracePt t="158413" x="10525125" y="4168775"/>
          <p14:tracePt t="158417" x="10537825" y="4194175"/>
          <p14:tracePt t="158425" x="10542588" y="4230688"/>
          <p14:tracePt t="158442" x="10555288" y="4275138"/>
          <p14:tracePt t="158460" x="10555288" y="4337050"/>
          <p14:tracePt t="158478" x="10548938" y="4422775"/>
          <p14:tracePt t="158489" x="10537825" y="4478338"/>
          <p14:tracePt t="158494" x="10531475" y="4516438"/>
          <p14:tracePt t="158514" x="10499725" y="4646613"/>
          <p14:tracePt t="158523" x="10487025" y="4676775"/>
          <p14:tracePt t="158533" x="10480675" y="4702175"/>
          <p14:tracePt t="158540" x="10469563" y="4732338"/>
          <p14:tracePt t="158557" x="10444163" y="4764088"/>
          <p14:tracePt t="158576" x="10431463" y="4789488"/>
          <p14:tracePt t="158580" x="10418763" y="4800600"/>
          <p14:tracePt t="158592" x="10412413" y="4813300"/>
          <p14:tracePt t="158597" x="10407650" y="4819650"/>
          <p14:tracePt t="158606" x="10407650" y="4826000"/>
          <p14:tracePt t="158628" x="10388600" y="4845050"/>
          <p14:tracePt t="158635" x="10382250" y="4845050"/>
          <p14:tracePt t="158641" x="10375900" y="4851400"/>
          <p14:tracePt t="158648" x="10356850" y="4851400"/>
          <p14:tracePt t="158658" x="10350500" y="4862513"/>
          <p14:tracePt t="158675" x="10339388" y="4868863"/>
          <p14:tracePt t="158694" x="10320338" y="4875213"/>
          <p14:tracePt t="158712" x="10307638" y="4875213"/>
          <p14:tracePt t="158725" x="10288588" y="4881563"/>
          <p14:tracePt t="158738" x="10288588" y="4887913"/>
          <p14:tracePt t="158748" x="10264775" y="4894263"/>
          <p14:tracePt t="158756" x="10258425" y="4894263"/>
          <p14:tracePt t="158773" x="10245725" y="4894263"/>
          <p14:tracePt t="158790" x="10245725" y="4900613"/>
          <p14:tracePt t="158795" x="10233025" y="4900613"/>
          <p14:tracePt t="158813" x="10226675" y="4900613"/>
          <p14:tracePt t="158877" x="10220325" y="4900613"/>
          <p14:tracePt t="158895" x="10213975" y="4900613"/>
          <p14:tracePt t="158911" x="10209213" y="4900613"/>
          <p14:tracePt t="158926" x="10202863" y="4900613"/>
          <p14:tracePt t="158934" x="10202863" y="4894263"/>
          <p14:tracePt t="158950" x="10196513" y="4887913"/>
          <p14:tracePt t="158961" x="10190163" y="4881563"/>
          <p14:tracePt t="158973" x="10171113" y="4857750"/>
          <p14:tracePt t="158980" x="10171113" y="4851400"/>
          <p14:tracePt t="158991" x="10164763" y="4838700"/>
          <p14:tracePt t="158995" x="10158413" y="4819650"/>
          <p14:tracePt t="159007" x="10147300" y="4800600"/>
          <p14:tracePt t="159010" x="10140950" y="4776788"/>
          <p14:tracePt t="159023" x="10128250" y="4757738"/>
          <p14:tracePt t="159028" x="10128250" y="4738688"/>
          <p14:tracePt t="159033" x="10121900" y="4714875"/>
          <p14:tracePt t="159049" x="10102850" y="4652963"/>
          <p14:tracePt t="159061" x="10102850" y="4640263"/>
          <p14:tracePt t="159077" x="10102850" y="4621213"/>
          <p14:tracePt t="159094" x="10102850" y="4608513"/>
          <p14:tracePt t="159099" x="10102850" y="4597400"/>
          <p14:tracePt t="159109" x="10102850" y="4591050"/>
          <p14:tracePt t="159113" x="10102850" y="4584700"/>
          <p14:tracePt t="159125" x="10102850" y="4572000"/>
          <p14:tracePt t="159142" x="10102850" y="4546600"/>
          <p14:tracePt t="159147" x="10109200" y="4540250"/>
          <p14:tracePt t="159159" x="10115550" y="4535488"/>
          <p14:tracePt t="159165" x="10121900" y="4529138"/>
          <p14:tracePt t="159173" x="10121900" y="4510088"/>
          <p14:tracePt t="159183" x="10134600" y="4510088"/>
          <p14:tracePt t="159190" x="10134600" y="4503738"/>
          <p14:tracePt t="159194" x="10140950" y="4491038"/>
          <p14:tracePt t="159204" x="10147300" y="4491038"/>
          <p14:tracePt t="159210" x="10147300" y="4484688"/>
          <p14:tracePt t="159221" x="10152063" y="4473575"/>
          <p14:tracePt t="159233" x="10158413" y="4467225"/>
          <p14:tracePt t="159240" x="10164763" y="4460875"/>
          <p14:tracePt t="159248" x="10171113" y="4454525"/>
          <p14:tracePt t="159256" x="10183813" y="4448175"/>
          <p14:tracePt t="159268" x="10190163" y="4448175"/>
          <p14:tracePt t="159274" x="10196513" y="4441825"/>
          <p14:tracePt t="159290" x="10202863" y="4441825"/>
          <p14:tracePt t="159317" x="10209213" y="4441825"/>
          <p14:tracePt t="159328" x="10209213" y="4435475"/>
          <p14:tracePt t="159346" x="10213975" y="4435475"/>
          <p14:tracePt t="159372" x="10220325" y="4435475"/>
          <p14:tracePt t="159397" x="10233025" y="4435475"/>
          <p14:tracePt t="159410" x="10233025" y="4422775"/>
          <p14:tracePt t="159418" x="10239375" y="4422775"/>
          <p14:tracePt t="160885" x="10239375" y="4392613"/>
          <p14:tracePt t="160899" x="10239375" y="4292600"/>
          <p14:tracePt t="160911" x="10239375" y="4256088"/>
          <p14:tracePt t="160926" x="10239375" y="4206875"/>
          <p14:tracePt t="160941" x="10239375" y="4187825"/>
          <p14:tracePt t="160949" x="10233025" y="4157663"/>
          <p14:tracePt t="160957" x="10233025" y="4151313"/>
          <p14:tracePt t="160970" x="10233025" y="4138613"/>
          <p14:tracePt t="160978" x="10233025" y="4132263"/>
          <p14:tracePt t="160988" x="10233025" y="4125913"/>
          <p14:tracePt t="161084" x="10245725" y="4125913"/>
          <p14:tracePt t="161099" x="10252075" y="4125913"/>
          <p14:tracePt t="161109" x="10258425" y="4125913"/>
          <p14:tracePt t="161126" x="10282238" y="4144963"/>
          <p14:tracePt t="161131" x="10301288" y="4175125"/>
          <p14:tracePt t="161136" x="10320338" y="4187825"/>
          <p14:tracePt t="161149" x="10339388" y="4219575"/>
          <p14:tracePt t="161159" x="10350500" y="4237038"/>
          <p14:tracePt t="161175" x="10388600" y="4281488"/>
          <p14:tracePt t="161180" x="10401300" y="4311650"/>
          <p14:tracePt t="161188" x="10418763" y="4324350"/>
          <p14:tracePt t="161199" x="10425113" y="4343400"/>
          <p14:tracePt t="161206" x="10431463" y="4360863"/>
          <p14:tracePt t="161210" x="10444163" y="4379913"/>
          <p14:tracePt t="161225" x="10456863" y="4398963"/>
          <p14:tracePt t="161242" x="10463213" y="4416425"/>
          <p14:tracePt t="161260" x="10463213" y="4448175"/>
          <p14:tracePt t="161274" x="10463213" y="4467225"/>
          <p14:tracePt t="161291" x="10463213" y="4497388"/>
          <p14:tracePt t="161310" x="10463213" y="4535488"/>
          <p14:tracePt t="161316" x="10463213" y="4546600"/>
          <p14:tracePt t="161326" x="10450513" y="4565650"/>
          <p14:tracePt t="161341" x="10444163" y="4597400"/>
          <p14:tracePt t="161357" x="10425113" y="4621213"/>
          <p14:tracePt t="161362" x="10412413" y="4640263"/>
          <p14:tracePt t="161374" x="10394950" y="4659313"/>
          <p14:tracePt t="161380" x="10363200" y="4683125"/>
          <p14:tracePt t="161387" x="10307638" y="4721225"/>
          <p14:tracePt t="161394" x="10264775" y="4738688"/>
          <p14:tracePt t="161406" x="10220325" y="4770438"/>
          <p14:tracePt t="161414" x="10196513" y="4783138"/>
          <p14:tracePt t="161428" x="10158413" y="4800600"/>
          <p14:tracePt t="161438" x="9966325" y="4862513"/>
          <p14:tracePt t="161444" x="9880600" y="4887913"/>
          <p14:tracePt t="161454" x="9744075" y="4919663"/>
          <p14:tracePt t="161464" x="9551988" y="4962525"/>
          <p14:tracePt t="161474" x="9142413" y="5018088"/>
          <p14:tracePt t="161492" x="8504238" y="5092700"/>
          <p14:tracePt t="161514" x="7462838" y="5173663"/>
          <p14:tracePt t="161525" x="7127875" y="5173663"/>
          <p14:tracePt t="161535" x="6786563" y="5173663"/>
          <p14:tracePt t="161541" x="6453188" y="5173663"/>
          <p14:tracePt t="161560" x="5907088" y="5173663"/>
          <p14:tracePt t="161563" x="5634038" y="5173663"/>
          <p14:tracePt t="161574" x="5367338" y="5173663"/>
          <p14:tracePt t="161577" x="5162550" y="5173663"/>
          <p14:tracePt t="161591" x="4995863" y="5173663"/>
          <p14:tracePt t="161598" x="4846638" y="5173663"/>
          <p14:tracePt t="161610" x="4637088" y="5173663"/>
          <p14:tracePt t="161620" x="4537075" y="5173663"/>
          <p14:tracePt t="161627" x="4468813" y="5173663"/>
          <p14:tracePt t="161636" x="4419600" y="5173663"/>
          <p14:tracePt t="161648" x="4364038" y="5173663"/>
          <p14:tracePt t="161655" x="4313238" y="5173663"/>
          <p14:tracePt t="161665" x="4283075" y="5173663"/>
          <p14:tracePt t="161681" x="4227513" y="5173663"/>
          <p14:tracePt t="161690" x="4165600" y="5173663"/>
          <p14:tracePt t="161707" x="4078288" y="5173663"/>
          <p14:tracePt t="161726" x="3990975" y="5173663"/>
          <p14:tracePt t="161731" x="3954463" y="5173663"/>
          <p14:tracePt t="161740" x="3917950" y="5173663"/>
          <p14:tracePt t="161746" x="3886200" y="5167313"/>
          <p14:tracePt t="161754" x="3860800" y="5167313"/>
          <p14:tracePt t="161763" x="3843338" y="5167313"/>
          <p14:tracePt t="161771" x="3817938" y="5167313"/>
          <p14:tracePt t="161779" x="3794125" y="5167313"/>
          <p14:tracePt t="161788" x="3775075" y="5173663"/>
          <p14:tracePt t="161800" x="3749675" y="5191125"/>
          <p14:tracePt t="161804" x="3706813" y="5210175"/>
          <p14:tracePt t="161811" x="3651250" y="5240338"/>
          <p14:tracePt t="161819" x="3589338" y="5302250"/>
          <p14:tracePt t="161826" x="3533775" y="5353050"/>
          <p14:tracePt t="161834" x="3452813" y="5414963"/>
          <p14:tracePt t="161844" x="3397250" y="5464175"/>
          <p14:tracePt t="161852" x="3365500" y="5483225"/>
          <p14:tracePt t="161866" x="3297238" y="5526088"/>
          <p14:tracePt t="161876" x="3192463" y="5594350"/>
          <p14:tracePt t="161891" x="3000375" y="5699125"/>
          <p14:tracePt t="161908" x="2789238" y="5805488"/>
          <p14:tracePt t="161930" x="2424113" y="5946775"/>
          <p14:tracePt t="161946" x="2232025" y="6040438"/>
          <p14:tracePt t="161962" x="2070100" y="6115050"/>
          <p14:tracePt t="161978" x="1995488" y="6138863"/>
          <p14:tracePt t="161983" x="1939925" y="6157913"/>
          <p14:tracePt t="161986" x="1890713" y="6170613"/>
          <p14:tracePt t="161996" x="1858963" y="6183313"/>
          <p14:tracePt t="162008" x="1822450" y="6183313"/>
          <p14:tracePt t="162011" x="1809750" y="6183313"/>
          <p14:tracePt t="162027" x="1773238" y="6189663"/>
          <p14:tracePt t="162033" x="1766888" y="6189663"/>
          <p14:tracePt t="162041" x="1760538" y="6189663"/>
          <p14:tracePt t="162068" x="1728788" y="6189663"/>
          <p14:tracePt t="162078" x="1717675" y="6189663"/>
          <p14:tracePt t="162091" x="1704975" y="6189663"/>
          <p14:tracePt t="162107" x="1698625" y="6183313"/>
          <p14:tracePt t="162125" x="1673225" y="6164263"/>
          <p14:tracePt t="162143" x="1636713" y="6138863"/>
          <p14:tracePt t="162151" x="1611313" y="6121400"/>
          <p14:tracePt t="162156" x="1581150" y="6102350"/>
          <p14:tracePt t="162161" x="1555750" y="6096000"/>
          <p14:tracePt t="162173" x="1530350" y="6083300"/>
          <p14:tracePt t="162177" x="1493838" y="6076950"/>
          <p14:tracePt t="162188" x="1462088" y="6064250"/>
          <p14:tracePt t="162197" x="1438275" y="6059488"/>
          <p14:tracePt t="162207" x="1406525" y="6046788"/>
          <p14:tracePt t="162211" x="1393825" y="6040438"/>
          <p14:tracePt t="162225" x="1382713" y="6040438"/>
          <p14:tracePt t="162235" x="1370013" y="6034088"/>
          <p14:tracePt t="162241" x="1363663" y="6034088"/>
          <p14:tracePt t="162248" x="1357313" y="6027738"/>
          <p14:tracePt t="162250" x="1338263" y="6015038"/>
          <p14:tracePt t="162258" x="1331913" y="6015038"/>
          <p14:tracePt t="162275" x="1295400" y="6008688"/>
          <p14:tracePt t="162291" x="1258888" y="6008688"/>
          <p14:tracePt t="162310" x="1227138" y="6008688"/>
          <p14:tracePt t="162316" x="1214438" y="6008688"/>
          <p14:tracePt t="162333" x="1177925" y="6008688"/>
          <p14:tracePt t="162341" x="1171575" y="6008688"/>
          <p14:tracePt t="162354" x="1158875" y="6021388"/>
          <p14:tracePt t="162362" x="1116013" y="6034088"/>
          <p14:tracePt t="162378" x="1096963" y="6046788"/>
          <p14:tracePt t="162386" x="1071563" y="6053138"/>
          <p14:tracePt t="162394" x="1041400" y="6064250"/>
          <p14:tracePt t="162408" x="1016000" y="6070600"/>
          <p14:tracePt t="162424" x="973138" y="6076950"/>
          <p14:tracePt t="162427" x="954088" y="6089650"/>
          <p14:tracePt t="162435" x="936625" y="6089650"/>
          <p14:tracePt t="162443" x="930275" y="6089650"/>
          <p14:tracePt t="162459" x="923925" y="6089650"/>
          <p14:tracePt t="162475" x="917575" y="6089650"/>
          <p14:tracePt t="162492" x="904875" y="6089650"/>
          <p14:tracePt t="162511" x="874713" y="6070600"/>
          <p14:tracePt t="162524" x="817563" y="6053138"/>
          <p14:tracePt t="162541" x="774700" y="6040438"/>
          <p14:tracePt t="162564" x="712788" y="5991225"/>
          <p14:tracePt t="162572" x="693738" y="5972175"/>
          <p14:tracePt t="162578" x="687388" y="5965825"/>
          <p14:tracePt t="162589" x="681038" y="5959475"/>
          <p14:tracePt t="162597" x="669925" y="5953125"/>
          <p14:tracePt t="162612" x="669925" y="5946775"/>
          <p14:tracePt t="162622" x="663575" y="5940425"/>
          <p14:tracePt t="162634" x="663575" y="5935663"/>
          <p14:tracePt t="162650" x="663575" y="5922963"/>
          <p14:tracePt t="162708" x="663575" y="5916613"/>
          <p14:tracePt t="162743" x="676275" y="5916613"/>
          <p14:tracePt t="162753" x="681038" y="5916613"/>
          <p14:tracePt t="162763" x="687388" y="5916613"/>
          <p14:tracePt t="162775" x="693738" y="5916613"/>
          <p14:tracePt t="162779" x="700088" y="5916613"/>
          <p14:tracePt t="162792" x="719138" y="5922963"/>
          <p14:tracePt t="162803" x="731838" y="5935663"/>
          <p14:tracePt t="162810" x="744538" y="5940425"/>
          <p14:tracePt t="162823" x="744538" y="5946775"/>
          <p14:tracePt t="162832" x="755650" y="5946775"/>
          <p14:tracePt t="162838" x="755650" y="5953125"/>
          <p14:tracePt t="162892" x="755650" y="5965825"/>
          <p14:tracePt t="162907" x="749300" y="5972175"/>
          <p14:tracePt t="162917" x="744538" y="5984875"/>
          <p14:tracePt t="162925" x="744538" y="5991225"/>
          <p14:tracePt t="162941" x="744538" y="6002338"/>
          <p14:tracePt t="162947" x="744538" y="6015038"/>
          <p14:tracePt t="162958" x="744538" y="6021388"/>
          <p14:tracePt t="162970" x="744538" y="6027738"/>
          <p14:tracePt t="162977" x="744538" y="6034088"/>
          <p14:tracePt t="162991" x="762000" y="6040438"/>
          <p14:tracePt t="162996" x="781050" y="6053138"/>
          <p14:tracePt t="163008" x="787400" y="6059488"/>
          <p14:tracePt t="163026" x="793750" y="6064250"/>
          <p14:tracePt t="163034" x="800100" y="6064250"/>
          <p14:tracePt t="163041" x="800100" y="6070600"/>
          <p14:tracePt t="163052" x="806450" y="6070600"/>
          <p14:tracePt t="163059" x="811213" y="6076950"/>
          <p14:tracePt t="163286" x="817563" y="6076950"/>
          <p14:tracePt t="163299" x="830263" y="6076950"/>
          <p14:tracePt t="164480" x="823913" y="6076950"/>
          <p14:tracePt t="164491" x="811213" y="6096000"/>
          <p14:tracePt t="164515" x="806450" y="6102350"/>
          <p14:tracePt t="164524" x="793750" y="6115050"/>
          <p14:tracePt t="164534" x="781050" y="6121400"/>
          <p14:tracePt t="164542" x="774700" y="6121400"/>
          <p14:tracePt t="164554" x="768350" y="6127750"/>
          <p14:tracePt t="164566" x="762000" y="6127750"/>
          <p14:tracePt t="164577" x="755650" y="6127750"/>
          <p14:tracePt t="164593" x="749300" y="6127750"/>
          <p14:tracePt t="164598" x="744538" y="6127750"/>
          <p14:tracePt t="164608" x="731838" y="6121400"/>
          <p14:tracePt t="164629" x="706438" y="6070600"/>
          <p14:tracePt t="164645" x="693738" y="6027738"/>
          <p14:tracePt t="164659" x="681038" y="5997575"/>
          <p14:tracePt t="164676" x="663575" y="5953125"/>
          <p14:tracePt t="164692" x="650875" y="5916613"/>
          <p14:tracePt t="164709" x="631825" y="5891213"/>
          <p14:tracePt t="164734" x="625475" y="5891213"/>
          <p14:tracePt t="164900" x="625475" y="5897563"/>
          <p14:tracePt t="164916" x="625475" y="5916613"/>
          <p14:tracePt t="164924" x="625475" y="5922963"/>
          <p14:tracePt t="164943" x="625475" y="5935663"/>
          <p14:tracePt t="164948" x="625475" y="5953125"/>
          <p14:tracePt t="164963" x="625475" y="5978525"/>
          <p14:tracePt t="164977" x="625475" y="5997575"/>
          <p14:tracePt t="164985" x="625475" y="6002338"/>
          <p14:tracePt t="165004" x="625475" y="6021388"/>
          <p14:tracePt t="165013" x="625475" y="6027738"/>
          <p14:tracePt t="165023" x="631825" y="6034088"/>
          <p14:tracePt t="165035" x="631825" y="6046788"/>
          <p14:tracePt t="165042" x="631825" y="6053138"/>
          <p14:tracePt t="165051" x="631825" y="6059488"/>
          <p14:tracePt t="165058" x="631825" y="6070600"/>
          <p14:tracePt t="165071" x="631825" y="6083300"/>
          <p14:tracePt t="165077" x="631825" y="6089650"/>
          <p14:tracePt t="165086" x="631825" y="6096000"/>
          <p14:tracePt t="165094" x="631825" y="6115050"/>
          <p14:tracePt t="165101" x="638175" y="6121400"/>
          <p14:tracePt t="165108" x="638175" y="6127750"/>
          <p14:tracePt t="165117" x="638175" y="6138863"/>
          <p14:tracePt t="165130" x="638175" y="6145213"/>
          <p14:tracePt t="165157" x="638175" y="6157913"/>
          <p14:tracePt t="165191" x="638175" y="6164263"/>
          <p14:tracePt t="165205" x="638175" y="6170613"/>
          <p14:tracePt t="165218" x="644525" y="6176963"/>
          <p14:tracePt t="165235" x="650875" y="6183313"/>
          <p14:tracePt t="165254" x="650875" y="6189663"/>
          <p14:tracePt t="165318" x="650875" y="6194425"/>
          <p14:tracePt t="165353" x="663575" y="6194425"/>
          <p14:tracePt t="165389" x="669925" y="6170613"/>
          <p14:tracePt t="165404" x="669925" y="6157913"/>
          <p14:tracePt t="165414" x="676275" y="6089650"/>
          <p14:tracePt t="165428" x="676275" y="6040438"/>
          <p14:tracePt t="165433" x="700088" y="5903913"/>
          <p14:tracePt t="165444" x="725488" y="5848350"/>
          <p14:tracePt t="165458" x="731838" y="5786438"/>
          <p14:tracePt t="165477" x="744538" y="5743575"/>
          <p14:tracePt t="165492" x="744538" y="5724525"/>
          <p14:tracePt t="165509" x="744538" y="5718175"/>
          <p14:tracePt t="165593" x="744538" y="5743575"/>
          <p14:tracePt t="165602" x="744538" y="5748338"/>
          <p14:tracePt t="165610" x="744538" y="5773738"/>
          <p14:tracePt t="165627" x="744538" y="5805488"/>
          <p14:tracePt t="165636" x="749300" y="5835650"/>
          <p14:tracePt t="165643" x="749300" y="5842000"/>
          <p14:tracePt t="165654" x="755650" y="5854700"/>
          <p14:tracePt t="165663" x="755650" y="5884863"/>
          <p14:tracePt t="165670" x="768350" y="5897563"/>
          <p14:tracePt t="165678" x="768350" y="5929313"/>
          <p14:tracePt t="165693" x="774700" y="5972175"/>
          <p14:tracePt t="165698" x="774700" y="5984875"/>
          <p14:tracePt t="165708" x="787400" y="6015038"/>
          <p14:tracePt t="165725" x="787400" y="6027738"/>
          <p14:tracePt t="165732" x="787400" y="6040438"/>
          <p14:tracePt t="165741" x="793750" y="6046788"/>
          <p14:tracePt t="165751" x="793750" y="6053138"/>
          <p14:tracePt t="165758" x="793750" y="6064250"/>
          <p14:tracePt t="165940" x="800100" y="6064250"/>
          <p14:tracePt t="165965" x="800100" y="6059488"/>
          <p14:tracePt t="165976" x="800100" y="6053138"/>
          <p14:tracePt t="165990" x="800100" y="6046788"/>
          <p14:tracePt t="166013" x="806450" y="6046788"/>
          <p14:tracePt t="166133" x="811213" y="6046788"/>
          <p14:tracePt t="166148" x="817563" y="6046788"/>
          <p14:tracePt t="166163" x="823913" y="6046788"/>
          <p14:tracePt t="166172" x="836613" y="6046788"/>
          <p14:tracePt t="166180" x="842963" y="6046788"/>
          <p14:tracePt t="166196" x="849313" y="6046788"/>
          <p14:tracePt t="166201" x="862013" y="6046788"/>
          <p14:tracePt t="166207" x="879475" y="6040438"/>
          <p14:tracePt t="166215" x="898525" y="6040438"/>
          <p14:tracePt t="166221" x="923925" y="6027738"/>
          <p14:tracePt t="166232" x="960438" y="6021388"/>
          <p14:tracePt t="166241" x="1028700" y="6008688"/>
          <p14:tracePt t="166245" x="1103313" y="5997575"/>
          <p14:tracePt t="166254" x="1128713" y="5997575"/>
          <p14:tracePt t="166263" x="1233488" y="5972175"/>
          <p14:tracePt t="166268" x="1363663" y="5946775"/>
          <p14:tracePt t="166273" x="1530350" y="5903913"/>
          <p14:tracePt t="166284" x="1822450" y="5835650"/>
          <p14:tracePt t="166291" x="2287588" y="5724525"/>
          <p14:tracePt t="166309" x="3508375" y="5513388"/>
          <p14:tracePt t="166326" x="5151438" y="5278438"/>
          <p14:tracePt t="166333" x="6105525" y="5148263"/>
          <p14:tracePt t="166341" x="6961188" y="5018088"/>
          <p14:tracePt t="166348" x="7847013" y="4887913"/>
          <p14:tracePt t="166358" x="8634413" y="4757738"/>
          <p14:tracePt t="166363" x="9428163" y="4633913"/>
          <p14:tracePt t="166373" x="10083800" y="4535488"/>
          <p14:tracePt t="166382" x="10668000" y="4467225"/>
          <p14:tracePt t="166393" x="11156950" y="4398963"/>
          <p14:tracePt t="166409" x="11837988" y="4330700"/>
          <p14:tracePt t="166428" x="11968163" y="4318000"/>
          <p14:tracePt t="166433" x="11974513" y="4318000"/>
          <p14:tracePt t="166484" x="11963400" y="4324350"/>
          <p14:tracePt t="166496" x="11950700" y="4330700"/>
          <p14:tracePt t="166500" x="11918950" y="4337050"/>
          <p14:tracePt t="166517" x="11826875" y="4367213"/>
          <p14:tracePt t="166534" x="11733213" y="4416425"/>
          <p14:tracePt t="166545" x="11664950" y="4441825"/>
          <p14:tracePt t="166565" x="11528425" y="4497388"/>
          <p14:tracePt t="166570" x="11453813" y="4522788"/>
          <p14:tracePt t="166589" x="11250613" y="4572000"/>
          <p14:tracePt t="166598" x="11150600" y="4584700"/>
          <p14:tracePt t="166605" x="11063288" y="4597400"/>
          <p14:tracePt t="166613" x="10933113" y="4608513"/>
          <p14:tracePt t="166629" x="10679113" y="4621213"/>
          <p14:tracePt t="166646" x="10418763" y="4621213"/>
          <p14:tracePt t="166663" x="10220325" y="4621213"/>
          <p14:tracePt t="166676" x="10004425" y="4603750"/>
          <p14:tracePt t="166696" x="9842500" y="4565650"/>
          <p14:tracePt t="166701" x="9818688" y="4546600"/>
          <p14:tracePt t="166708" x="9812338" y="4540250"/>
          <p14:tracePt t="166720" x="9793288" y="4529138"/>
          <p14:tracePt t="166725" x="9774238" y="4497388"/>
          <p14:tracePt t="166731" x="9756775" y="4460875"/>
          <p14:tracePt t="166750" x="9725025" y="4349750"/>
          <p14:tracePt t="166758" x="9712325" y="4281488"/>
          <p14:tracePt t="166775" x="9688513" y="4168775"/>
          <p14:tracePt t="166796" x="9688513" y="3970338"/>
          <p14:tracePt t="166800" x="9688513" y="3903663"/>
          <p14:tracePt t="166811" x="9688513" y="3835400"/>
          <p14:tracePt t="166820" x="9694863" y="3748088"/>
          <p14:tracePt t="166826" x="9712325" y="3722688"/>
          <p14:tracePt t="166841" x="9718675" y="3705225"/>
          <p14:tracePt t="166845" x="9761538" y="3673475"/>
          <p14:tracePt t="166855" x="9786938" y="3667125"/>
          <p14:tracePt t="166867" x="9842500" y="3654425"/>
          <p14:tracePt t="166876" x="9891713" y="3654425"/>
          <p14:tracePt t="166895" x="9991725" y="3654425"/>
          <p14:tracePt t="166900" x="10066338" y="3660775"/>
          <p14:tracePt t="166904" x="10134600" y="3686175"/>
          <p14:tracePt t="166915" x="10209213" y="3711575"/>
          <p14:tracePt t="166926" x="10264775" y="3735388"/>
          <p14:tracePt t="166933" x="10320338" y="3754438"/>
          <p14:tracePt t="166949" x="10388600" y="3816350"/>
          <p14:tracePt t="166958" x="10425113" y="3871913"/>
          <p14:tracePt t="166975" x="10474325" y="3946525"/>
          <p14:tracePt t="166979" x="10512425" y="4021138"/>
          <p14:tracePt t="166993" x="10531475" y="4076700"/>
          <p14:tracePt t="166997" x="10542588" y="4113213"/>
          <p14:tracePt t="167001" x="10542588" y="4144963"/>
          <p14:tracePt t="167011" x="10542588" y="4181475"/>
          <p14:tracePt t="167030" x="10506075" y="4262438"/>
          <p14:tracePt t="167046" x="10469563" y="4318000"/>
          <p14:tracePt t="167050" x="10444163" y="4337050"/>
          <p14:tracePt t="167058" x="10375900" y="4392613"/>
          <p14:tracePt t="167075" x="10245725" y="4441825"/>
          <p14:tracePt t="167094" x="10152063" y="4460875"/>
          <p14:tracePt t="167100" x="10083800" y="4460875"/>
          <p14:tracePt t="167104" x="10004425" y="4460875"/>
          <p14:tracePt t="167114" x="9886950" y="4460875"/>
          <p14:tracePt t="167131" x="9705975" y="4460875"/>
          <p14:tracePt t="167139" x="9588500" y="4460875"/>
          <p14:tracePt t="167147" x="9490075" y="4454525"/>
          <p14:tracePt t="167158" x="9402763" y="4441825"/>
          <p14:tracePt t="167161" x="9334500" y="4416425"/>
          <p14:tracePt t="167176" x="9304338" y="4386263"/>
          <p14:tracePt t="167179" x="9272588" y="4360863"/>
          <p14:tracePt t="167193" x="9266238" y="4330700"/>
          <p14:tracePt t="167210" x="9197975" y="4119563"/>
          <p14:tracePt t="167231" x="9185275" y="3952875"/>
          <p14:tracePt t="167242" x="9185275" y="3773488"/>
          <p14:tracePt t="167252" x="9197975" y="3716338"/>
          <p14:tracePt t="167260" x="9247188" y="3636963"/>
          <p14:tracePt t="167267" x="9297988" y="3581400"/>
          <p14:tracePt t="167283" x="9434513" y="3481388"/>
          <p14:tracePt t="167290" x="9501188" y="3444875"/>
          <p14:tracePt t="167298" x="9575800" y="3406775"/>
          <p14:tracePt t="167309" x="9694863" y="3382963"/>
          <p14:tracePt t="167328" x="9886950" y="3344863"/>
          <p14:tracePt t="167332" x="9966325" y="3344863"/>
          <p14:tracePt t="167335" x="10053638" y="3344863"/>
          <p14:tracePt t="167347" x="10134600" y="3351213"/>
          <p14:tracePt t="167360" x="10356850" y="3419475"/>
          <p14:tracePt t="167370" x="10463213" y="3468688"/>
          <p14:tracePt t="167384" x="10629900" y="3568700"/>
          <p14:tracePt t="167394" x="10691813" y="3649663"/>
          <p14:tracePt t="167409" x="10791825" y="3778250"/>
          <p14:tracePt t="167426" x="10847388" y="3927475"/>
          <p14:tracePt t="167443" x="10860088" y="4064000"/>
          <p14:tracePt t="167452" x="10860088" y="4113213"/>
          <p14:tracePt t="167459" x="10853738" y="4168775"/>
          <p14:tracePt t="167465" x="10828338" y="4194175"/>
          <p14:tracePt t="167484" x="10691813" y="4305300"/>
          <p14:tracePt t="167504" x="10636250" y="4343400"/>
          <p14:tracePt t="167512" x="10593388" y="4360863"/>
          <p14:tracePt t="167526" x="10463213" y="4411663"/>
          <p14:tracePt t="167542" x="10245725" y="4435475"/>
          <p14:tracePt t="167563" x="9998075" y="4448175"/>
          <p14:tracePt t="167571" x="9910763" y="4448175"/>
          <p14:tracePt t="167578" x="9891713" y="4441825"/>
          <p14:tracePt t="167587" x="9842500" y="4422775"/>
          <p14:tracePt t="167594" x="9799638" y="4392613"/>
          <p14:tracePt t="167601" x="9767888" y="4360863"/>
          <p14:tracePt t="167609" x="9737725" y="4305300"/>
          <p14:tracePt t="167627" x="9705975" y="4206875"/>
          <p14:tracePt t="167642" x="9682163" y="4070350"/>
          <p14:tracePt t="167661" x="9682163" y="3970338"/>
          <p14:tracePt t="167666" x="9688513" y="3914775"/>
          <p14:tracePt t="167675" x="9705975" y="3841750"/>
          <p14:tracePt t="167693" x="9744075" y="3784600"/>
          <p14:tracePt t="167700" x="9761538" y="3773488"/>
          <p14:tracePt t="167717" x="9812338" y="3741738"/>
          <p14:tracePt t="167725" x="9861550" y="3722688"/>
          <p14:tracePt t="167732" x="9917113" y="3711575"/>
          <p14:tracePt t="167736" x="9942513" y="3711575"/>
          <p14:tracePt t="167747" x="9991725" y="3711575"/>
          <p14:tracePt t="167759" x="10028238" y="3711575"/>
          <p14:tracePt t="167765" x="10079038" y="3711575"/>
          <p14:tracePt t="167779" x="10264775" y="3729038"/>
          <p14:tracePt t="167785" x="10350500" y="3754438"/>
          <p14:tracePt t="167797" x="10474325" y="3810000"/>
          <p14:tracePt t="167811" x="10636250" y="3908425"/>
          <p14:tracePt t="167826" x="10710863" y="3995738"/>
          <p14:tracePt t="167844" x="10772775" y="4113213"/>
          <p14:tracePt t="167860" x="10779125" y="4219575"/>
          <p14:tracePt t="167865" x="10779125" y="4230688"/>
          <p14:tracePt t="167876" x="10779125" y="4268788"/>
          <p14:tracePt t="167894" x="10723563" y="4379913"/>
          <p14:tracePt t="167910" x="10636250" y="4441825"/>
          <p14:tracePt t="167917" x="10561638" y="4467225"/>
          <p14:tracePt t="167925" x="10525125" y="4473575"/>
          <p14:tracePt t="167932" x="10469563" y="4484688"/>
          <p14:tracePt t="167943" x="10401300" y="4497388"/>
          <p14:tracePt t="167948" x="10350500" y="4510088"/>
          <p14:tracePt t="167953" x="10282238" y="4510088"/>
          <p14:tracePt t="167963" x="10226675" y="4510088"/>
          <p14:tracePt t="167977" x="10109200" y="4510088"/>
          <p14:tracePt t="167993" x="10017125" y="4497388"/>
          <p14:tracePt t="168013" x="9948863" y="4448175"/>
          <p14:tracePt t="168021" x="9917113" y="4405313"/>
          <p14:tracePt t="168026" x="9898063" y="4360863"/>
          <p14:tracePt t="168037" x="9874250" y="4292600"/>
          <p14:tracePt t="168044" x="9855200" y="4249738"/>
          <p14:tracePt t="168054" x="9842500" y="4181475"/>
          <p14:tracePt t="168062" x="9842500" y="4144963"/>
          <p14:tracePt t="168068" x="9842500" y="4095750"/>
          <p14:tracePt t="168079" x="9842500" y="3995738"/>
          <p14:tracePt t="168083" x="9842500" y="3897313"/>
          <p14:tracePt t="168094" x="9848850" y="3790950"/>
          <p14:tracePt t="168097" x="9861550" y="3711575"/>
          <p14:tracePt t="168108" x="9898063" y="3617913"/>
          <p14:tracePt t="168126" x="9991725" y="3513138"/>
          <p14:tracePt t="168132" x="10047288" y="3481388"/>
          <p14:tracePt t="168151" x="10177463" y="3419475"/>
          <p14:tracePt t="168159" x="10282238" y="3395663"/>
          <p14:tracePt t="168164" x="10363200" y="3382963"/>
          <p14:tracePt t="168178" x="10629900" y="3382963"/>
          <p14:tracePt t="168200" x="10834688" y="3432175"/>
          <p14:tracePt t="168207" x="10909300" y="3481388"/>
          <p14:tracePt t="168212" x="10952163" y="3524250"/>
          <p14:tracePt t="168235" x="11045825" y="3679825"/>
          <p14:tracePt t="168242" x="11056938" y="3767138"/>
          <p14:tracePt t="168258" x="11069638" y="3852863"/>
          <p14:tracePt t="168265" x="11069638" y="3952875"/>
          <p14:tracePt t="168271" x="11069638" y="4032250"/>
          <p14:tracePt t="168283" x="11039475" y="4157663"/>
          <p14:tracePt t="168299" x="10983913" y="4256088"/>
          <p14:tracePt t="168307" x="10939463" y="4292600"/>
          <p14:tracePt t="168319" x="10883900" y="4324350"/>
          <p14:tracePt t="168327" x="10841038" y="4354513"/>
          <p14:tracePt t="168344" x="10760075" y="4386263"/>
          <p14:tracePt t="168347" x="10723563" y="4398963"/>
          <p14:tracePt t="168361" x="10629900" y="4411663"/>
          <p14:tracePt t="168378" x="10542588" y="4411663"/>
          <p14:tracePt t="168386" x="10518775" y="4398963"/>
          <p14:tracePt t="168393" x="10474325" y="4367213"/>
          <p14:tracePt t="168404" x="10450513" y="4337050"/>
          <p14:tracePt t="168411" x="10407650" y="4305300"/>
          <p14:tracePt t="168426" x="10339388" y="4200525"/>
          <p14:tracePt t="168445" x="10294938" y="4076700"/>
          <p14:tracePt t="168461" x="10271125" y="3952875"/>
          <p14:tracePt t="168479" x="10271125" y="3852863"/>
          <p14:tracePt t="168486" x="10271125" y="3816350"/>
          <p14:tracePt t="168498" x="10294938" y="3773488"/>
          <p14:tracePt t="168502" x="10320338" y="3741738"/>
          <p14:tracePt t="168509" x="10350500" y="3716338"/>
          <p14:tracePt t="168527" x="10407650" y="3692525"/>
          <p14:tracePt t="168533" x="10431463" y="3686175"/>
          <p14:tracePt t="168537" x="10474325" y="3667125"/>
          <p14:tracePt t="168549" x="10531475" y="3654425"/>
          <p14:tracePt t="168560" x="10629900" y="3654425"/>
          <p14:tracePt t="168579" x="10672763" y="3667125"/>
          <p14:tracePt t="168586" x="10691813" y="3686175"/>
          <p14:tracePt t="168603" x="10734675" y="3778250"/>
          <p14:tracePt t="168619" x="10753725" y="3835400"/>
          <p14:tracePt t="168629" x="10766425" y="3871913"/>
          <p14:tracePt t="168645" x="10815638" y="4002088"/>
          <p14:tracePt t="168652" x="10821988" y="4051300"/>
          <p14:tracePt t="168666" x="10821988" y="4083050"/>
          <p14:tracePt t="168669" x="10821988" y="4119563"/>
          <p14:tracePt t="168677" x="10821988" y="4144963"/>
          <p14:tracePt t="168694" x="10809288" y="4206875"/>
          <p14:tracePt t="168700" x="10802938" y="4224338"/>
          <p14:tracePt t="168709" x="10785475" y="4256088"/>
          <p14:tracePt t="168713" x="10779125" y="4262438"/>
          <p14:tracePt t="168733" x="10734675" y="4305300"/>
          <p14:tracePt t="168746" x="10610850" y="4349750"/>
          <p14:tracePt t="168766" x="10487025" y="4367213"/>
          <p14:tracePt t="168783" x="10412413" y="4379913"/>
          <p14:tracePt t="168793" x="10313988" y="4379913"/>
          <p14:tracePt t="168804" x="10245725" y="4379913"/>
          <p14:tracePt t="168813" x="10177463" y="4379913"/>
          <p14:tracePt t="168819" x="10109200" y="4373563"/>
          <p14:tracePt t="168829" x="10040938" y="4360863"/>
          <p14:tracePt t="168844" x="9955213" y="4311650"/>
          <p14:tracePt t="168860" x="9929813" y="4275138"/>
          <p14:tracePt t="168867" x="9917113" y="4262438"/>
          <p14:tracePt t="168878" x="9917113" y="4230688"/>
          <p14:tracePt t="168883" x="9917113" y="4219575"/>
          <p14:tracePt t="168898" x="9948863" y="4181475"/>
          <p14:tracePt t="168905" x="9991725" y="4151313"/>
          <p14:tracePt t="168916" x="10017125" y="4132263"/>
          <p14:tracePt t="168927" x="10047288" y="4106863"/>
          <p14:tracePt t="168932" x="10072688" y="4095750"/>
          <p14:tracePt t="168937" x="10115550" y="4064000"/>
          <p14:tracePt t="168952" x="10152063" y="4044950"/>
          <p14:tracePt t="168957" x="10196513" y="4014788"/>
          <p14:tracePt t="168962" x="10258425" y="3976688"/>
          <p14:tracePt t="168969" x="10282238" y="3970338"/>
          <p14:tracePt t="168986" x="10326688" y="3940175"/>
          <p14:tracePt t="169002" x="10363200" y="3927475"/>
          <p14:tracePt t="169014" x="10375900" y="3927475"/>
          <p14:tracePt t="169030" x="10407650" y="3914775"/>
          <p14:tracePt t="169034" x="10418763" y="3914775"/>
          <p14:tracePt t="169053" x="10463213" y="3914775"/>
          <p14:tracePt t="169065" x="10487025" y="3921125"/>
          <p14:tracePt t="169067" x="10531475" y="3940175"/>
          <p14:tracePt t="169076" x="10574338" y="3970338"/>
          <p14:tracePt t="169094" x="10661650" y="4032250"/>
          <p14:tracePt t="169098" x="10704513" y="4083050"/>
          <p14:tracePt t="169109" x="10723563" y="4100513"/>
          <p14:tracePt t="169132" x="10785475" y="4219575"/>
          <p14:tracePt t="169143" x="10791825" y="4249738"/>
          <p14:tracePt t="169156" x="10791825" y="4298950"/>
          <p14:tracePt t="169162" x="10791825" y="4318000"/>
          <p14:tracePt t="169172" x="10791825" y="4324350"/>
          <p14:tracePt t="169178" x="10772775" y="4337050"/>
          <p14:tracePt t="169185" x="10760075" y="4337050"/>
          <p14:tracePt t="169195" x="10741025" y="4349750"/>
          <p14:tracePt t="169201" x="10691813" y="4367213"/>
          <p14:tracePt t="169222" x="10636250" y="4367213"/>
          <p14:tracePt t="169227" x="10599738" y="4379913"/>
          <p14:tracePt t="169234" x="10548938" y="4379913"/>
          <p14:tracePt t="169243" x="10493375" y="4379913"/>
          <p14:tracePt t="169254" x="10456863" y="4373563"/>
          <p14:tracePt t="169261" x="10401300" y="4349750"/>
          <p14:tracePt t="169268" x="10363200" y="4343400"/>
          <p14:tracePt t="169291" x="10264775" y="4281488"/>
          <p14:tracePt t="169298" x="10196513" y="4237038"/>
          <p14:tracePt t="169301" x="10164763" y="4194175"/>
          <p14:tracePt t="169312" x="10115550" y="4151313"/>
          <p14:tracePt t="169315" x="10096500" y="4095750"/>
          <p14:tracePt t="169328" x="10083800" y="4057650"/>
          <p14:tracePt t="169333" x="10059988" y="3983038"/>
          <p14:tracePt t="169345" x="10059988" y="3884613"/>
          <p14:tracePt t="169363" x="10059988" y="3841750"/>
          <p14:tracePt t="169371" x="10079038" y="3778250"/>
          <p14:tracePt t="169377" x="10096500" y="3735388"/>
          <p14:tracePt t="169389" x="10128250" y="3692525"/>
          <p14:tracePt t="169395" x="10158413" y="3673475"/>
          <p14:tracePt t="169403" x="10183813" y="3667125"/>
          <p14:tracePt t="169413" x="10202863" y="3654425"/>
          <p14:tracePt t="169424" x="10226675" y="3649663"/>
          <p14:tracePt t="169437" x="10294938" y="3636963"/>
          <p14:tracePt t="169447" x="10333038" y="3630613"/>
          <p14:tracePt t="169450" x="10344150" y="3630613"/>
          <p14:tracePt t="169460" x="10401300" y="3636963"/>
          <p14:tracePt t="169477" x="10518775" y="3716338"/>
          <p14:tracePt t="169493" x="10623550" y="3822700"/>
          <p14:tracePt t="169516" x="10698163" y="3995738"/>
          <p14:tracePt t="169523" x="10710863" y="4044950"/>
          <p14:tracePt t="169532" x="10710863" y="4083050"/>
          <p14:tracePt t="169549" x="10710863" y="4100513"/>
          <p14:tracePt t="169564" x="10704513" y="4200525"/>
          <p14:tracePt t="169571" x="10679113" y="4230688"/>
          <p14:tracePt t="169578" x="10648950" y="4262438"/>
          <p14:tracePt t="169590" x="10629900" y="4268788"/>
          <p14:tracePt t="169598" x="10593388" y="4286250"/>
          <p14:tracePt t="169607" x="10555288" y="4298950"/>
          <p14:tracePt t="169616" x="10531475" y="4298950"/>
          <p14:tracePt t="169625" x="10487025" y="4305300"/>
          <p14:tracePt t="169631" x="10437813" y="4305300"/>
          <p14:tracePt t="169635" x="10401300" y="4305300"/>
          <p14:tracePt t="169647" x="10363200" y="4305300"/>
          <p14:tracePt t="169660" x="10271125" y="4262438"/>
          <p14:tracePt t="169676" x="10209213" y="4200525"/>
          <p14:tracePt t="169692" x="10152063" y="4089400"/>
          <p14:tracePt t="169710" x="10128250" y="4002088"/>
          <p14:tracePt t="169727" x="10128250" y="3927475"/>
          <p14:tracePt t="169738" x="10128250" y="3890963"/>
          <p14:tracePt t="169744" x="10134600" y="3841750"/>
          <p14:tracePt t="169753" x="10140950" y="3822700"/>
          <p14:tracePt t="169762" x="10158413" y="3803650"/>
          <p14:tracePt t="169769" x="10164763" y="3797300"/>
          <p14:tracePt t="169781" x="10171113" y="3797300"/>
          <p14:tracePt t="169795" x="10196513" y="3797300"/>
          <p14:tracePt t="169813" x="10226675" y="3797300"/>
          <p14:tracePt t="169828" x="10264775" y="3846513"/>
          <p14:tracePt t="169848" x="10313988" y="3914775"/>
          <p14:tracePt t="169853" x="10339388" y="3983038"/>
          <p14:tracePt t="169859" x="10344150" y="4014788"/>
          <p14:tracePt t="169873" x="10356850" y="4064000"/>
          <p14:tracePt t="169879" x="10369550" y="4119563"/>
          <p14:tracePt t="169886" x="10369550" y="4144963"/>
          <p14:tracePt t="169899" x="10363200" y="4219575"/>
          <p14:tracePt t="169912" x="10356850" y="4237038"/>
          <p14:tracePt t="169915" x="10339388" y="4243388"/>
          <p14:tracePt t="169926" x="10333038" y="4262438"/>
          <p14:tracePt t="169929" x="10313988" y="4262438"/>
          <p14:tracePt t="169944" x="10288588" y="4268788"/>
          <p14:tracePt t="169948" x="10271125" y="4268788"/>
          <p14:tracePt t="169962" x="10252075" y="4268788"/>
          <p14:tracePt t="169974" x="10233025" y="4268788"/>
          <p14:tracePt t="169982" x="10226675" y="4268788"/>
          <p14:tracePt t="169990" x="10220325" y="4268788"/>
          <p14:tracePt t="169998" x="10213975" y="4268788"/>
          <p14:tracePt t="170013" x="10196513" y="4237038"/>
          <p14:tracePt t="170019" x="10196513" y="4219575"/>
          <p14:tracePt t="170029" x="10190163" y="4206875"/>
          <p14:tracePt t="170045" x="10190163" y="4187825"/>
          <p14:tracePt t="170067" x="10183813" y="4181475"/>
          <p14:tracePt t="170083" x="10171113" y="4181475"/>
          <p14:tracePt t="170095" x="10158413" y="4200525"/>
          <p14:tracePt t="170099" x="10140950" y="4249738"/>
          <p14:tracePt t="170114" x="10083800" y="4349750"/>
          <p14:tracePt t="170131" x="10021888" y="4422775"/>
          <p14:tracePt t="170139" x="9959975" y="4484688"/>
          <p14:tracePt t="170148" x="9867900" y="4578350"/>
          <p14:tracePt t="170168" x="9725025" y="4689475"/>
          <p14:tracePt t="170177" x="9551988" y="4819650"/>
          <p14:tracePt t="170194" x="8566150" y="5216525"/>
          <p14:tracePt t="170209" x="8101013" y="5327650"/>
          <p14:tracePt t="170226" x="6632575" y="5545138"/>
          <p14:tracePt t="170244" x="5578475" y="5613400"/>
          <p14:tracePt t="170260" x="4791075" y="5630863"/>
          <p14:tracePt t="170267" x="4487863" y="5630863"/>
          <p14:tracePt t="170291" x="4010025" y="5630863"/>
          <p14:tracePt t="170298" x="3730625" y="5600700"/>
          <p14:tracePt t="170318" x="3508375" y="5545138"/>
          <p14:tracePt t="170323" x="3421063" y="5507038"/>
          <p14:tracePt t="170333" x="3390900" y="5489575"/>
          <p14:tracePt t="170346" x="3365500" y="5445125"/>
          <p14:tracePt t="170363" x="3340100" y="5414963"/>
          <p14:tracePt t="170379" x="3309938" y="5359400"/>
          <p14:tracePt t="170386" x="3290888" y="5340350"/>
          <p14:tracePt t="170393" x="3284538" y="5340350"/>
          <p14:tracePt t="170403" x="3260725" y="5340350"/>
          <p14:tracePt t="170414" x="3248025" y="5340350"/>
          <p14:tracePt t="170426" x="3192463" y="5340350"/>
          <p14:tracePt t="170444" x="3124200" y="5370513"/>
          <p14:tracePt t="170459" x="3043238" y="5500688"/>
          <p14:tracePt t="170477" x="3000375" y="5607050"/>
          <p14:tracePt t="170484" x="2974975" y="5656263"/>
          <p14:tracePt t="170495" x="2925763" y="5748338"/>
          <p14:tracePt t="170509" x="2838450" y="5878513"/>
          <p14:tracePt t="170524" x="2814638" y="5910263"/>
          <p14:tracePt t="170530" x="2727325" y="5959475"/>
          <p14:tracePt t="170538" x="2659063" y="5984875"/>
          <p14:tracePt t="170546" x="2584450" y="6021388"/>
          <p14:tracePt t="170561" x="2516188" y="6040438"/>
          <p14:tracePt t="170578" x="2411413" y="6064250"/>
          <p14:tracePt t="170595" x="2249488" y="6102350"/>
          <p14:tracePt t="170613" x="2051050" y="6115050"/>
          <p14:tracePt t="170617" x="1952625" y="6115050"/>
          <p14:tracePt t="170631" x="1852613" y="6115050"/>
          <p14:tracePt t="170647" x="1698625" y="6096000"/>
          <p14:tracePt t="170661" x="1654175" y="6064250"/>
          <p14:tracePt t="170665" x="1636713" y="6053138"/>
          <p14:tracePt t="170677" x="1624013" y="6034088"/>
          <p14:tracePt t="170694" x="1624013" y="6008688"/>
          <p14:tracePt t="170698" x="1630363" y="5984875"/>
          <p14:tracePt t="170710" x="1643063" y="5965825"/>
          <p14:tracePt t="170715" x="1654175" y="5965825"/>
          <p14:tracePt t="170724" x="1666875" y="5953125"/>
          <p14:tracePt t="170731" x="1692275" y="5953125"/>
          <p14:tracePt t="170751" x="1735138" y="5940425"/>
          <p14:tracePt t="170766" x="1766888" y="5935663"/>
          <p14:tracePt t="170778" x="1878013" y="5922963"/>
          <p14:tracePt t="170797" x="2020888" y="5910263"/>
          <p14:tracePt t="170813" x="2095500" y="5910263"/>
          <p14:tracePt t="170827" x="2243138" y="5910263"/>
          <p14:tracePt t="170847" x="2330450" y="5916613"/>
          <p14:tracePt t="170863" x="2349500" y="5935663"/>
          <p14:tracePt t="170880" x="2355850" y="5940425"/>
          <p14:tracePt t="170884" x="2355850" y="5953125"/>
          <p14:tracePt t="170894" x="2355850" y="5959475"/>
          <p14:tracePt t="170898" x="2343150" y="5978525"/>
          <p14:tracePt t="170911" x="2336800" y="5984875"/>
          <p14:tracePt t="170917" x="2324100" y="5991225"/>
          <p14:tracePt t="170934" x="2305050" y="6008688"/>
          <p14:tracePt t="170945" x="2305050" y="6015038"/>
          <p14:tracePt t="170960" x="2305050" y="6021388"/>
          <p14:tracePt t="170976" x="2305050" y="6034088"/>
          <p14:tracePt t="170996" x="2305050" y="6040438"/>
          <p14:tracePt t="171018" x="2311400" y="6040438"/>
          <p14:tracePt t="171037" x="2324100" y="6040438"/>
          <p14:tracePt t="171044" x="2330450" y="6027738"/>
          <p14:tracePt t="171060" x="2362200" y="6021388"/>
          <p14:tracePt t="171077" x="2405063" y="6021388"/>
          <p14:tracePt t="171095" x="2503488" y="6021388"/>
          <p14:tracePt t="171100" x="2541588" y="6021388"/>
          <p14:tracePt t="171116" x="2616200" y="6027738"/>
          <p14:tracePt t="171129" x="2695575" y="6064250"/>
          <p14:tracePt t="171140" x="2752725" y="6108700"/>
          <p14:tracePt t="171147" x="2782888" y="6138863"/>
          <p14:tracePt t="171161" x="2808288" y="6170613"/>
          <p14:tracePt t="171164" x="2825750" y="6183313"/>
          <p14:tracePt t="171168" x="2857500" y="6200775"/>
          <p14:tracePt t="171177" x="2876550" y="6219825"/>
          <p14:tracePt t="171194" x="2894013" y="6238875"/>
          <p14:tracePt t="171210" x="2932113" y="6262688"/>
          <p14:tracePt t="171227" x="2962275" y="6262688"/>
          <p14:tracePt t="171234" x="2987675" y="6262688"/>
          <p14:tracePt t="171243" x="3024188" y="6262688"/>
          <p14:tracePt t="171252" x="3074988" y="6262688"/>
          <p14:tracePt t="171259" x="3130550" y="6256338"/>
          <p14:tracePt t="171270" x="3167063" y="6251575"/>
          <p14:tracePt t="171277" x="3241675" y="6226175"/>
          <p14:tracePt t="171281" x="3254375" y="6213475"/>
          <p14:tracePt t="171290" x="3290888" y="6207125"/>
          <p14:tracePt t="171297" x="3335338" y="6183313"/>
          <p14:tracePt t="171310" x="3365500" y="6170613"/>
          <p14:tracePt t="171328" x="3433763" y="6138863"/>
          <p14:tracePt t="171348" x="3470275" y="6132513"/>
          <p14:tracePt t="171354" x="3495675" y="6132513"/>
          <p14:tracePt t="171372" x="3514725" y="6132513"/>
          <p14:tracePt t="171386" x="3521075" y="6127750"/>
          <p14:tracePt t="171394" x="3527425" y="6127750"/>
          <p14:tracePt t="171420" x="3557588" y="6108700"/>
          <p14:tracePt t="171430" x="3576638" y="6102350"/>
          <p14:tracePt t="171435" x="3589338" y="6096000"/>
          <p14:tracePt t="171448" x="3619500" y="6083300"/>
          <p14:tracePt t="171459" x="3687763" y="6046788"/>
          <p14:tracePt t="171475" x="3756025" y="6015038"/>
          <p14:tracePt t="171495" x="3787775" y="6008688"/>
          <p14:tracePt t="171501" x="3811588" y="5997575"/>
          <p14:tracePt t="171509" x="3817938" y="5997575"/>
          <p14:tracePt t="171516" x="3817938" y="5991225"/>
          <p14:tracePt t="171522" x="3830638" y="5991225"/>
          <p14:tracePt t="171668" x="3836988" y="5991225"/>
          <p14:tracePt t="171677" x="3843338" y="5984875"/>
          <p14:tracePt t="171702" x="3849688" y="5978525"/>
          <p14:tracePt t="171707" x="3856038" y="5978525"/>
          <p14:tracePt t="171724" x="3856038" y="5972175"/>
          <p14:tracePt t="171775" x="3860800" y="5972175"/>
          <p14:tracePt t="171789" x="3860800" y="5965825"/>
          <p14:tracePt t="171799" x="3867150" y="5965825"/>
          <p14:tracePt t="171818" x="3873500" y="5959475"/>
          <p14:tracePt t="171928" x="3873500" y="5953125"/>
          <p14:tracePt t="171947" x="3873500" y="5940425"/>
          <p14:tracePt t="171974" x="3873500" y="5935663"/>
          <p14:tracePt t="171987" x="3873500" y="5929313"/>
          <p14:tracePt t="172004" x="3873500" y="5922963"/>
          <p14:tracePt t="172020" x="3873500" y="5916613"/>
          <p14:tracePt t="172031" x="3873500" y="5910263"/>
          <p14:tracePt t="172060" x="3873500" y="5903913"/>
          <p14:tracePt t="172099" x="3873500" y="5891213"/>
          <p14:tracePt t="172164" x="3873500" y="5884863"/>
          <p14:tracePt t="172911" x="3873500" y="5878513"/>
          <p14:tracePt t="173047" x="3873500" y="5873750"/>
          <p14:tracePt t="173058" x="3873500" y="5867400"/>
          <p14:tracePt t="173072" x="3873500" y="5861050"/>
          <p14:tracePt t="173090" x="3873500" y="5842000"/>
          <p14:tracePt t="173101" x="3873500" y="5835650"/>
          <p14:tracePt t="173114" x="3873500" y="5829300"/>
          <p14:tracePt t="173131" x="3873500" y="5822950"/>
          <p14:tracePt t="173604" x="3873500" y="5810250"/>
          <p14:tracePt t="173614" x="3873500" y="5799138"/>
          <p14:tracePt t="173632" x="3873500" y="5786438"/>
          <p14:tracePt t="173644" x="3873500" y="5780088"/>
          <p14:tracePt t="173845" x="3873500" y="5773738"/>
          <p14:tracePt t="173859" x="3873500" y="5767388"/>
          <p14:tracePt t="173877" x="3873500" y="5761038"/>
          <p14:tracePt t="173898" x="3873500" y="5737225"/>
          <p14:tracePt t="173913" x="3873500" y="5724525"/>
          <p14:tracePt t="173944" x="3873500" y="5718175"/>
          <p14:tracePt t="173960" x="3873500" y="5711825"/>
          <p14:tracePt t="174148" x="3867150" y="5711825"/>
          <p14:tracePt t="174179" x="3860800" y="5711825"/>
          <p14:tracePt t="174206" x="3860800" y="5718175"/>
          <p14:tracePt t="174348" x="3856038" y="5705475"/>
          <p14:tracePt t="174360" x="3856038" y="5692775"/>
          <p14:tracePt t="174367" x="3843338" y="5668963"/>
          <p14:tracePt t="174377" x="3836988" y="5649913"/>
          <p14:tracePt t="174390" x="3830638" y="5624513"/>
          <p14:tracePt t="174403" x="3817938" y="5607050"/>
          <p14:tracePt t="174411" x="3811588" y="5594350"/>
          <p14:tracePt t="174417" x="3798888" y="5581650"/>
          <p14:tracePt t="174430" x="3798888" y="5575300"/>
          <p14:tracePt t="174444" x="3794125" y="5575300"/>
          <p14:tracePt t="174516" x="3787775" y="5575300"/>
          <p14:tracePt t="174539" x="3775075" y="5575300"/>
          <p14:tracePt t="174554" x="3775075" y="5581650"/>
          <p14:tracePt t="174565" x="3768725" y="5581650"/>
          <p14:tracePt t="174580" x="3768725" y="5588000"/>
          <p14:tracePt t="174595" x="3768725" y="5600700"/>
          <p14:tracePt t="174612" x="3762375" y="5630863"/>
          <p14:tracePt t="174622" x="3762375" y="5649913"/>
          <p14:tracePt t="174630" x="3756025" y="5668963"/>
          <p14:tracePt t="174639" x="3736975" y="5692775"/>
          <p14:tracePt t="174644" x="3725863" y="5692775"/>
          <p14:tracePt t="174668" x="3719513" y="5718175"/>
          <p14:tracePt t="174674" x="3713163" y="5718175"/>
          <p14:tracePt t="174683" x="3713163" y="5724525"/>
          <p14:tracePt t="174694" x="3706813" y="5724525"/>
          <p14:tracePt t="174698" x="3706813" y="5730875"/>
          <p14:tracePt t="174710" x="3700463" y="5730875"/>
          <p14:tracePt t="174758" x="3694113" y="5730875"/>
          <p14:tracePt t="174769" x="3694113" y="5737225"/>
          <p14:tracePt t="174798" x="3694113" y="5743575"/>
          <p14:tracePt t="174810" x="3687763" y="5743575"/>
          <p14:tracePt t="174824" x="3663950" y="5754688"/>
          <p14:tracePt t="174828" x="3644900" y="5761038"/>
          <p14:tracePt t="174836" x="3625850" y="5767388"/>
          <p14:tracePt t="174844" x="3613150" y="5767388"/>
          <p14:tracePt t="174848" x="3606800" y="5780088"/>
          <p14:tracePt t="174858" x="3600450" y="5786438"/>
          <p14:tracePt t="174866" x="3589338" y="5786438"/>
          <p14:tracePt t="174884" x="3582988" y="5786438"/>
          <p14:tracePt t="174893" x="3582988" y="5792788"/>
          <p14:tracePt t="174911" x="3576638" y="5799138"/>
          <p14:tracePt t="174918" x="3570288" y="5810250"/>
          <p14:tracePt t="174928" x="3570288" y="5835650"/>
          <p14:tracePt t="174944" x="3570288" y="5935663"/>
          <p14:tracePt t="174954" x="3576638" y="5984875"/>
          <p14:tracePt t="174961" x="3576638" y="6015038"/>
          <p14:tracePt t="174971" x="3582988" y="6027738"/>
          <p14:tracePt t="174977" x="3582988" y="6046788"/>
          <p14:tracePt t="174991" x="3582988" y="6053138"/>
          <p14:tracePt t="174999" x="3589338" y="6053138"/>
          <p14:tracePt t="175206" x="3595688" y="6053138"/>
          <p14:tracePt t="175220" x="3663950" y="6008688"/>
          <p14:tracePt t="175235" x="3719513" y="5965825"/>
          <p14:tracePt t="175240" x="3762375" y="5940425"/>
          <p14:tracePt t="175247" x="3805238" y="5922963"/>
          <p14:tracePt t="175251" x="3849688" y="5891213"/>
          <p14:tracePt t="175260" x="3886200" y="5861050"/>
          <p14:tracePt t="175279" x="3905250" y="5854700"/>
          <p14:tracePt t="176439" x="3892550" y="5861050"/>
          <p14:tracePt t="176446" x="3886200" y="5867400"/>
          <p14:tracePt t="176452" x="3873500" y="5916613"/>
          <p14:tracePt t="176456" x="3860800" y="5929313"/>
          <p14:tracePt t="176467" x="3860800" y="5946775"/>
          <p14:tracePt t="176484" x="3856038" y="5965825"/>
          <p14:tracePt t="176497" x="3836988" y="6002338"/>
          <p14:tracePt t="176505" x="3817938" y="6021388"/>
          <p14:tracePt t="176523" x="3781425" y="6083300"/>
          <p14:tracePt t="176535" x="3749675" y="6115050"/>
          <p14:tracePt t="176547" x="3706813" y="6151563"/>
          <p14:tracePt t="176563" x="3638550" y="6183313"/>
          <p14:tracePt t="176580" x="3576638" y="6200775"/>
          <p14:tracePt t="176597" x="3521075" y="6207125"/>
          <p14:tracePt t="176604" x="3482975" y="6207125"/>
          <p14:tracePt t="176616" x="3459163" y="6207125"/>
          <p14:tracePt t="176628" x="3414713" y="6207125"/>
          <p14:tracePt t="176645" x="3371850" y="6194425"/>
          <p14:tracePt t="176655" x="3352800" y="6189663"/>
          <p14:tracePt t="176661" x="3346450" y="6183313"/>
          <p14:tracePt t="176675" x="3335338" y="6176963"/>
          <p14:tracePt t="176685" x="3328988" y="6164263"/>
          <p14:tracePt t="176694" x="3316288" y="6151563"/>
          <p14:tracePt t="176698" x="3309938" y="6132513"/>
          <p14:tracePt t="176717" x="3284538" y="6089650"/>
          <p14:tracePt t="176722" x="3273425" y="6070600"/>
          <p14:tracePt t="176733" x="3267075" y="6046788"/>
          <p14:tracePt t="176744" x="3248025" y="6027738"/>
          <p14:tracePt t="176763" x="3228975" y="5978525"/>
          <p14:tracePt t="176782" x="3228975" y="5972175"/>
          <p14:tracePt t="176795" x="3228975" y="5959475"/>
          <p14:tracePt t="176814" x="3228975" y="5953125"/>
          <p14:tracePt t="176834" x="3241675" y="5946775"/>
          <p14:tracePt t="176845" x="3248025" y="5946775"/>
          <p14:tracePt t="176864" x="3260725" y="5946775"/>
          <p14:tracePt t="176869" x="3273425" y="5946775"/>
          <p14:tracePt t="176877" x="3316288" y="5953125"/>
          <p14:tracePt t="176891" x="3340100" y="5959475"/>
          <p14:tracePt t="176895" x="3390900" y="5984875"/>
          <p14:tracePt t="176908" x="3459163" y="6002338"/>
          <p14:tracePt t="176913" x="3495675" y="6021388"/>
          <p14:tracePt t="176923" x="3538538" y="6027738"/>
          <p14:tracePt t="176932" x="3563938" y="6046788"/>
          <p14:tracePt t="176945" x="3595688" y="6064250"/>
          <p14:tracePt t="176951" x="3606800" y="6083300"/>
          <p14:tracePt t="176964" x="3657600" y="6121400"/>
          <p14:tracePt t="176980" x="3681413" y="6145213"/>
          <p14:tracePt t="176989" x="3687763" y="6151563"/>
          <p14:tracePt t="176995" x="3694113" y="6164263"/>
          <p14:tracePt t="177011" x="3694113" y="6170613"/>
          <p14:tracePt t="177019" x="3700463" y="6189663"/>
          <p14:tracePt t="177034" x="3700463" y="6213475"/>
          <p14:tracePt t="177041" x="3700463" y="6219825"/>
          <p14:tracePt t="177060" x="3700463" y="6226175"/>
          <p14:tracePt t="177067" x="3694113" y="6238875"/>
          <p14:tracePt t="177083" x="3681413" y="6262688"/>
          <p14:tracePt t="177099" x="3644900" y="6269038"/>
          <p14:tracePt t="177109" x="3619500" y="6281738"/>
          <p14:tracePt t="177118" x="3595688" y="6288088"/>
          <p14:tracePt t="177124" x="3576638" y="6288088"/>
          <p14:tracePt t="177130" x="3551238" y="6288088"/>
          <p14:tracePt t="177139" x="3533775" y="6288088"/>
          <p14:tracePt t="177146" x="3495675" y="6288088"/>
          <p14:tracePt t="177162" x="3421063" y="6288088"/>
          <p14:tracePt t="177179" x="3384550" y="6288088"/>
          <p14:tracePt t="177196" x="3273425" y="6232525"/>
          <p14:tracePt t="177203" x="3241675" y="6213475"/>
          <p14:tracePt t="177213" x="3205163" y="6183313"/>
          <p14:tracePt t="177223" x="3173413" y="6157913"/>
          <p14:tracePt t="177232" x="3148013" y="6138863"/>
          <p14:tracePt t="177247" x="3068638" y="6040438"/>
          <p14:tracePt t="177251" x="3049588" y="6008688"/>
          <p14:tracePt t="177262" x="3030538" y="5972175"/>
          <p14:tracePt t="177266" x="3030538" y="5953125"/>
          <p14:tracePt t="177279" x="3030538" y="5929313"/>
          <p14:tracePt t="177284" x="3030538" y="5910263"/>
          <p14:tracePt t="177303" x="3049588" y="5878513"/>
          <p14:tracePt t="177313" x="3068638" y="5861050"/>
          <p14:tracePt t="177317" x="3092450" y="5848350"/>
          <p14:tracePt t="177321" x="3124200" y="5842000"/>
          <p14:tracePt t="177329" x="3148013" y="5829300"/>
          <p14:tracePt t="177348" x="3222625" y="5829300"/>
          <p14:tracePt t="177362" x="3260725" y="5829300"/>
          <p14:tracePt t="177379" x="3390900" y="5861050"/>
          <p14:tracePt t="177386" x="3459163" y="5891213"/>
          <p14:tracePt t="177395" x="3489325" y="5910263"/>
          <p14:tracePt t="177406" x="3527425" y="5929313"/>
          <p14:tracePt t="177413" x="3570288" y="5959475"/>
          <p14:tracePt t="177427" x="3600450" y="5991225"/>
          <p14:tracePt t="177431" x="3613150" y="6008688"/>
          <p14:tracePt t="177453" x="3644900" y="6059488"/>
          <p14:tracePt t="177457" x="3644900" y="6064250"/>
          <p14:tracePt t="177474" x="3644900" y="6076950"/>
          <p14:tracePt t="177481" x="3644900" y="6115050"/>
          <p14:tracePt t="177492" x="3644900" y="6127750"/>
          <p14:tracePt t="177500" x="3644900" y="6145213"/>
          <p14:tracePt t="177504" x="3632200" y="6164263"/>
          <p14:tracePt t="177515" x="3619500" y="6176963"/>
          <p14:tracePt t="177529" x="3613150" y="6194425"/>
          <p14:tracePt t="177545" x="3589338" y="6213475"/>
          <p14:tracePt t="177555" x="3582988" y="6219825"/>
          <p14:tracePt t="177574" x="3576638" y="6219825"/>
          <p14:tracePt t="177584" x="3570288" y="6226175"/>
          <p14:tracePt t="177587" x="3557588" y="6226175"/>
          <p14:tracePt t="177595" x="3551238" y="6226175"/>
          <p14:tracePt t="177612" x="3533775" y="6226175"/>
          <p14:tracePt t="177628" x="3508375" y="6226175"/>
          <p14:tracePt t="177645" x="3495675" y="6213475"/>
          <p14:tracePt t="177651" x="3476625" y="6194425"/>
          <p14:tracePt t="177658" x="3459163" y="6176963"/>
          <p14:tracePt t="177677" x="3421063" y="6132513"/>
          <p14:tracePt t="177689" x="3390900" y="6089650"/>
          <p14:tracePt t="177702" x="3378200" y="6059488"/>
          <p14:tracePt t="177715" x="3371850" y="6040438"/>
          <p14:tracePt t="177730" x="3365500" y="6027738"/>
          <p14:tracePt t="177751" x="3365500" y="6015038"/>
          <p14:tracePt t="177766" x="3365500" y="6008688"/>
          <p14:tracePt t="177780" x="3378200" y="6008688"/>
          <p14:tracePt t="177799" x="3408363" y="5991225"/>
          <p14:tracePt t="177813" x="3476625" y="5984875"/>
          <p14:tracePt t="177820" x="3502025" y="5984875"/>
          <p14:tracePt t="177827" x="3527425" y="5984875"/>
          <p14:tracePt t="177835" x="3557588" y="5984875"/>
          <p14:tracePt t="177850" x="3589338" y="6021388"/>
          <p14:tracePt t="177863" x="3606800" y="6027738"/>
          <p14:tracePt t="177868" x="3625850" y="6059488"/>
          <p14:tracePt t="177877" x="3632200" y="6070600"/>
          <p14:tracePt t="177896" x="3668713" y="6108700"/>
          <p14:tracePt t="177915" x="3675063" y="6127750"/>
          <p14:tracePt t="177923" x="3681413" y="6145213"/>
          <p14:tracePt t="177930" x="3687763" y="6151563"/>
          <p14:tracePt t="177939" x="3687763" y="6164263"/>
          <p14:tracePt t="177949" x="3700463" y="6183313"/>
          <p14:tracePt t="177964" x="3700463" y="6189663"/>
          <p14:tracePt t="177969" x="3700463" y="6194425"/>
          <p14:tracePt t="177973" x="3700463" y="6207125"/>
          <p14:tracePt t="177983" x="3700463" y="6213475"/>
          <p14:tracePt t="178006" x="3687763" y="6226175"/>
          <p14:tracePt t="178027" x="3675063" y="6226175"/>
          <p14:tracePt t="178037" x="3668713" y="6226175"/>
          <p14:tracePt t="178051" x="3638550" y="6226175"/>
          <p14:tracePt t="178064" x="3606800" y="6213475"/>
          <p14:tracePt t="178069" x="3595688" y="6194425"/>
          <p14:tracePt t="178076" x="3576638" y="6176963"/>
          <p14:tracePt t="178084" x="3557588" y="6157913"/>
          <p14:tracePt t="178090" x="3527425" y="6132513"/>
          <p14:tracePt t="178103" x="3508375" y="6102350"/>
          <p14:tracePt t="178115" x="3470275" y="6046788"/>
          <p14:tracePt t="178125" x="3470275" y="6021388"/>
          <p14:tracePt t="178134" x="3465513" y="6002338"/>
          <p14:tracePt t="178147" x="3465513" y="5965825"/>
          <p14:tracePt t="178163" x="3465513" y="5922963"/>
          <p14:tracePt t="178179" x="3476625" y="5878513"/>
          <p14:tracePt t="178195" x="3495675" y="5861050"/>
          <p14:tracePt t="178246" x="3508375" y="5861050"/>
          <p14:tracePt t="178258" x="3514725" y="5861050"/>
          <p14:tracePt t="178272" x="3521075" y="5861050"/>
          <p14:tracePt t="178283" x="3527425" y="5861050"/>
          <p14:tracePt t="178295" x="3533775" y="5867400"/>
          <p14:tracePt t="178299" x="3538538" y="5878513"/>
          <p14:tracePt t="178308" x="3557588" y="5884863"/>
          <p14:tracePt t="178315" x="3570288" y="5891213"/>
          <p14:tracePt t="178327" x="3589338" y="5903913"/>
          <p14:tracePt t="178338" x="3613150" y="5929313"/>
          <p14:tracePt t="178348" x="3638550" y="5940425"/>
          <p14:tracePt t="178365" x="3651250" y="5946775"/>
          <p14:tracePt t="178372" x="3663950" y="5959475"/>
          <p14:tracePt t="178397" x="3668713" y="5959475"/>
          <p14:tracePt t="178410" x="3668713" y="5965825"/>
          <p14:tracePt t="179053" x="3668713" y="5972175"/>
          <p14:tracePt t="179065" x="3668713" y="5978525"/>
          <p14:tracePt t="179068" x="3668713" y="5984875"/>
          <p14:tracePt t="179075" x="3668713" y="5991225"/>
          <p14:tracePt t="179084" x="3668713" y="5997575"/>
          <p14:tracePt t="179101" x="3657600" y="6015038"/>
          <p14:tracePt t="179113" x="3657600" y="6021388"/>
          <p14:tracePt t="179129" x="3657600" y="6027738"/>
          <p14:tracePt t="179146" x="3651250" y="6027738"/>
          <p14:tracePt t="179193" x="3651250" y="6034088"/>
          <p14:tracePt t="179227" x="3644900" y="6034088"/>
          <p14:tracePt t="179237" x="3644900" y="6040438"/>
          <p14:tracePt t="179253" x="3638550" y="6046788"/>
          <p14:tracePt t="179268" x="3632200" y="6053138"/>
          <p14:tracePt t="179328" x="3625850" y="6053138"/>
          <p14:tracePt t="179420" x="3619500" y="6053138"/>
          <p14:tracePt t="179441" x="3606800" y="6053138"/>
          <p14:tracePt t="179454" x="3600450" y="6053138"/>
          <p14:tracePt t="179460" x="3595688" y="6053138"/>
          <p14:tracePt t="179470" x="3589338" y="6053138"/>
          <p14:tracePt t="179479" x="3582988" y="6053138"/>
          <p14:tracePt t="179488" x="3576638" y="6053138"/>
          <p14:tracePt t="179504" x="3570288" y="6053138"/>
          <p14:tracePt t="179517" x="3557588" y="6053138"/>
          <p14:tracePt t="179533" x="3557588" y="6064250"/>
          <p14:tracePt t="179636" x="3551238" y="6064250"/>
          <p14:tracePt t="179652" x="3544888" y="6064250"/>
          <p14:tracePt t="179659" x="3538538" y="6070600"/>
          <p14:tracePt t="179670" x="3527425" y="6076950"/>
          <p14:tracePt t="179679" x="3514725" y="6076950"/>
          <p14:tracePt t="179696" x="3502025" y="6076950"/>
          <p14:tracePt t="179705" x="3495675" y="6076950"/>
          <p14:tracePt t="179714" x="3489325" y="6076950"/>
          <p14:tracePt t="179730" x="3482975" y="6083300"/>
          <p14:tracePt t="179745" x="3470275" y="6083300"/>
          <p14:tracePt t="179763" x="3465513" y="6083300"/>
          <p14:tracePt t="179783" x="3459163" y="6089650"/>
          <p14:tracePt t="179798" x="3452813" y="6089650"/>
          <p14:tracePt t="179814" x="3446463" y="6096000"/>
          <p14:tracePt t="179823" x="3440113" y="6096000"/>
          <p14:tracePt t="179834" x="3433763" y="6096000"/>
          <p14:tracePt t="179846" x="3421063" y="6096000"/>
          <p14:tracePt t="179863" x="3408363" y="6108700"/>
          <p14:tracePt t="179880" x="3403600" y="6108700"/>
          <p14:tracePt t="179964" x="3397250" y="6108700"/>
          <p14:tracePt t="179997" x="3390900" y="6096000"/>
          <p14:tracePt t="180012" x="3378200" y="6070600"/>
          <p14:tracePt t="180020" x="3365500" y="6040438"/>
          <p14:tracePt t="180028" x="3352800" y="6008688"/>
          <p14:tracePt t="180039" x="3346450" y="5972175"/>
          <p14:tracePt t="180044" x="3328988" y="5946775"/>
          <p14:tracePt t="180050" x="3328988" y="5916613"/>
          <p14:tracePt t="180061" x="3328988" y="5891213"/>
          <p14:tracePt t="180069" x="3328988" y="5867400"/>
          <p14:tracePt t="180080" x="3328988" y="5842000"/>
          <p14:tracePt t="180096" x="3328988" y="5835650"/>
          <p14:tracePt t="180114" x="3328988" y="5829300"/>
          <p14:tracePt t="180129" x="3335338" y="5829300"/>
          <p14:tracePt t="180145" x="3340100" y="5829300"/>
          <p14:tracePt t="180163" x="3365500" y="5835650"/>
          <p14:tracePt t="180172" x="3384550" y="5854700"/>
          <p14:tracePt t="180178" x="3403600" y="5884863"/>
          <p14:tracePt t="180188" x="3421063" y="5910263"/>
          <p14:tracePt t="180195" x="3440113" y="5940425"/>
          <p14:tracePt t="180208" x="3465513" y="5997575"/>
          <p14:tracePt t="180218" x="3482975" y="6034088"/>
          <p14:tracePt t="180231" x="3482975" y="6046788"/>
          <p14:tracePt t="180234" x="3495675" y="6076950"/>
          <p14:tracePt t="180247" x="3502025" y="6096000"/>
          <p14:tracePt t="180252" x="3502025" y="6102350"/>
          <p14:tracePt t="180256" x="3502025" y="6115050"/>
          <p14:tracePt t="180269" x="3502025" y="6121400"/>
          <p14:tracePt t="180282" x="3502025" y="6138863"/>
          <p14:tracePt t="180299" x="3502025" y="6145213"/>
          <p14:tracePt t="180304" x="3502025" y="6151563"/>
          <p14:tracePt t="180317" x="3495675" y="6157913"/>
          <p14:tracePt t="180329" x="3489325" y="6157913"/>
          <p14:tracePt t="180347" x="3470275" y="6164263"/>
          <p14:tracePt t="180366" x="3452813" y="6170613"/>
          <p14:tracePt t="180381" x="3427413" y="6170613"/>
          <p14:tracePt t="180397" x="3397250" y="6170613"/>
          <p14:tracePt t="180421" x="3390900" y="6170613"/>
          <p14:tracePt t="180430" x="3384550" y="6170613"/>
          <p14:tracePt t="180446" x="3359150" y="6145213"/>
          <p14:tracePt t="180465" x="3328988" y="6108700"/>
          <p14:tracePt t="180481" x="3322638" y="6089650"/>
          <p14:tracePt t="180485" x="3309938" y="6064250"/>
          <p14:tracePt t="180503" x="3284538" y="6021388"/>
          <p14:tracePt t="180516" x="3278188" y="5984875"/>
          <p14:tracePt t="180523" x="3267075" y="5978525"/>
          <p14:tracePt t="180530" x="3267075" y="5972175"/>
          <p14:tracePt t="180541" x="3267075" y="5965825"/>
          <p14:tracePt t="180599" x="3273425" y="5965825"/>
          <p14:tracePt t="180614" x="3316288" y="5984875"/>
          <p14:tracePt t="180627" x="3328988" y="6002338"/>
          <p14:tracePt t="180639" x="3340100" y="6002338"/>
          <p14:tracePt t="180645" x="3352800" y="6008688"/>
          <p14:tracePt t="180651" x="3359150" y="6015038"/>
          <p14:tracePt t="180662" x="3378200" y="6034088"/>
          <p14:tracePt t="180669" x="3384550" y="6040438"/>
          <p14:tracePt t="180675" x="3397250" y="6046788"/>
          <p14:tracePt t="180686" x="3408363" y="6053138"/>
          <p14:tracePt t="180696" x="3414713" y="6070600"/>
          <p14:tracePt t="180714" x="3414713" y="6076950"/>
          <p14:tracePt t="180740" x="3414713" y="6083300"/>
          <p14:tracePt t="180753" x="3414713" y="6096000"/>
          <p14:tracePt t="180766" x="3421063" y="6102350"/>
          <p14:tracePt t="180779" x="3421063" y="6121400"/>
          <p14:tracePt t="180800" x="3421063" y="6132513"/>
          <p14:tracePt t="180814" x="3421063" y="6138863"/>
          <p14:tracePt t="180910" x="3414713" y="6138863"/>
          <p14:tracePt t="180923" x="3397250" y="6132513"/>
          <p14:tracePt t="180930" x="3371850" y="6115050"/>
          <p14:tracePt t="180944" x="3322638" y="6083300"/>
          <p14:tracePt t="180949" x="3297238" y="6076950"/>
          <p14:tracePt t="180957" x="3260725" y="6059488"/>
          <p14:tracePt t="180966" x="3216275" y="6046788"/>
          <p14:tracePt t="180980" x="3154363" y="6027738"/>
          <p14:tracePt t="180988" x="3117850" y="6021388"/>
          <p14:tracePt t="181002" x="3086100" y="6021388"/>
          <p14:tracePt t="181013" x="3043238" y="6002338"/>
          <p14:tracePt t="181018" x="3030538" y="6002338"/>
          <p14:tracePt t="181030" x="3030538" y="5997575"/>
          <p14:tracePt t="181047" x="3024188" y="5997575"/>
          <p14:tracePt t="181132" x="3024188" y="5991225"/>
          <p14:tracePt t="181147" x="3024188" y="5978525"/>
          <p14:tracePt t="181157" x="3024188" y="5972175"/>
          <p14:tracePt t="181174" x="3024188" y="5965825"/>
          <p14:tracePt t="181189" x="3024188" y="5959475"/>
          <p14:tracePt t="181229" x="3024188" y="5953125"/>
          <p14:tracePt t="181420" x="3024188" y="5959475"/>
          <p14:tracePt t="181433" x="3024188" y="5965825"/>
          <p14:tracePt t="181446" x="3030538" y="5972175"/>
          <p14:tracePt t="181461" x="3030538" y="5984875"/>
          <p14:tracePt t="181483" x="3030538" y="5991225"/>
          <p14:tracePt t="181685" x="3030538" y="5997575"/>
          <p14:tracePt t="181707" x="3030538" y="6002338"/>
          <p14:tracePt t="181710" x="3024188" y="6002338"/>
          <p14:tracePt t="181719" x="3024188" y="6008688"/>
          <p14:tracePt t="181723" x="3013075" y="6008688"/>
          <p14:tracePt t="181731" x="3006725" y="6015038"/>
          <p14:tracePt t="181747" x="2994025" y="6021388"/>
          <p14:tracePt t="181772" x="2981325" y="6040438"/>
          <p14:tracePt t="181803" x="2974975" y="6046788"/>
          <p14:tracePt t="181814" x="2955925" y="6046788"/>
          <p14:tracePt t="181829" x="2913063" y="6064250"/>
          <p14:tracePt t="181847" x="2844800" y="6083300"/>
          <p14:tracePt t="181854" x="2776538" y="6089650"/>
          <p14:tracePt t="181862" x="2740025" y="6089650"/>
          <p14:tracePt t="181873" x="2616200" y="6115050"/>
          <p14:tracePt t="181880" x="2516188" y="6127750"/>
          <p14:tracePt t="181901" x="2281238" y="6127750"/>
          <p14:tracePt t="181915" x="2051050" y="6127750"/>
          <p14:tracePt t="181931" x="1773238" y="6127750"/>
          <p14:tracePt t="181948" x="1543050" y="6127750"/>
          <p14:tracePt t="181955" x="1406525" y="6127750"/>
          <p14:tracePt t="181970" x="1177925" y="6108700"/>
          <p14:tracePt t="181980" x="1090613" y="6083300"/>
          <p14:tracePt t="181984" x="985838" y="6059488"/>
          <p14:tracePt t="181998" x="823913" y="5997575"/>
          <p14:tracePt t="182014" x="755650" y="5972175"/>
          <p14:tracePt t="182017" x="700088" y="5946775"/>
          <p14:tracePt t="182021" x="644525" y="5929313"/>
          <p14:tracePt t="182029" x="625475" y="5916613"/>
          <p14:tracePt t="182047" x="601663" y="5916613"/>
          <p14:tracePt t="182115" x="625475" y="5916613"/>
          <p14:tracePt t="182125" x="676275" y="5916613"/>
          <p14:tracePt t="182133" x="712788" y="5916613"/>
          <p14:tracePt t="182149" x="892175" y="5916613"/>
          <p14:tracePt t="182164" x="1598613" y="5861050"/>
          <p14:tracePt t="182180" x="2757488" y="5767388"/>
          <p14:tracePt t="182191" x="3476625" y="5692775"/>
          <p14:tracePt t="182199" x="4195763" y="5619750"/>
          <p14:tracePt t="182204" x="4946650" y="5545138"/>
          <p14:tracePt t="182211" x="5695950" y="5470525"/>
          <p14:tracePt t="182220" x="7127875" y="5321300"/>
          <p14:tracePt t="182232" x="7748588" y="5246688"/>
          <p14:tracePt t="182236" x="8293100" y="5203825"/>
          <p14:tracePt t="182247" x="8745538" y="5160963"/>
          <p14:tracePt t="182263" x="9086850" y="5141913"/>
          <p14:tracePt t="182268" x="9291638" y="5141913"/>
          <p14:tracePt t="182277" x="9458325" y="5141913"/>
          <p14:tracePt t="182284" x="9558338" y="5141913"/>
          <p14:tracePt t="182290" x="9626600" y="5141913"/>
          <p14:tracePt t="182304" x="9631363" y="5141913"/>
          <p14:tracePt t="182357" x="9631363" y="5135563"/>
          <p14:tracePt t="182367" x="9637713" y="5116513"/>
          <p14:tracePt t="182380" x="9637713" y="5111750"/>
          <p14:tracePt t="182396" x="9637713" y="5105400"/>
          <p14:tracePt t="182414" x="9644063" y="5092700"/>
          <p14:tracePt t="182419" x="9650413" y="5086350"/>
          <p14:tracePt t="182435" x="9663113" y="5060950"/>
          <p14:tracePt t="182454" x="9688513" y="5030788"/>
          <p14:tracePt t="182468" x="9750425" y="4930775"/>
          <p14:tracePt t="182477" x="9786938" y="4875213"/>
          <p14:tracePt t="182491" x="9867900" y="4757738"/>
          <p14:tracePt t="182496" x="9904413" y="4683125"/>
          <p14:tracePt t="182507" x="9923463" y="4659313"/>
          <p14:tracePt t="182515" x="9955213" y="4614863"/>
          <p14:tracePt t="182535" x="10079038" y="4467225"/>
          <p14:tracePt t="182546" x="10202863" y="4324350"/>
          <p14:tracePt t="182563" x="10271125" y="4249738"/>
          <p14:tracePt t="182571" x="10288588" y="4224338"/>
          <p14:tracePt t="182581" x="10307638" y="4206875"/>
          <p14:tracePt t="182596" x="10313988" y="4181475"/>
          <p14:tracePt t="182613" x="10313988" y="4175125"/>
          <p14:tracePt t="182686" x="10301288" y="4187825"/>
          <p14:tracePt t="182700" x="10282238" y="4219575"/>
          <p14:tracePt t="182706" x="10239375" y="4275138"/>
          <p14:tracePt t="182714" x="10177463" y="4337050"/>
          <p14:tracePt t="182729" x="10147300" y="4379913"/>
          <p14:tracePt t="182748" x="10028238" y="4460875"/>
          <p14:tracePt t="182754" x="9991725" y="4491038"/>
          <p14:tracePt t="182765" x="9959975" y="4503738"/>
          <p14:tracePt t="182774" x="9936163" y="4503738"/>
          <p14:tracePt t="182781" x="9923463" y="4503738"/>
          <p14:tracePt t="182785" x="9917113" y="4503738"/>
          <p14:tracePt t="182799" x="9904413" y="4497388"/>
          <p14:tracePt t="182812" x="9904413" y="4478338"/>
          <p14:tracePt t="182835" x="9886950" y="4349750"/>
          <p14:tracePt t="182846" x="9880600" y="4243388"/>
          <p14:tracePt t="182863" x="9880600" y="4175125"/>
          <p14:tracePt t="182879" x="9880600" y="4076700"/>
          <p14:tracePt t="182896" x="9880600" y="3959225"/>
          <p14:tracePt t="182917" x="9880600" y="3884613"/>
          <p14:tracePt t="182929" x="9886950" y="3865563"/>
          <p14:tracePt t="182946" x="9904413" y="3841750"/>
          <p14:tracePt t="182956" x="9910763" y="3841750"/>
          <p14:tracePt t="183004" x="9910763" y="3846513"/>
          <p14:tracePt t="183018" x="9917113" y="3884613"/>
          <p14:tracePt t="183029" x="9917113" y="3908425"/>
          <p14:tracePt t="183034" x="9929813" y="3952875"/>
          <p14:tracePt t="183044" x="9936163" y="3976688"/>
          <p14:tracePt t="183056" x="9959975" y="4051300"/>
          <p14:tracePt t="183069" x="9979025" y="4194175"/>
          <p14:tracePt t="183082" x="9991725" y="4262438"/>
          <p14:tracePt t="183096" x="10010775" y="4354513"/>
          <p14:tracePt t="183113" x="10021888" y="4441825"/>
          <p14:tracePt t="183122" x="10021888" y="4510088"/>
          <p14:tracePt t="183130" x="10034588" y="4559300"/>
          <p14:tracePt t="183144" x="10034588" y="4591050"/>
          <p14:tracePt t="183154" x="10053638" y="4665663"/>
          <p14:tracePt t="183165" x="10053638" y="4670425"/>
          <p14:tracePt t="183170" x="10053638" y="4695825"/>
          <p14:tracePt t="183179" x="10053638" y="4702175"/>
          <p14:tracePt t="183198" x="10053638" y="4721225"/>
          <p14:tracePt t="183288" x="10053638" y="4708525"/>
          <p14:tracePt t="183300" x="10047288" y="4683125"/>
          <p14:tracePt t="183317" x="10028238" y="4614863"/>
          <p14:tracePt t="183324" x="10017125" y="4546600"/>
          <p14:tracePt t="183337" x="9998075" y="4441825"/>
          <p14:tracePt t="183349" x="9985375" y="4386263"/>
          <p14:tracePt t="183365" x="9979025" y="4298950"/>
          <p14:tracePt t="183377" x="9966325" y="4230688"/>
          <p14:tracePt t="183392" x="9942513" y="4089400"/>
          <p14:tracePt t="183396" x="9936163" y="4064000"/>
          <p14:tracePt t="183400" x="9936163" y="4038600"/>
          <p14:tracePt t="183413" x="9936163" y="4027488"/>
          <p14:tracePt t="183423" x="9936163" y="4021138"/>
          <p14:tracePt t="183486" x="9936163" y="4032250"/>
          <p14:tracePt t="183503" x="9948863" y="4106863"/>
          <p14:tracePt t="183507" x="9948863" y="4138613"/>
          <p14:tracePt t="183517" x="9955213" y="4162425"/>
          <p14:tracePt t="183530" x="9966325" y="4262438"/>
          <p14:tracePt t="183550" x="9979025" y="4405313"/>
          <p14:tracePt t="183561" x="9979025" y="4429125"/>
          <p14:tracePt t="183572" x="9979025" y="4467225"/>
          <p14:tracePt t="183584" x="9979025" y="4540250"/>
          <p14:tracePt t="183599" x="9979025" y="4584700"/>
          <p14:tracePt t="183604" x="9979025" y="4603750"/>
          <p14:tracePt t="183622" x="9979025" y="4608513"/>
          <p14:tracePt t="183682" x="9979025" y="4603750"/>
          <p14:tracePt t="183690" x="9979025" y="4565650"/>
          <p14:tracePt t="183700" x="9972675" y="4510088"/>
          <p14:tracePt t="183714" x="9959975" y="4460875"/>
          <p14:tracePt t="183720" x="9959975" y="4422775"/>
          <p14:tracePt t="183722" x="9948863" y="4354513"/>
          <p14:tracePt t="183730" x="9948863" y="4330700"/>
          <p14:tracePt t="183741" x="9948863" y="4281488"/>
          <p14:tracePt t="183745" x="9942513" y="4213225"/>
          <p14:tracePt t="183760" x="9942513" y="4106863"/>
          <p14:tracePt t="183765" x="9929813" y="4027488"/>
          <p14:tracePt t="183774" x="9929813" y="3959225"/>
          <p14:tracePt t="183788" x="9929813" y="3890963"/>
          <p14:tracePt t="183804" x="9929813" y="3810000"/>
          <p14:tracePt t="183811" x="9929813" y="3797300"/>
          <p14:tracePt t="183819" x="9936163" y="3778250"/>
          <p14:tracePt t="183850" x="9936163" y="3773488"/>
          <p14:tracePt t="183881" x="9948863" y="3778250"/>
          <p14:tracePt t="183892" x="9955213" y="3810000"/>
          <p14:tracePt t="183899" x="9972675" y="3835400"/>
          <p14:tracePt t="183914" x="9985375" y="3914775"/>
          <p14:tracePt t="183930" x="9985375" y="3976688"/>
          <p14:tracePt t="183953" x="10004425" y="4106863"/>
          <p14:tracePt t="183958" x="10004425" y="4144963"/>
          <p14:tracePt t="183966" x="10010775" y="4168775"/>
          <p14:tracePt t="183979" x="10010775" y="4194175"/>
          <p14:tracePt t="183991" x="10010775" y="4224338"/>
          <p14:tracePt t="183998" x="10010775" y="4230688"/>
          <p14:tracePt t="184007" x="10010775" y="4243388"/>
          <p14:tracePt t="184014" x="10010775" y="4249738"/>
          <p14:tracePt t="184030" x="10010775" y="4256088"/>
          <p14:tracePt t="184048" x="10010775" y="4262438"/>
          <p14:tracePt t="184090" x="10010775" y="4268788"/>
          <p14:tracePt t="184103" x="10004425" y="4268788"/>
          <p14:tracePt t="184318" x="10010775" y="4262438"/>
          <p14:tracePt t="184334" x="10010775" y="4256088"/>
          <p14:tracePt t="184347" x="10017125" y="4256088"/>
          <p14:tracePt t="184356" x="10028238" y="4256088"/>
          <p14:tracePt t="184364" x="10034588" y="4256088"/>
          <p14:tracePt t="184381" x="10040938" y="4249738"/>
          <p14:tracePt t="184403" x="10059988" y="4249738"/>
          <p14:tracePt t="184421" x="10066338" y="4249738"/>
          <p14:tracePt t="184521" x="10066338" y="4237038"/>
          <p14:tracePt t="184580" x="10079038" y="4237038"/>
          <p14:tracePt t="185426" x="10066338" y="4249738"/>
          <p14:tracePt t="185439" x="10021888" y="4305300"/>
          <p14:tracePt t="185453" x="9955213" y="4435475"/>
          <p14:tracePt t="185464" x="9880600" y="4552950"/>
          <p14:tracePt t="185481" x="9818688" y="4640263"/>
          <p14:tracePt t="185489" x="9594850" y="4832350"/>
          <p14:tracePt t="185496" x="9415463" y="4981575"/>
          <p14:tracePt t="185524" x="8572500" y="5414963"/>
          <p14:tracePt t="185534" x="8250238" y="5556250"/>
          <p14:tracePt t="185546" x="7908925" y="5675313"/>
          <p14:tracePt t="185554" x="6961188" y="5972175"/>
          <p14:tracePt t="185567" x="6365875" y="6115050"/>
          <p14:tracePt t="185581" x="4308475" y="6561138"/>
          <p14:tracePt t="185597" x="2938463" y="6708775"/>
          <p14:tracePt t="185614" x="2324100" y="6753225"/>
          <p14:tracePt t="185619" x="1784350" y="6777038"/>
          <p14:tracePt t="185629" x="1344613" y="6777038"/>
          <p14:tracePt t="185637" x="1009650" y="6777038"/>
          <p14:tracePt t="185646" x="595313" y="6764338"/>
          <p14:tracePt t="185658" x="87313" y="6691313"/>
          <p14:tracePt t="185902" x="446088" y="6251575"/>
          <p14:tracePt t="185915" x="563563" y="6251575"/>
          <p14:tracePt t="185931" x="781050" y="6251575"/>
          <p14:tracePt t="185948" x="930275" y="6251575"/>
          <p14:tracePt t="185965" x="1357313" y="6251575"/>
          <p14:tracePt t="185970" x="1487488" y="6251575"/>
          <p14:tracePt t="185984" x="1797050" y="6251575"/>
          <p14:tracePt t="185999" x="2112963" y="6238875"/>
          <p14:tracePt t="186014" x="2293938" y="6219825"/>
          <p14:tracePt t="186018" x="2441575" y="6194425"/>
          <p14:tracePt t="186029" x="2609850" y="6170613"/>
          <p14:tracePt t="186033" x="2727325" y="6157913"/>
          <p14:tracePt t="186047" x="2857500" y="6138863"/>
          <p14:tracePt t="186063" x="2987675" y="6127750"/>
          <p14:tracePt t="186079" x="3017838" y="6127750"/>
          <p14:tracePt t="186096" x="3024188" y="6127750"/>
          <p14:tracePt t="186136" x="3036888" y="6127750"/>
          <p14:tracePt t="186143" x="3036888" y="6121400"/>
          <p14:tracePt t="186166" x="3036888" y="6115050"/>
          <p14:tracePt t="186178" x="3043238" y="6115050"/>
          <p14:tracePt t="186199" x="3049588" y="6108700"/>
          <p14:tracePt t="186220" x="3055938" y="6108700"/>
          <p14:tracePt t="186230" x="3062288" y="6108700"/>
          <p14:tracePt t="186245" x="3068638" y="6102350"/>
          <p14:tracePt t="186279" x="3074988" y="6102350"/>
          <p14:tracePt t="186825" x="3074988" y="6108700"/>
          <p14:tracePt t="186838" x="3074988" y="6121400"/>
          <p14:tracePt t="186982" x="3074988" y="6127750"/>
          <p14:tracePt t="186994" x="3068638" y="6127750"/>
          <p14:tracePt t="187004" x="3055938" y="6138863"/>
          <p14:tracePt t="187016" x="3049588" y="6145213"/>
          <p14:tracePt t="187023" x="3006725" y="6157913"/>
          <p14:tracePt t="187032" x="2981325" y="6170613"/>
          <p14:tracePt t="187043" x="2962275" y="6170613"/>
          <p14:tracePt t="187054" x="2919413" y="6176963"/>
          <p14:tracePt t="187066" x="2906713" y="6176963"/>
          <p14:tracePt t="187070" x="2876550" y="6176963"/>
          <p14:tracePt t="187077" x="2863850" y="6176963"/>
          <p14:tracePt t="187089" x="2832100" y="6176963"/>
          <p14:tracePt t="187097" x="2795588" y="6176963"/>
          <p14:tracePt t="187101" x="2770188" y="6176963"/>
          <p14:tracePt t="187114" x="2752725" y="6164263"/>
          <p14:tracePt t="187123" x="2727325" y="6157913"/>
          <p14:tracePt t="187130" x="2708275" y="6157913"/>
          <p14:tracePt t="187135" x="2695575" y="6151563"/>
          <p14:tracePt t="187144" x="2690813" y="6151563"/>
          <p14:tracePt t="187161" x="2678113" y="6138863"/>
          <p14:tracePt t="187180" x="2671763" y="6138863"/>
          <p14:tracePt t="187240" x="2671763" y="6132513"/>
          <p14:tracePt t="187251" x="2665413" y="6132513"/>
          <p14:tracePt t="187265" x="2652713" y="6121400"/>
          <p14:tracePt t="187274" x="2646363" y="6121400"/>
          <p14:tracePt t="187286" x="2640013" y="6115050"/>
          <p14:tracePt t="187299" x="2627313" y="6108700"/>
          <p14:tracePt t="187313" x="2622550" y="6089650"/>
          <p14:tracePt t="187318" x="2622550" y="6083300"/>
          <p14:tracePt t="187333" x="2622550" y="6070600"/>
          <p14:tracePt t="187347" x="2622550" y="6064250"/>
          <p14:tracePt t="187366" x="2616200" y="6040438"/>
          <p14:tracePt t="187370" x="2616200" y="6034088"/>
          <p14:tracePt t="187377" x="2616200" y="6027738"/>
          <p14:tracePt t="187394" x="2616200" y="6021388"/>
          <p14:tracePt t="187402" x="2616200" y="6015038"/>
          <p14:tracePt t="187420" x="2616200" y="6008688"/>
          <p14:tracePt t="187455" x="2616200" y="5997575"/>
          <p14:tracePt t="187735" x="2622550" y="5991225"/>
          <p14:tracePt t="187747" x="2640013" y="5991225"/>
          <p14:tracePt t="187759" x="2652713" y="5991225"/>
          <p14:tracePt t="187770" x="2671763" y="5991225"/>
          <p14:tracePt t="187779" x="2678113" y="5991225"/>
          <p14:tracePt t="187786" x="2684463" y="5991225"/>
          <p14:tracePt t="187794" x="2695575" y="5991225"/>
          <p14:tracePt t="187807" x="2708275" y="5991225"/>
          <p14:tracePt t="187822" x="2714625" y="5991225"/>
          <p14:tracePt t="187841" x="2720975" y="5991225"/>
          <p14:tracePt t="187866" x="2727325" y="5991225"/>
          <p14:tracePt t="187876" x="2733675" y="5991225"/>
          <p14:tracePt t="187887" x="2740025" y="5991225"/>
          <p14:tracePt t="187896" x="2746375" y="5991225"/>
          <p14:tracePt t="187915" x="2782888" y="6002338"/>
          <p14:tracePt t="187923" x="2795588" y="6008688"/>
          <p14:tracePt t="187928" x="2814638" y="6008688"/>
          <p14:tracePt t="187935" x="2820988" y="6015038"/>
          <p14:tracePt t="187946" x="2832100" y="6015038"/>
          <p14:tracePt t="187959" x="2851150" y="6027738"/>
          <p14:tracePt t="187970" x="2876550" y="6040438"/>
          <p14:tracePt t="187979" x="2882900" y="6040438"/>
          <p14:tracePt t="187984" x="2887663" y="6040438"/>
          <p14:tracePt t="187990" x="2894013" y="6046788"/>
          <p14:tracePt t="188001" x="2906713" y="6046788"/>
          <p14:tracePt t="188017" x="2913063" y="6059488"/>
          <p14:tracePt t="188032" x="2919413" y="6059488"/>
          <p14:tracePt t="188051" x="2925763" y="6064250"/>
          <p14:tracePt t="188056" x="2932113" y="6064250"/>
          <p14:tracePt t="188063" x="2938463" y="6064250"/>
          <p14:tracePt t="188071" x="2944813" y="6064250"/>
          <p14:tracePt t="188085" x="2955925" y="6064250"/>
          <p14:tracePt t="188101" x="2962275" y="6064250"/>
          <p14:tracePt t="188127" x="2968625" y="6064250"/>
          <p14:tracePt t="188254" x="2974975" y="6064250"/>
          <p14:tracePt t="188268" x="2981325" y="6064250"/>
          <p14:tracePt t="188279" x="3000375" y="6064250"/>
          <p14:tracePt t="188293" x="3013075" y="6053138"/>
          <p14:tracePt t="188304" x="3017838" y="6053138"/>
          <p14:tracePt t="188313" x="3024188" y="6046788"/>
          <p14:tracePt t="188323" x="3030538" y="6046788"/>
          <p14:tracePt t="188330" x="3030538" y="6040438"/>
          <p14:tracePt t="188347" x="3036888" y="6040438"/>
          <p14:tracePt t="188375" x="3043238" y="6040438"/>
          <p14:tracePt t="189466" x="3055938" y="6040438"/>
          <p14:tracePt t="189471" x="3062288" y="6040438"/>
          <p14:tracePt t="189485" x="3074988" y="6040438"/>
          <p14:tracePt t="189502" x="3086100" y="6040438"/>
          <p14:tracePt t="189514" x="3105150" y="6046788"/>
          <p14:tracePt t="189531" x="3111500" y="6059488"/>
          <p14:tracePt t="189535" x="3117850" y="6070600"/>
          <p14:tracePt t="189553" x="3124200" y="6096000"/>
          <p14:tracePt t="189557" x="3124200" y="6102350"/>
          <p14:tracePt t="189571" x="3124200" y="6115050"/>
          <p14:tracePt t="189584" x="3124200" y="6132513"/>
          <p14:tracePt t="189589" x="3124200" y="6138863"/>
          <p14:tracePt t="189594" x="3124200" y="6151563"/>
          <p14:tracePt t="189606" x="3124200" y="6170613"/>
          <p14:tracePt t="189615" x="3124200" y="6176963"/>
          <p14:tracePt t="189622" x="3124200" y="6194425"/>
          <p14:tracePt t="189630" x="3124200" y="6200775"/>
          <p14:tracePt t="189645" x="3124200" y="6207125"/>
          <p14:tracePt t="189654" x="3124200" y="6219825"/>
          <p14:tracePt t="189665" x="3124200" y="6226175"/>
          <p14:tracePt t="189678" x="3111500" y="6232525"/>
          <p14:tracePt t="189686" x="3092450" y="6245225"/>
          <p14:tracePt t="189695" x="3086100" y="6251575"/>
          <p14:tracePt t="189704" x="3049588" y="6256338"/>
          <p14:tracePt t="189717" x="3030538" y="6256338"/>
          <p14:tracePt t="189731" x="2987675" y="6269038"/>
          <p14:tracePt t="189738" x="2974975" y="6269038"/>
          <p14:tracePt t="189749" x="2955925" y="6269038"/>
          <p14:tracePt t="189756" x="2932113" y="6269038"/>
          <p14:tracePt t="189763" x="2900363" y="6262688"/>
          <p14:tracePt t="189768" x="2887663" y="6256338"/>
          <p14:tracePt t="189783" x="2838450" y="6238875"/>
          <p14:tracePt t="189801" x="2820988" y="6226175"/>
          <p14:tracePt t="189805" x="2814638" y="6213475"/>
          <p14:tracePt t="189815" x="2808288" y="6207125"/>
          <p14:tracePt t="189833" x="2789238" y="6176963"/>
          <p14:tracePt t="189850" x="2770188" y="6151563"/>
          <p14:tracePt t="189860" x="2770188" y="6138863"/>
          <p14:tracePt t="189868" x="2752725" y="6096000"/>
          <p14:tracePt t="189876" x="2752725" y="6070600"/>
          <p14:tracePt t="189885" x="2752725" y="6040438"/>
          <p14:tracePt t="189897" x="2752725" y="6021388"/>
          <p14:tracePt t="189917" x="2752725" y="6002338"/>
          <p14:tracePt t="189932" x="2770188" y="5984875"/>
          <p14:tracePt t="189950" x="2832100" y="5940425"/>
          <p14:tracePt t="189956" x="2851150" y="5922963"/>
          <p14:tracePt t="189965" x="2876550" y="5903913"/>
          <p14:tracePt t="189984" x="2932113" y="5867400"/>
          <p14:tracePt t="189994" x="2987675" y="5835650"/>
          <p14:tracePt t="190005" x="3024188" y="5816600"/>
          <p14:tracePt t="190016" x="3105150" y="5773738"/>
          <p14:tracePt t="190033" x="3173413" y="5767388"/>
          <p14:tracePt t="190049" x="3209925" y="5754688"/>
          <p14:tracePt t="190067" x="3235325" y="5754688"/>
          <p14:tracePt t="190097" x="3235325" y="5767388"/>
          <p14:tracePt t="190109" x="3228975" y="5799138"/>
          <p14:tracePt t="190120" x="3222625" y="5816600"/>
          <p14:tracePt t="190134" x="3186113" y="5848350"/>
          <p14:tracePt t="190148" x="3167063" y="5867400"/>
          <p14:tracePt t="190154" x="3148013" y="5884863"/>
          <p14:tracePt t="190163" x="3124200" y="5897563"/>
          <p14:tracePt t="190174" x="3030538" y="5935663"/>
          <p14:tracePt t="190185" x="2994025" y="5946775"/>
          <p14:tracePt t="190198" x="2938463" y="5953125"/>
          <p14:tracePt t="190217" x="2776538" y="5997575"/>
          <p14:tracePt t="190231" x="2684463" y="6021388"/>
          <p14:tracePt t="190250" x="2640013" y="6027738"/>
          <p14:tracePt t="190255" x="2622550" y="6027738"/>
          <p14:tracePt t="190264" x="2609850" y="6027738"/>
          <p14:tracePt t="190372" x="2616200" y="6008688"/>
          <p14:tracePt t="190383" x="2684463" y="5978525"/>
          <p14:tracePt t="190395" x="2825750" y="5940425"/>
          <p14:tracePt t="190404" x="2962275" y="5903913"/>
          <p14:tracePt t="190409" x="3205163" y="5835650"/>
          <p14:tracePt t="190426" x="3935413" y="5656263"/>
          <p14:tracePt t="190431" x="4406900" y="5519738"/>
          <p14:tracePt t="190439" x="4908550" y="5383213"/>
          <p14:tracePt t="190447" x="5411788" y="5246688"/>
          <p14:tracePt t="190457" x="5943600" y="5105400"/>
          <p14:tracePt t="190465" x="6446838" y="4968875"/>
          <p14:tracePt t="190483" x="7505700" y="4738688"/>
          <p14:tracePt t="190487" x="8101013" y="4646613"/>
          <p14:tracePt t="190500" x="8721725" y="4546600"/>
          <p14:tracePt t="190521" x="10171113" y="4392613"/>
          <p14:tracePt t="190529" x="10518775" y="4373563"/>
          <p14:tracePt t="190534" x="10753725" y="4373563"/>
          <p14:tracePt t="190546" x="10958513" y="4373563"/>
          <p14:tracePt t="190549" x="11095038" y="4373563"/>
          <p14:tracePt t="190560" x="11193463" y="4373563"/>
          <p14:tracePt t="190567" x="11280775" y="4379913"/>
          <p14:tracePt t="190583" x="11293475" y="4398963"/>
          <p14:tracePt t="190605" x="11293475" y="4411663"/>
          <p14:tracePt t="190611" x="11293475" y="4435475"/>
          <p14:tracePt t="190620" x="11293475" y="4441825"/>
          <p14:tracePt t="190632" x="11280775" y="4478338"/>
          <p14:tracePt t="190639" x="11261725" y="4491038"/>
          <p14:tracePt t="190647" x="11255375" y="4510088"/>
          <p14:tracePt t="190660" x="11212513" y="4529138"/>
          <p14:tracePt t="190673" x="11182350" y="4540250"/>
          <p14:tracePt t="190681" x="11169650" y="4540250"/>
          <p14:tracePt t="190701" x="11125200" y="4546600"/>
          <p14:tracePt t="190722" x="11026775" y="4546600"/>
          <p14:tracePt t="190725" x="10995025" y="4546600"/>
          <p14:tracePt t="190743" x="10945813" y="4546600"/>
          <p14:tracePt t="190751" x="10883900" y="4546600"/>
          <p14:tracePt t="190757" x="10785475" y="4546600"/>
          <p14:tracePt t="190771" x="10698163" y="4540250"/>
          <p14:tracePt t="190784" x="10518775" y="4478338"/>
          <p14:tracePt t="190799" x="10431463" y="4441825"/>
          <p14:tracePt t="190808" x="10307638" y="4318000"/>
          <p14:tracePt t="190815" x="10258425" y="4243388"/>
          <p14:tracePt t="190828" x="10220325" y="4168775"/>
          <p14:tracePt t="190831" x="10213975" y="4144963"/>
          <p14:tracePt t="190838" x="10202863" y="4100513"/>
          <p14:tracePt t="190849" x="10202863" y="4051300"/>
          <p14:tracePt t="190866" x="10202863" y="3976688"/>
          <p14:tracePt t="190869" x="10209213" y="3921125"/>
          <p14:tracePt t="190882" x="10226675" y="3897313"/>
          <p14:tracePt t="190899" x="10252075" y="3859213"/>
          <p14:tracePt t="190917" x="10339388" y="3835400"/>
          <p14:tracePt t="190933" x="10401300" y="3835400"/>
          <p14:tracePt t="190943" x="10450513" y="3846513"/>
          <p14:tracePt t="190948" x="10480675" y="3859213"/>
          <p14:tracePt t="190963" x="10531475" y="3890963"/>
          <p14:tracePt t="190974" x="10623550" y="3983038"/>
          <p14:tracePt t="190982" x="10655300" y="4027488"/>
          <p14:tracePt t="190989" x="10691813" y="4083050"/>
          <p14:tracePt t="191000" x="10717213" y="4151313"/>
          <p14:tracePt t="191015" x="10734675" y="4237038"/>
          <p14:tracePt t="191034" x="10747375" y="4324350"/>
          <p14:tracePt t="191041" x="10747375" y="4392613"/>
          <p14:tracePt t="191049" x="10747375" y="4429125"/>
          <p14:tracePt t="191054" x="10734675" y="4454525"/>
          <p14:tracePt t="191064" x="10717213" y="4484688"/>
          <p14:tracePt t="191077" x="10672763" y="4516438"/>
          <p14:tracePt t="191090" x="10655300" y="4516438"/>
          <p14:tracePt t="191098" x="10617200" y="4529138"/>
          <p14:tracePt t="191119" x="10542588" y="4529138"/>
          <p14:tracePt t="191122" x="10518775" y="4529138"/>
          <p14:tracePt t="191125" x="10480675" y="4529138"/>
          <p14:tracePt t="191135" x="10444163" y="4529138"/>
          <p14:tracePt t="191149" x="10350500" y="4503738"/>
          <p14:tracePt t="191160" x="10307638" y="4473575"/>
          <p14:tracePt t="191169" x="10264775" y="4441825"/>
          <p14:tracePt t="191175" x="10245725" y="4416425"/>
          <p14:tracePt t="191181" x="10213975" y="4360863"/>
          <p14:tracePt t="191190" x="10196513" y="4318000"/>
          <p14:tracePt t="191199" x="10183813" y="4268788"/>
          <p14:tracePt t="191214" x="10183813" y="4175125"/>
          <p14:tracePt t="191230" x="10183813" y="4138613"/>
          <p14:tracePt t="191233" x="10183813" y="4100513"/>
          <p14:tracePt t="191243" x="10196513" y="4064000"/>
          <p14:tracePt t="191250" x="10213975" y="4038600"/>
          <p14:tracePt t="191266" x="10288588" y="3965575"/>
          <p14:tracePt t="191271" x="10333038" y="3940175"/>
          <p14:tracePt t="191281" x="10369550" y="3933825"/>
          <p14:tracePt t="191285" x="10407650" y="3921125"/>
          <p14:tracePt t="191296" x="10474325" y="3914775"/>
          <p14:tracePt t="191304" x="10506075" y="3914775"/>
          <p14:tracePt t="191312" x="10567988" y="3927475"/>
          <p14:tracePt t="191324" x="10610850" y="3946525"/>
          <p14:tracePt t="191329" x="10655300" y="3983038"/>
          <p14:tracePt t="191335" x="10685463" y="4021138"/>
          <p14:tracePt t="191340" x="10717213" y="4051300"/>
          <p14:tracePt t="191351" x="10747375" y="4125913"/>
          <p14:tracePt t="191365" x="10785475" y="4230688"/>
          <p14:tracePt t="191383" x="10802938" y="4367213"/>
          <p14:tracePt t="191398" x="10802938" y="4535488"/>
          <p14:tracePt t="191418" x="10791825" y="4627563"/>
          <p14:tracePt t="191426" x="10760075" y="4670425"/>
          <p14:tracePt t="191440" x="10655300" y="4738688"/>
          <p14:tracePt t="191450" x="10587038" y="4764088"/>
          <p14:tracePt t="191453" x="10512425" y="4789488"/>
          <p14:tracePt t="191466" x="10412413" y="4813300"/>
          <p14:tracePt t="191471" x="10326688" y="4826000"/>
          <p14:tracePt t="191482" x="10239375" y="4838700"/>
          <p14:tracePt t="191487" x="10158413" y="4838700"/>
          <p14:tracePt t="191493" x="10090150" y="4838700"/>
          <p14:tracePt t="191512" x="9966325" y="4832350"/>
          <p14:tracePt t="191524" x="9910763" y="4806950"/>
          <p14:tracePt t="191532" x="9886950" y="4789488"/>
          <p14:tracePt t="191545" x="9855200" y="4751388"/>
          <p14:tracePt t="191553" x="9829800" y="4695825"/>
          <p14:tracePt t="191560" x="9805988" y="4621213"/>
          <p14:tracePt t="191567" x="9805988" y="4552950"/>
          <p14:tracePt t="191581" x="9805988" y="4454525"/>
          <p14:tracePt t="191590" x="9805988" y="4405313"/>
          <p14:tracePt t="191598" x="9825038" y="4330700"/>
          <p14:tracePt t="191604" x="9842500" y="4262438"/>
          <p14:tracePt t="191616" x="9886950" y="4168775"/>
          <p14:tracePt t="191632" x="9979025" y="4038600"/>
          <p14:tracePt t="191636" x="10040938" y="3989388"/>
          <p14:tracePt t="191654" x="10121900" y="3952875"/>
          <p14:tracePt t="191669" x="10147300" y="3940175"/>
          <p14:tracePt t="191682" x="10190163" y="3940175"/>
          <p14:tracePt t="191689" x="10209213" y="3940175"/>
          <p14:tracePt t="191713" x="10233025" y="3976688"/>
          <p14:tracePt t="191721" x="10264775" y="4057650"/>
          <p14:tracePt t="191728" x="10271125" y="4083050"/>
          <p14:tracePt t="191737" x="10282238" y="4119563"/>
          <p14:tracePt t="191743" x="10288588" y="4175125"/>
          <p14:tracePt t="191750" x="10288588" y="4224338"/>
          <p14:tracePt t="191764" x="10288588" y="4275138"/>
          <p14:tracePt t="191768" x="10288588" y="4330700"/>
          <p14:tracePt t="191776" x="10288588" y="4379913"/>
          <p14:tracePt t="191783" x="10288588" y="4416425"/>
          <p14:tracePt t="191800" x="10264775" y="4460875"/>
          <p14:tracePt t="191817" x="10202863" y="4497388"/>
          <p14:tracePt t="191831" x="10177463" y="4516438"/>
          <p14:tracePt t="191848" x="10134600" y="4529138"/>
          <p14:tracePt t="191869" x="10102850" y="4529138"/>
          <p14:tracePt t="191875" x="10083800" y="4529138"/>
          <p14:tracePt t="191882" x="10079038" y="4529138"/>
          <p14:tracePt t="191893" x="10066338" y="4529138"/>
          <p14:tracePt t="191898" x="10053638" y="4510088"/>
          <p14:tracePt t="191903" x="10047288" y="4491038"/>
          <p14:tracePt t="191913" x="10028238" y="4473575"/>
          <p14:tracePt t="191921" x="10010775" y="4435475"/>
          <p14:tracePt t="191933" x="9966325" y="4337050"/>
          <p14:tracePt t="191942" x="9948863" y="4298950"/>
          <p14:tracePt t="191949" x="9936163" y="4243388"/>
          <p14:tracePt t="191959" x="9910763" y="4200525"/>
          <p14:tracePt t="191967" x="9904413" y="4151313"/>
          <p14:tracePt t="191985" x="9891713" y="4106863"/>
          <p14:tracePt t="192000" x="9891713" y="4064000"/>
          <p14:tracePt t="192018" x="9891713" y="4038600"/>
          <p14:tracePt t="192042" x="9891713" y="4032250"/>
          <p14:tracePt t="192050" x="9910763" y="4032250"/>
          <p14:tracePt t="192066" x="9929813" y="4032250"/>
          <p14:tracePt t="192083" x="9966325" y="4032250"/>
          <p14:tracePt t="192098" x="10028238" y="4064000"/>
          <p14:tracePt t="192103" x="10059988" y="4083050"/>
          <p14:tracePt t="192115" x="10096500" y="4100513"/>
          <p14:tracePt t="192118" x="10128250" y="4132263"/>
          <p14:tracePt t="192126" x="10152063" y="4151313"/>
          <p14:tracePt t="192135" x="10171113" y="4175125"/>
          <p14:tracePt t="192150" x="10190163" y="4230688"/>
          <p14:tracePt t="192159" x="10202863" y="4249738"/>
          <p14:tracePt t="192175" x="10202863" y="4292600"/>
          <p14:tracePt t="192182" x="10202863" y="4305300"/>
          <p14:tracePt t="192193" x="10202863" y="4324350"/>
          <p14:tracePt t="192203" x="10196513" y="4330700"/>
          <p14:tracePt t="192209" x="10196513" y="4343400"/>
          <p14:tracePt t="192219" x="10190163" y="4349750"/>
          <p14:tracePt t="192234" x="10177463" y="4367213"/>
          <p14:tracePt t="192248" x="10171113" y="4367213"/>
          <p14:tracePt t="192268" x="10164763" y="4367213"/>
          <p14:tracePt t="192284" x="10147300" y="4367213"/>
          <p14:tracePt t="192291" x="10140950" y="4367213"/>
          <p14:tracePt t="192301" x="10109200" y="4349750"/>
          <p14:tracePt t="192311" x="10090150" y="4337050"/>
          <p14:tracePt t="192319" x="10083800" y="4330700"/>
          <p14:tracePt t="192324" x="10072688" y="4324350"/>
          <p14:tracePt t="192334" x="10066338" y="4318000"/>
          <p14:tracePt t="192345" x="10053638" y="4318000"/>
          <p14:tracePt t="192360" x="10047288" y="4305300"/>
          <p14:tracePt t="192367" x="10040938" y="4292600"/>
          <p14:tracePt t="192377" x="10040938" y="4286250"/>
          <p14:tracePt t="192382" x="10040938" y="4281488"/>
          <p14:tracePt t="192394" x="10034588" y="4275138"/>
          <p14:tracePt t="192404" x="10034588" y="4262438"/>
          <p14:tracePt t="192415" x="10034588" y="4243388"/>
          <p14:tracePt t="192421" x="10034588" y="4237038"/>
          <p14:tracePt t="192432" x="10034588" y="4230688"/>
          <p14:tracePt t="192440" x="10034588" y="4213225"/>
          <p14:tracePt t="192454" x="10053638" y="4194175"/>
          <p14:tracePt t="192462" x="10059988" y="4187825"/>
          <p14:tracePt t="192473" x="10059988" y="4181475"/>
          <p14:tracePt t="192486" x="10066338" y="4151313"/>
          <p14:tracePt t="192493" x="10072688" y="4138613"/>
          <p14:tracePt t="192512" x="10072688" y="4132263"/>
          <p14:tracePt t="192524" x="10072688" y="4125913"/>
          <p14:tracePt t="192529" x="10072688" y="4119563"/>
          <p14:tracePt t="192716" x="10066338" y="4119563"/>
          <p14:tracePt t="192731" x="10034588" y="4119563"/>
          <p14:tracePt t="192739" x="10028238" y="4119563"/>
          <p14:tracePt t="192746" x="10010775" y="4119563"/>
          <p14:tracePt t="192756" x="9979025" y="4119563"/>
          <p14:tracePt t="192766" x="9955213" y="4119563"/>
          <p14:tracePt t="192783" x="9929813" y="4113213"/>
          <p14:tracePt t="192801" x="9910763" y="4113213"/>
          <p14:tracePt t="192809" x="9886950" y="4106863"/>
          <p14:tracePt t="192820" x="9880600" y="4106863"/>
          <p14:tracePt t="192827" x="9861550" y="4095750"/>
          <p14:tracePt t="192835" x="9855200" y="4095750"/>
          <p14:tracePt t="192840" x="9848850" y="4089400"/>
          <p14:tracePt t="192849" x="9842500" y="4089400"/>
          <p14:tracePt t="192867" x="9842500" y="4083050"/>
          <p14:tracePt t="192875" x="9836150" y="4083050"/>
          <p14:tracePt t="192882" x="9836150" y="4076700"/>
          <p14:tracePt t="192897" x="9836150" y="4070350"/>
          <p14:tracePt t="192903" x="9825038" y="4064000"/>
          <p14:tracePt t="192919" x="9825038" y="4051300"/>
          <p14:tracePt t="192938" x="9825038" y="4044950"/>
          <p14:tracePt t="192951" x="9825038" y="4032250"/>
          <p14:tracePt t="192968" x="9825038" y="4027488"/>
          <p14:tracePt t="192975" x="9825038" y="4021138"/>
          <p14:tracePt t="192985" x="9829800" y="4021138"/>
          <p14:tracePt t="192998" x="9829800" y="4014788"/>
          <p14:tracePt t="193015" x="9848850" y="3970338"/>
          <p14:tracePt t="193041" x="9867900" y="3959225"/>
          <p14:tracePt t="193048" x="9874250" y="3959225"/>
          <p14:tracePt t="193055" x="9874250" y="3952875"/>
          <p14:tracePt t="193098" x="9880600" y="3952875"/>
          <p14:tracePt t="193332" x="9891713" y="3952875"/>
          <p14:tracePt t="193348" x="9936163" y="3952875"/>
          <p14:tracePt t="193361" x="9979025" y="3952875"/>
          <p14:tracePt t="193371" x="10017125" y="3952875"/>
          <p14:tracePt t="193383" x="10066338" y="3952875"/>
          <p14:tracePt t="193405" x="10177463" y="3952875"/>
          <p14:tracePt t="193410" x="10213975" y="3952875"/>
          <p14:tracePt t="193416" x="10252075" y="3952875"/>
          <p14:tracePt t="193427" x="10277475" y="3959225"/>
          <p14:tracePt t="193435" x="10307638" y="3965575"/>
          <p14:tracePt t="193444" x="10326688" y="3970338"/>
          <p14:tracePt t="193448" x="10350500" y="3989388"/>
          <p14:tracePt t="193458" x="10356850" y="3995738"/>
          <p14:tracePt t="193469" x="10382250" y="4021138"/>
          <p14:tracePt t="193484" x="10388600" y="4027488"/>
          <p14:tracePt t="193489" x="10394950" y="4032250"/>
          <p14:tracePt t="193505" x="10401300" y="4032250"/>
          <p14:tracePt t="193515" x="10407650" y="4032250"/>
          <p14:tracePt t="193591" x="10407650" y="4027488"/>
          <p14:tracePt t="193657" x="10418763" y="4027488"/>
          <p14:tracePt t="193696" x="10418763" y="4032250"/>
          <p14:tracePt t="193709" x="10418763" y="4044950"/>
          <p14:tracePt t="193714" x="10418763" y="4051300"/>
          <p14:tracePt t="193734" x="10412413" y="4070350"/>
          <p14:tracePt t="193743" x="10407650" y="4089400"/>
          <p14:tracePt t="193757" x="10401300" y="4095750"/>
          <p14:tracePt t="193774" x="10394950" y="4100513"/>
          <p14:tracePt t="193782" x="10388600" y="4100513"/>
          <p14:tracePt t="193800" x="10356850" y="4106863"/>
          <p14:tracePt t="193822" x="10288588" y="4119563"/>
          <p14:tracePt t="193831" x="10264775" y="4119563"/>
          <p14:tracePt t="193839" x="10177463" y="4125913"/>
          <p14:tracePt t="193849" x="10121900" y="4125913"/>
          <p14:tracePt t="193866" x="10072688" y="4125913"/>
          <p14:tracePt t="193872" x="10034588" y="4125913"/>
          <p14:tracePt t="193876" x="10010775" y="4125913"/>
          <p14:tracePt t="193886" x="9959975" y="4125913"/>
          <p14:tracePt t="193899" x="9904413" y="4125913"/>
          <p14:tracePt t="193904" x="9867900" y="4125913"/>
          <p14:tracePt t="193915" x="9829800" y="4125913"/>
          <p14:tracePt t="193924" x="9793288" y="4125913"/>
          <p14:tracePt t="193943" x="9767888" y="4125913"/>
          <p14:tracePt t="193951" x="9761538" y="4125913"/>
          <p14:tracePt t="194119" x="9761538" y="4119563"/>
          <p14:tracePt t="194217" x="9756775" y="4113213"/>
          <p14:tracePt t="194228" x="9756775" y="4095750"/>
          <p14:tracePt t="194243" x="9744075" y="4083050"/>
          <p14:tracePt t="194257" x="9744075" y="4070350"/>
          <p14:tracePt t="194272" x="9737725" y="4064000"/>
          <p14:tracePt t="194283" x="9737725" y="4057650"/>
          <p14:tracePt t="194291" x="9737725" y="4044950"/>
          <p14:tracePt t="194310" x="9731375" y="4038600"/>
          <p14:tracePt t="194326" x="9731375" y="4032250"/>
          <p14:tracePt t="194333" x="9725025" y="4032250"/>
          <p14:tracePt t="194350" x="9718675" y="4027488"/>
          <p14:tracePt t="194367" x="9712325" y="4027488"/>
          <p14:tracePt t="194374" x="9705975" y="4027488"/>
          <p14:tracePt t="194386" x="9699625" y="4027488"/>
          <p14:tracePt t="194393" x="9682163" y="4027488"/>
          <p14:tracePt t="194400" x="9663113" y="4027488"/>
          <p14:tracePt t="194407" x="9637713" y="4044950"/>
          <p14:tracePt t="194419" x="9620250" y="4057650"/>
          <p14:tracePt t="194423" x="9613900" y="4064000"/>
          <p14:tracePt t="194431" x="9601200" y="4070350"/>
          <p14:tracePt t="194450" x="9551988" y="4095750"/>
          <p14:tracePt t="194454" x="9532938" y="4113213"/>
          <p14:tracePt t="194466" x="9471025" y="4162425"/>
          <p14:tracePt t="194470" x="9439275" y="4175125"/>
          <p14:tracePt t="194483" x="9371013" y="4213225"/>
          <p14:tracePt t="194500" x="9240838" y="4292600"/>
          <p14:tracePt t="194513" x="9112250" y="4354513"/>
          <p14:tracePt t="194523" x="9037638" y="4405313"/>
          <p14:tracePt t="194528" x="8913813" y="4473575"/>
          <p14:tracePt t="194534" x="8794750" y="4540250"/>
          <p14:tracePt t="194545" x="8689975" y="4591050"/>
          <p14:tracePt t="194554" x="8516938" y="4652963"/>
          <p14:tracePt t="194566" x="8212138" y="4745038"/>
          <p14:tracePt t="194584" x="7704138" y="4887913"/>
          <p14:tracePt t="194598" x="7072313" y="5043488"/>
          <p14:tracePt t="194615" x="6310313" y="5203825"/>
          <p14:tracePt t="194633" x="5683250" y="5340350"/>
          <p14:tracePt t="194640" x="5422900" y="5389563"/>
          <p14:tracePt t="194648" x="5162550" y="5438775"/>
          <p14:tracePt t="194656" x="4902200" y="5494338"/>
          <p14:tracePt t="194678" x="4338638" y="5624513"/>
          <p14:tracePt t="194691" x="4183063" y="5668963"/>
          <p14:tracePt t="194700" x="4048125" y="5705475"/>
          <p14:tracePt t="194705" x="3929063" y="5737225"/>
          <p14:tracePt t="194719" x="3843338" y="5761038"/>
          <p14:tracePt t="194733" x="3687763" y="5810250"/>
          <p14:tracePt t="194742" x="3632200" y="5848350"/>
          <p14:tracePt t="194760" x="3576638" y="5873750"/>
          <p14:tracePt t="194766" x="3533775" y="5916613"/>
          <p14:tracePt t="194773" x="3502025" y="5946775"/>
          <p14:tracePt t="194785" x="3476625" y="5972175"/>
          <p14:tracePt t="194799" x="3403600" y="6021388"/>
          <p14:tracePt t="194815" x="3346450" y="6070600"/>
          <p14:tracePt t="194833" x="3303588" y="6089650"/>
          <p14:tracePt t="194849" x="3278188" y="6102350"/>
          <p14:tracePt t="194865" x="3267075" y="6108700"/>
          <p14:tracePt t="194872" x="3254375" y="6108700"/>
          <p14:tracePt t="194882" x="3248025" y="6115050"/>
          <p14:tracePt t="194891" x="3228975" y="6127750"/>
          <p14:tracePt t="194897" x="3209925" y="6132513"/>
          <p14:tracePt t="194905" x="3186113" y="6145213"/>
          <p14:tracePt t="194914" x="3167063" y="6151563"/>
          <p14:tracePt t="194919" x="3143250" y="6157913"/>
          <p14:tracePt t="194928" x="3098800" y="6183313"/>
          <p14:tracePt t="194939" x="3092450" y="6183313"/>
          <p14:tracePt t="194957" x="3086100" y="6183313"/>
          <p14:tracePt t="195034" x="3105150" y="6176963"/>
          <p14:tracePt t="195048" x="3143250" y="6132513"/>
          <p14:tracePt t="195055" x="3160713" y="6115050"/>
          <p14:tracePt t="195070" x="3235325" y="6027738"/>
          <p14:tracePt t="195085" x="3278188" y="5972175"/>
          <p14:tracePt t="195100" x="3316288" y="5929313"/>
          <p14:tracePt t="195117" x="3365500" y="5878513"/>
          <p14:tracePt t="195131" x="3378200" y="5873750"/>
          <p14:tracePt t="195137" x="3397250" y="5861050"/>
          <p14:tracePt t="195153" x="3440113" y="5861050"/>
          <p14:tracePt t="195165" x="3470275" y="5854700"/>
          <p14:tracePt t="195185" x="3551238" y="5861050"/>
          <p14:tracePt t="195190" x="3589338" y="5867400"/>
          <p14:tracePt t="195200" x="3644900" y="5878513"/>
          <p14:tracePt t="195216" x="3725863" y="5922963"/>
          <p14:tracePt t="195225" x="3781425" y="5940425"/>
          <p14:tracePt t="195239" x="3911600" y="6027738"/>
          <p14:tracePt t="195255" x="3997325" y="6089650"/>
          <p14:tracePt t="195267" x="4003675" y="6096000"/>
          <p14:tracePt t="195274" x="4029075" y="6121400"/>
          <p14:tracePt t="195282" x="4035425" y="6127750"/>
          <p14:tracePt t="195285" x="4035425" y="6132513"/>
          <p14:tracePt t="195302" x="4035425" y="6138863"/>
          <p14:tracePt t="195326" x="4035425" y="6145213"/>
          <p14:tracePt t="195334" x="4022725" y="6145213"/>
          <p14:tracePt t="195350" x="3967163" y="6145213"/>
          <p14:tracePt t="195373" x="3917950" y="6157913"/>
          <p14:tracePt t="195382" x="3860800" y="6157913"/>
          <p14:tracePt t="195394" x="3836988" y="6151563"/>
          <p14:tracePt t="195406" x="3787775" y="6127750"/>
          <p14:tracePt t="195416" x="3762375" y="6108700"/>
          <p14:tracePt t="195422" x="3730625" y="6083300"/>
          <p14:tracePt t="195432" x="3725863" y="6070600"/>
          <p14:tracePt t="195439" x="3706813" y="6046788"/>
          <p14:tracePt t="195446" x="3706813" y="6021388"/>
          <p14:tracePt t="195458" x="3700463" y="5997575"/>
          <p14:tracePt t="195468" x="3700463" y="5978525"/>
          <p14:tracePt t="195472" x="3694113" y="5953125"/>
          <p14:tracePt t="195483" x="3694113" y="5929313"/>
          <p14:tracePt t="195488" x="3694113" y="5891213"/>
          <p14:tracePt t="195497" x="3694113" y="5873750"/>
          <p14:tracePt t="195506" x="3694113" y="5867400"/>
          <p14:tracePt t="195520" x="3694113" y="5848350"/>
          <p14:tracePt t="195526" x="3706813" y="5842000"/>
          <p14:tracePt t="195544" x="3713163" y="5842000"/>
          <p14:tracePt t="195554" x="3719513" y="5842000"/>
          <p14:tracePt t="195566" x="3730625" y="5842000"/>
          <p14:tracePt t="195573" x="3736975" y="5842000"/>
          <p14:tracePt t="195578" x="3743325" y="5842000"/>
          <p14:tracePt t="195585" x="3768725" y="5848350"/>
          <p14:tracePt t="195599" x="3798888" y="5873750"/>
          <p14:tracePt t="195616" x="3836988" y="5897563"/>
          <p14:tracePt t="195633" x="3856038" y="5929313"/>
          <p14:tracePt t="195643" x="3860800" y="5946775"/>
          <p14:tracePt t="195649" x="3867150" y="5978525"/>
          <p14:tracePt t="195655" x="3867150" y="6002338"/>
          <p14:tracePt t="195673" x="3867150" y="6046788"/>
          <p14:tracePt t="195689" x="3830638" y="6089650"/>
          <p14:tracePt t="195695" x="3805238" y="6108700"/>
          <p14:tracePt t="195707" x="3787775" y="6115050"/>
          <p14:tracePt t="195716" x="3713163" y="6138863"/>
          <p14:tracePt t="195734" x="3606800" y="6138863"/>
          <p14:tracePt t="195750" x="3551238" y="6138863"/>
          <p14:tracePt t="195767" x="3489325" y="6138863"/>
          <p14:tracePt t="195783" x="3446463" y="6127750"/>
          <p14:tracePt t="195799" x="3397250" y="6089650"/>
          <p14:tracePt t="195819" x="3365500" y="6053138"/>
          <p14:tracePt t="195833" x="3352800" y="6021388"/>
          <p14:tracePt t="195839" x="3352800" y="6002338"/>
          <p14:tracePt t="195856" x="3352800" y="5959475"/>
          <p14:tracePt t="195865" x="3352800" y="5935663"/>
          <p14:tracePt t="195874" x="3359150" y="5910263"/>
          <p14:tracePt t="195882" x="3365500" y="5891213"/>
          <p14:tracePt t="195892" x="3397250" y="5835650"/>
          <p14:tracePt t="195899" x="3427413" y="5816600"/>
          <p14:tracePt t="195907" x="3452813" y="5792788"/>
          <p14:tracePt t="195911" x="3482975" y="5773738"/>
          <p14:tracePt t="195923" x="3508375" y="5761038"/>
          <p14:tracePt t="195933" x="3544888" y="5754688"/>
          <p14:tracePt t="195951" x="3725863" y="5724525"/>
          <p14:tracePt t="195966" x="3860800" y="5724525"/>
          <p14:tracePt t="195985" x="3941763" y="5737225"/>
          <p14:tracePt t="196003" x="3986213" y="5780088"/>
          <p14:tracePt t="196008" x="4003675" y="5810250"/>
          <p14:tracePt t="196024" x="4022725" y="5861050"/>
          <p14:tracePt t="196033" x="4022725" y="5878513"/>
          <p14:tracePt t="196039" x="4022725" y="5897563"/>
          <p14:tracePt t="196053" x="3986213" y="5953125"/>
          <p14:tracePt t="196065" x="3967163" y="5972175"/>
          <p14:tracePt t="196069" x="3941763" y="5997575"/>
          <p14:tracePt t="196082" x="3911600" y="6015038"/>
          <p14:tracePt t="196086" x="3873500" y="6034088"/>
          <p14:tracePt t="196100" x="3817938" y="6046788"/>
          <p14:tracePt t="196113" x="3743325" y="6064250"/>
          <p14:tracePt t="196120" x="3713163" y="6064250"/>
          <p14:tracePt t="196127" x="3700463" y="6064250"/>
          <p14:tracePt t="196133" x="3663950" y="6064250"/>
          <p14:tracePt t="196143" x="3644900" y="6064250"/>
          <p14:tracePt t="196156" x="3632200" y="6064250"/>
          <p14:tracePt t="196167" x="3625850" y="6064250"/>
          <p14:tracePt t="196184" x="3613150" y="6059488"/>
          <p14:tracePt t="196201" x="3600450" y="6046788"/>
          <p14:tracePt t="196218" x="3595688" y="6021388"/>
          <p14:tracePt t="196225" x="3595688" y="5997575"/>
          <p14:tracePt t="196239" x="3595688" y="5940425"/>
          <p14:tracePt t="196247" x="3595688" y="5916613"/>
          <p14:tracePt t="196253" x="3595688" y="5891213"/>
          <p14:tracePt t="196267" x="3600450" y="5861050"/>
          <p14:tracePt t="196270" x="3606800" y="5848350"/>
          <p14:tracePt t="196279" x="3625850" y="5829300"/>
          <p14:tracePt t="196287" x="3644900" y="5816600"/>
          <p14:tracePt t="196302" x="3675063" y="5805488"/>
          <p14:tracePt t="196319" x="3719513" y="5805488"/>
          <p14:tracePt t="196334" x="3762375" y="5805488"/>
          <p14:tracePt t="196343" x="3775075" y="5805488"/>
          <p14:tracePt t="196357" x="3794125" y="5805488"/>
          <p14:tracePt t="196367" x="3830638" y="5848350"/>
          <p14:tracePt t="196384" x="3867150" y="5897563"/>
          <p14:tracePt t="196390" x="3873500" y="5922963"/>
          <p14:tracePt t="196401" x="3873500" y="5946775"/>
          <p14:tracePt t="196417" x="3873500" y="6015038"/>
          <p14:tracePt t="196433" x="3843338" y="6059488"/>
          <p14:tracePt t="196450" x="3787775" y="6096000"/>
          <p14:tracePt t="196455" x="3762375" y="6102350"/>
          <p14:tracePt t="196468" x="3736975" y="6115050"/>
          <p14:tracePt t="196477" x="3706813" y="6115050"/>
          <p14:tracePt t="196486" x="3663950" y="6115050"/>
          <p14:tracePt t="196509" x="3613150" y="6102350"/>
          <p14:tracePt t="196517" x="3600450" y="6083300"/>
          <p14:tracePt t="196534" x="3582988" y="6064250"/>
          <p14:tracePt t="196540" x="3563938" y="6040438"/>
          <p14:tracePt t="196547" x="3544888" y="6008688"/>
          <p14:tracePt t="196553" x="3527425" y="5984875"/>
          <p14:tracePt t="196564" x="3514725" y="5946775"/>
          <p14:tracePt t="196568" x="3508375" y="5929313"/>
          <p14:tracePt t="196576" x="3508375" y="5903913"/>
          <p14:tracePt t="196583" x="3495675" y="5873750"/>
          <p14:tracePt t="196599" x="3495675" y="5835650"/>
          <p14:tracePt t="196616" x="3521075" y="5799138"/>
          <p14:tracePt t="196633" x="3551238" y="5761038"/>
          <p14:tracePt t="196637" x="3570288" y="5754688"/>
          <p14:tracePt t="196645" x="3589338" y="5743575"/>
          <p14:tracePt t="196662" x="3644900" y="5730875"/>
          <p14:tracePt t="196674" x="3657600" y="5730875"/>
          <p14:tracePt t="196683" x="3687763" y="5718175"/>
          <p14:tracePt t="196692" x="3713163" y="5718175"/>
          <p14:tracePt t="196695" x="3736975" y="5718175"/>
          <p14:tracePt t="196704" x="3762375" y="5718175"/>
          <p14:tracePt t="196710" x="3781425" y="5718175"/>
          <p14:tracePt t="196717" x="3805238" y="5718175"/>
          <p14:tracePt t="196730" x="3811588" y="5718175"/>
          <p14:tracePt t="196739" x="3830638" y="5718175"/>
          <p14:tracePt t="196747" x="3849688" y="5730875"/>
          <p14:tracePt t="196755" x="3860800" y="5737225"/>
          <p14:tracePt t="196769" x="3898900" y="5761038"/>
          <p14:tracePt t="196784" x="3941763" y="5792788"/>
          <p14:tracePt t="196803" x="3979863" y="5835650"/>
          <p14:tracePt t="196821" x="4003675" y="5878513"/>
          <p14:tracePt t="196831" x="4016375" y="5897563"/>
          <p14:tracePt t="196837" x="4022725" y="5922963"/>
          <p14:tracePt t="196846" x="4041775" y="5953125"/>
          <p14:tracePt t="196853" x="4059238" y="5978525"/>
          <p14:tracePt t="196867" x="4078288" y="5997575"/>
          <p14:tracePt t="196869" x="4103688" y="6008688"/>
          <p14:tracePt t="196877" x="4133850" y="6015038"/>
          <p14:tracePt t="196886" x="4165600" y="6021388"/>
          <p14:tracePt t="196900" x="4202113" y="6021388"/>
          <p14:tracePt t="196904" x="4233863" y="6021388"/>
          <p14:tracePt t="196910" x="4270375" y="6021388"/>
          <p14:tracePt t="196922" x="4313238" y="6021388"/>
          <p14:tracePt t="196938" x="4400550" y="6008688"/>
          <p14:tracePt t="196944" x="4468813" y="5997575"/>
          <p14:tracePt t="196950" x="4537075" y="5997575"/>
          <p14:tracePt t="196960" x="4573588" y="5997575"/>
          <p14:tracePt t="196967" x="4624388" y="5991225"/>
          <p14:tracePt t="196974" x="4692650" y="5991225"/>
          <p14:tracePt t="196984" x="4760913" y="5991225"/>
          <p14:tracePt t="196989" x="4891088" y="5978525"/>
          <p14:tracePt t="196997" x="5038725" y="5959475"/>
          <p14:tracePt t="197006" x="5187950" y="5946775"/>
          <p14:tracePt t="197017" x="5373688" y="5935663"/>
          <p14:tracePt t="197034" x="5738813" y="5922963"/>
          <p14:tracePt t="197038" x="5900738" y="5922963"/>
          <p14:tracePt t="197050" x="6105525" y="5903913"/>
          <p14:tracePt t="197069" x="6638925" y="5903913"/>
          <p14:tracePt t="197084" x="6786563" y="5903913"/>
          <p14:tracePt t="197089" x="6916738" y="5903913"/>
          <p14:tracePt t="197097" x="7035800" y="5916613"/>
          <p14:tracePt t="197104" x="7121525" y="5929313"/>
          <p14:tracePt t="197110" x="7189788" y="5946775"/>
          <p14:tracePt t="197118" x="7245350" y="5959475"/>
          <p14:tracePt t="197135" x="7283450" y="5984875"/>
          <p14:tracePt t="197144" x="7289800" y="5991225"/>
          <p14:tracePt t="197149" x="7296150" y="5997575"/>
          <p14:tracePt t="197163" x="7296150" y="6008688"/>
          <p14:tracePt t="197170" x="7296150" y="6015038"/>
          <p14:tracePt t="197178" x="7296150" y="6027738"/>
          <p14:tracePt t="197185" x="7296150" y="6034088"/>
          <p14:tracePt t="197199" x="7296150" y="6059488"/>
          <p14:tracePt t="197219" x="7289800" y="6083300"/>
          <p14:tracePt t="197222" x="7289800" y="6089650"/>
          <p14:tracePt t="197235" x="7277100" y="6096000"/>
          <p14:tracePt t="197241" x="7270750" y="6102350"/>
          <p14:tracePt t="197248" x="7258050" y="6115050"/>
          <p14:tracePt t="197254" x="7251700" y="6115050"/>
          <p14:tracePt t="197265" x="7232650" y="6127750"/>
          <p14:tracePt t="197271" x="7208838" y="6145213"/>
          <p14:tracePt t="197281" x="7165975" y="6164263"/>
          <p14:tracePt t="197289" x="7127875" y="6170613"/>
          <p14:tracePt t="197301" x="7072313" y="6189663"/>
          <p14:tracePt t="197317" x="6997700" y="6200775"/>
          <p14:tracePt t="197326" x="6972300" y="6207125"/>
          <p14:tracePt t="197345" x="6905625" y="6207125"/>
          <p14:tracePt t="197358" x="6831013" y="6207125"/>
          <p14:tracePt t="197366" x="6792913" y="6207125"/>
          <p14:tracePt t="197386" x="6718300" y="6207125"/>
          <p14:tracePt t="197399" x="6681788" y="6189663"/>
          <p14:tracePt t="197421" x="6594475" y="6151563"/>
          <p14:tracePt t="197425" x="6581775" y="6138863"/>
          <p14:tracePt t="197434" x="6564313" y="6121400"/>
          <p14:tracePt t="197452" x="6532563" y="6070600"/>
          <p14:tracePt t="197462" x="6515100" y="6015038"/>
          <p14:tracePt t="197472" x="6508750" y="5965825"/>
          <p14:tracePt t="197485" x="6496050" y="5910263"/>
          <p14:tracePt t="197493" x="6496050" y="5891213"/>
          <p14:tracePt t="197506" x="6496050" y="5878513"/>
          <p14:tracePt t="197521" x="6496050" y="5873750"/>
          <p14:tracePt t="197528" x="6496050" y="5854700"/>
          <p14:tracePt t="197536" x="6496050" y="5842000"/>
          <p14:tracePt t="197550" x="6502400" y="5842000"/>
          <p14:tracePt t="197566" x="6502400" y="5835650"/>
          <p14:tracePt t="197599" x="6515100" y="5835650"/>
          <p14:tracePt t="197633" x="6519863" y="5842000"/>
          <p14:tracePt t="197644" x="6526213" y="5848350"/>
          <p14:tracePt t="197657" x="6538913" y="5873750"/>
          <p14:tracePt t="197673" x="6557963" y="5903913"/>
          <p14:tracePt t="197685" x="6564313" y="5910263"/>
          <p14:tracePt t="197694" x="6570663" y="5935663"/>
          <p14:tracePt t="197701" x="6577013" y="5940425"/>
          <p14:tracePt t="197717" x="6577013" y="5953125"/>
          <p14:tracePt t="197726" x="6581775" y="5959475"/>
          <p14:tracePt t="197735" x="6581775" y="5978525"/>
          <p14:tracePt t="197751" x="6594475" y="5991225"/>
          <p14:tracePt t="197767" x="6594475" y="6002338"/>
          <p14:tracePt t="197792" x="6594475" y="6015038"/>
          <p14:tracePt t="197799" x="6600825" y="6021388"/>
          <p14:tracePt t="197804" x="6600825" y="6027738"/>
          <p14:tracePt t="197883" x="6588125" y="6034088"/>
          <p14:tracePt t="197895" x="6564313" y="6034088"/>
          <p14:tracePt t="197904" x="6464300" y="6046788"/>
          <p14:tracePt t="197928" x="6297613" y="6059488"/>
          <p14:tracePt t="197933" x="6248400" y="6059488"/>
          <p14:tracePt t="197944" x="6186488" y="6059488"/>
          <p14:tracePt t="197955" x="6099175" y="6059488"/>
          <p14:tracePt t="197968" x="5900738" y="6059488"/>
          <p14:tracePt t="197985" x="5653088" y="6053138"/>
          <p14:tracePt t="197989" x="5516563" y="6034088"/>
          <p14:tracePt t="197999" x="5386388" y="6021388"/>
          <p14:tracePt t="198016" x="5162550" y="5984875"/>
          <p14:tracePt t="198022" x="5064125" y="5959475"/>
          <p14:tracePt t="198033" x="4989513" y="5935663"/>
          <p14:tracePt t="198046" x="4908550" y="5884863"/>
          <p14:tracePt t="198060" x="4884738" y="5873750"/>
          <p14:tracePt t="198064" x="4865688" y="5861050"/>
          <p14:tracePt t="198068" x="4859338" y="5861050"/>
          <p14:tracePt t="198077" x="4859338" y="5848350"/>
          <p14:tracePt t="198085" x="4852988" y="5848350"/>
          <p14:tracePt t="198209" x="4852988" y="5854700"/>
          <p14:tracePt t="198233" x="4859338" y="5873750"/>
          <p14:tracePt t="198245" x="4895850" y="5897563"/>
          <p14:tracePt t="198251" x="4908550" y="5910263"/>
          <p14:tracePt t="198255" x="4927600" y="5916613"/>
          <p14:tracePt t="198266" x="4959350" y="5929313"/>
          <p14:tracePt t="198268" x="4970463" y="5935663"/>
          <p14:tracePt t="198283" x="4989513" y="5940425"/>
          <p14:tracePt t="198286" x="5014913" y="5953125"/>
          <p14:tracePt t="198300" x="5032375" y="5959475"/>
          <p14:tracePt t="198302" x="5038725" y="5959475"/>
          <p14:tracePt t="198319" x="5064125" y="5959475"/>
          <p14:tracePt t="198334" x="5076825" y="5959475"/>
          <p14:tracePt t="198354" x="5089525" y="5959475"/>
          <p14:tracePt t="198364" x="5094288" y="5959475"/>
          <p14:tracePt t="198368" x="5106988" y="5953125"/>
          <p14:tracePt t="198373" x="5119688" y="5953125"/>
          <p14:tracePt t="198383" x="5126038" y="5946775"/>
          <p14:tracePt t="198394" x="5132388" y="5946775"/>
          <p14:tracePt t="198404" x="5151438" y="5929313"/>
          <p14:tracePt t="198416" x="5156200" y="5929313"/>
          <p14:tracePt t="198436" x="5168900" y="5916613"/>
          <p14:tracePt t="198452" x="5175250" y="5916613"/>
          <p14:tracePt t="198530" x="5181600" y="5916613"/>
          <p14:tracePt t="198539" x="5187950" y="5910263"/>
          <p14:tracePt t="198544" x="5207000" y="5910263"/>
          <p14:tracePt t="198551" x="5213350" y="5910263"/>
          <p14:tracePt t="198566" x="5237163" y="5903913"/>
          <p14:tracePt t="198584" x="5262563" y="5903913"/>
          <p14:tracePt t="198593" x="5292725" y="5903913"/>
          <p14:tracePt t="198600" x="5318125" y="5903913"/>
          <p14:tracePt t="198615" x="5343525" y="5903913"/>
          <p14:tracePt t="198622" x="5360988" y="5903913"/>
          <p14:tracePt t="198627" x="5367338" y="5903913"/>
          <p14:tracePt t="198643" x="5373688" y="5903913"/>
          <p14:tracePt t="198798" x="5373688" y="5897563"/>
          <p14:tracePt t="198816" x="5373688" y="5891213"/>
          <p14:tracePt t="198840" x="5367338" y="5891213"/>
          <p14:tracePt t="198849" x="5367338" y="5884863"/>
          <p14:tracePt t="198890" x="5360988" y="5884863"/>
          <p14:tracePt t="198901" x="5360988" y="5873750"/>
          <p14:tracePt t="199169" x="5354638" y="5873750"/>
          <p14:tracePt t="199282" x="5360988" y="5873750"/>
          <p14:tracePt t="199294" x="5380038" y="5873750"/>
          <p14:tracePt t="199306" x="5392738" y="5873750"/>
          <p14:tracePt t="199313" x="5422900" y="5873750"/>
          <p14:tracePt t="199323" x="5441950" y="5873750"/>
          <p14:tracePt t="199328" x="5454650" y="5873750"/>
          <p14:tracePt t="199336" x="5473700" y="5873750"/>
          <p14:tracePt t="199349" x="5484813" y="5873750"/>
          <p14:tracePt t="199355" x="5516563" y="5873750"/>
          <p14:tracePt t="199366" x="5578475" y="5867400"/>
          <p14:tracePt t="199381" x="5597525" y="5867400"/>
          <p14:tracePt t="199389" x="5603875" y="5867400"/>
          <p14:tracePt t="199393" x="5610225" y="5867400"/>
          <p14:tracePt t="199408" x="5614988" y="5867400"/>
          <p14:tracePt t="199893" x="5634038" y="5867400"/>
          <p14:tracePt t="199912" x="5689600" y="5867400"/>
          <p14:tracePt t="199922" x="5727700" y="5854700"/>
          <p14:tracePt t="199934" x="5776913" y="5854700"/>
          <p14:tracePt t="199944" x="5857875" y="5848350"/>
          <p14:tracePt t="199950" x="5888038" y="5848350"/>
          <p14:tracePt t="199958" x="5900738" y="5848350"/>
          <p14:tracePt t="199972" x="5907088" y="5848350"/>
          <p14:tracePt t="199976" x="5913438" y="5848350"/>
          <p14:tracePt t="200179" x="5926138" y="5848350"/>
          <p14:tracePt t="200191" x="5926138" y="5835650"/>
          <p14:tracePt t="200257" x="5932488" y="5835650"/>
          <p14:tracePt t="200271" x="5943600" y="5835650"/>
          <p14:tracePt t="200288" x="5956300" y="5829300"/>
          <p14:tracePt t="200302" x="5962650" y="5829300"/>
          <p14:tracePt t="200331" x="5962650" y="5822950"/>
          <p14:tracePt t="200706" x="5988050" y="5810250"/>
          <p14:tracePt t="200721" x="6073775" y="5754688"/>
          <p14:tracePt t="200729" x="6129338" y="5737225"/>
          <p14:tracePt t="200737" x="6197600" y="5711825"/>
          <p14:tracePt t="200747" x="6365875" y="5668963"/>
          <p14:tracePt t="200765" x="6711950" y="5581650"/>
          <p14:tracePt t="200770" x="6929438" y="5551488"/>
          <p14:tracePt t="200774" x="7196138" y="5500688"/>
          <p14:tracePt t="200785" x="7413625" y="5470525"/>
          <p14:tracePt t="200800" x="7866063" y="5389563"/>
          <p14:tracePt t="200817" x="8374063" y="5321300"/>
          <p14:tracePt t="200833" x="8689975" y="5265738"/>
          <p14:tracePt t="200840" x="8826500" y="5253038"/>
          <p14:tracePt t="200855" x="8924925" y="5240338"/>
          <p14:tracePt t="200867" x="9080500" y="5240338"/>
          <p14:tracePt t="200874" x="9105900" y="5240338"/>
          <p14:tracePt t="200889" x="9123363" y="5240338"/>
          <p14:tracePt t="200900" x="9136063" y="5240338"/>
          <p14:tracePt t="200991" x="9142413" y="5246688"/>
          <p14:tracePt t="201004" x="9155113" y="5246688"/>
          <p14:tracePt t="201008" x="9161463" y="5246688"/>
          <p14:tracePt t="201017" x="9185275" y="5246688"/>
          <p14:tracePt t="201024" x="9204325" y="5246688"/>
          <p14:tracePt t="201031" x="9240838" y="5246688"/>
          <p14:tracePt t="201037" x="9291638" y="5240338"/>
          <p14:tracePt t="201053" x="9315450" y="5240338"/>
          <p14:tracePt t="201072" x="9390063" y="5235575"/>
          <p14:tracePt t="201087" x="9564688" y="5222875"/>
          <p14:tracePt t="201099" x="9731375" y="5210175"/>
          <p14:tracePt t="201111" x="9886950" y="5184775"/>
          <p14:tracePt t="201118" x="9910763" y="5173663"/>
          <p14:tracePt t="201126" x="9942513" y="5167313"/>
          <p14:tracePt t="201137" x="9966325" y="5148263"/>
          <p14:tracePt t="201150" x="9991725" y="5122863"/>
          <p14:tracePt t="201169" x="10004425" y="5080000"/>
          <p14:tracePt t="201184" x="10004425" y="5048250"/>
          <p14:tracePt t="201203" x="10004425" y="5024438"/>
          <p14:tracePt t="201207" x="10004425" y="5011738"/>
          <p14:tracePt t="201217" x="9998075" y="5005388"/>
          <p14:tracePt t="201223" x="9991725" y="4992688"/>
          <p14:tracePt t="201241" x="9991725" y="4981575"/>
          <p14:tracePt t="201250" x="9985375" y="4975225"/>
          <p14:tracePt t="201335" x="9979025" y="4975225"/>
          <p14:tracePt t="201341" x="9959975" y="4975225"/>
          <p14:tracePt t="201353" x="9955213" y="4992688"/>
          <p14:tracePt t="201369" x="9942513" y="5005388"/>
          <p14:tracePt t="201385" x="9936163" y="5011738"/>
          <p14:tracePt t="201409" x="9936163" y="5018088"/>
          <p14:tracePt t="201524" x="9923463" y="5011738"/>
          <p14:tracePt t="201535" x="9904413" y="4999038"/>
          <p14:tracePt t="201543" x="9891713" y="4981575"/>
          <p14:tracePt t="201553" x="9880600" y="4975225"/>
          <p14:tracePt t="201567" x="9842500" y="4956175"/>
          <p14:tracePt t="201584" x="9799638" y="4943475"/>
          <p14:tracePt t="201601" x="9750425" y="4943475"/>
          <p14:tracePt t="201613" x="9712325" y="4943475"/>
          <p14:tracePt t="201619" x="9675813" y="4943475"/>
          <p14:tracePt t="201634" x="9656763" y="4943475"/>
          <p14:tracePt t="201639" x="9620250" y="4943475"/>
          <p14:tracePt t="201645" x="9575800" y="4943475"/>
          <p14:tracePt t="201655" x="9564688" y="4943475"/>
          <p14:tracePt t="201669" x="9558338" y="4943475"/>
          <p14:tracePt t="201673" x="9551988" y="4937125"/>
          <p14:tracePt t="201677" x="9539288" y="4937125"/>
          <p14:tracePt t="201694" x="9532938" y="4937125"/>
          <p14:tracePt t="201710" x="9526588" y="4930775"/>
          <p14:tracePt t="201727" x="9520238" y="4930775"/>
          <p14:tracePt t="201736" x="9520238" y="4924425"/>
          <p14:tracePt t="201751" x="9513888" y="4919663"/>
          <p14:tracePt t="201767" x="9501188" y="4906963"/>
          <p14:tracePt t="201785" x="9483725" y="4881563"/>
          <p14:tracePt t="201792" x="9471025" y="4875213"/>
          <p14:tracePt t="201801" x="9458325" y="4862513"/>
          <p14:tracePt t="201813" x="9451975" y="4851400"/>
          <p14:tracePt t="201819" x="9439275" y="4851400"/>
          <p14:tracePt t="201822" x="9428163" y="4845050"/>
          <p14:tracePt t="201831" x="9421813" y="4838700"/>
          <p14:tracePt t="201841" x="9415463" y="4832350"/>
          <p14:tracePt t="201850" x="9409113" y="4832350"/>
          <p14:tracePt t="201855" x="9402763" y="4819650"/>
          <p14:tracePt t="201870" x="9396413" y="4819650"/>
          <p14:tracePt t="201884" x="9396413" y="4813300"/>
          <p14:tracePt t="201902" x="9390063" y="4813300"/>
          <p14:tracePt t="201919" x="9390063" y="4806950"/>
          <p14:tracePt t="201946" x="9390063" y="4800600"/>
          <p14:tracePt t="201958" x="9390063" y="4794250"/>
          <p14:tracePt t="201969" x="9390063" y="4789488"/>
          <p14:tracePt t="201985" x="9390063" y="4783138"/>
          <p14:tracePt t="202001" x="9409113" y="4764088"/>
          <p14:tracePt t="202018" x="9439275" y="4764088"/>
          <p14:tracePt t="202024" x="9458325" y="4757738"/>
          <p14:tracePt t="202034" x="9483725" y="4757738"/>
          <p14:tracePt t="202044" x="9501188" y="4757738"/>
          <p14:tracePt t="202051" x="9520238" y="4757738"/>
          <p14:tracePt t="202057" x="9545638" y="4757738"/>
          <p14:tracePt t="202061" x="9582150" y="4757738"/>
          <p14:tracePt t="202070" x="9607550" y="4770438"/>
          <p14:tracePt t="202086" x="9675813" y="4789488"/>
          <p14:tracePt t="202103" x="9712325" y="4800600"/>
          <p14:tracePt t="202109" x="9767888" y="4806950"/>
          <p14:tracePt t="202117" x="9904413" y="4832350"/>
          <p14:tracePt t="202124" x="9991725" y="4845050"/>
          <p14:tracePt t="202145" x="10147300" y="4868863"/>
          <p14:tracePt t="202155" x="10226675" y="4868863"/>
          <p14:tracePt t="202157" x="10313988" y="4868863"/>
          <p14:tracePt t="202166" x="10382250" y="4868863"/>
          <p14:tracePt t="202175" x="10431463" y="4868863"/>
          <p14:tracePt t="202184" x="10450513" y="4868863"/>
          <p14:tracePt t="202202" x="10469563" y="4868863"/>
          <p14:tracePt t="202256" x="10463213" y="4868863"/>
          <p14:tracePt t="202266" x="10456863" y="4868863"/>
          <p14:tracePt t="202279" x="10450513" y="4868863"/>
          <p14:tracePt t="202286" x="10444163" y="4868863"/>
          <p14:tracePt t="202304" x="10418763" y="4868863"/>
          <p14:tracePt t="202315" x="10401300" y="4875213"/>
          <p14:tracePt t="202321" x="10388600" y="4875213"/>
          <p14:tracePt t="202327" x="10350500" y="4875213"/>
          <p14:tracePt t="202344" x="10313988" y="4887913"/>
          <p14:tracePt t="202350" x="10258425" y="4887913"/>
          <p14:tracePt t="202361" x="10233025" y="4887913"/>
          <p14:tracePt t="202365" x="10183813" y="4887913"/>
          <p14:tracePt t="202369" x="10115550" y="4887913"/>
          <p14:tracePt t="202374" x="10017125" y="4887913"/>
          <p14:tracePt t="202383" x="9904413" y="4887913"/>
          <p14:tracePt t="202392" x="9818688" y="4887913"/>
          <p14:tracePt t="202400" x="9688513" y="4887913"/>
          <p14:tracePt t="202405" x="9588500" y="4887913"/>
          <p14:tracePt t="202424" x="9359900" y="4887913"/>
          <p14:tracePt t="202430" x="9291638" y="4887913"/>
          <p14:tracePt t="202443" x="9236075" y="4887913"/>
          <p14:tracePt t="202449" x="9223375" y="4887913"/>
          <p14:tracePt t="202464" x="9204325" y="4887913"/>
          <p14:tracePt t="202519" x="9229725" y="4887913"/>
          <p14:tracePt t="202529" x="9236075" y="4887913"/>
          <p14:tracePt t="202538" x="9272588" y="4887913"/>
          <p14:tracePt t="202553" x="9383713" y="4887913"/>
          <p14:tracePt t="202560" x="9421813" y="4887913"/>
          <p14:tracePt t="202566" x="9471025" y="4887913"/>
          <p14:tracePt t="202587" x="9607550" y="4887913"/>
          <p14:tracePt t="202593" x="9705975" y="4881563"/>
          <p14:tracePt t="202608" x="9942513" y="4851400"/>
          <p14:tracePt t="202618" x="10059988" y="4851400"/>
          <p14:tracePt t="202622" x="10128250" y="4845050"/>
          <p14:tracePt t="202636" x="10226675" y="4845050"/>
          <p14:tracePt t="202640" x="10326688" y="4832350"/>
          <p14:tracePt t="202651" x="10394950" y="4819650"/>
          <p14:tracePt t="202671" x="10431463" y="4813300"/>
          <p14:tracePt t="202680" x="10444163" y="4813300"/>
          <p14:tracePt t="202720" x="10437813" y="4813300"/>
          <p14:tracePt t="202732" x="10431463" y="4813300"/>
          <p14:tracePt t="202740" x="10418763" y="4813300"/>
          <p14:tracePt t="202744" x="10412413" y="4813300"/>
          <p14:tracePt t="202752" x="10394950" y="4813300"/>
          <p14:tracePt t="202757" x="10382250" y="4813300"/>
          <p14:tracePt t="202766" x="10350500" y="4819650"/>
          <p14:tracePt t="202783" x="10339388" y="4819650"/>
          <p14:tracePt t="202791" x="10271125" y="4832350"/>
          <p14:tracePt t="202806" x="10245725" y="4832350"/>
          <p14:tracePt t="202819" x="10152063" y="4845050"/>
          <p14:tracePt t="202823" x="10128250" y="4845050"/>
          <p14:tracePt t="202835" x="10090150" y="4845050"/>
          <p14:tracePt t="202838" x="10066338" y="4845050"/>
          <p14:tracePt t="202850" x="10047288" y="4845050"/>
          <p14:tracePt t="202854" x="10034588" y="4845050"/>
          <p14:tracePt t="202868" x="10028238" y="4845050"/>
          <p14:tracePt t="202943" x="10034588" y="4845050"/>
          <p14:tracePt t="203045" x="10017125" y="4845050"/>
          <p14:tracePt t="203057" x="9998075" y="4845050"/>
          <p14:tracePt t="203064" x="9955213" y="4845050"/>
          <p14:tracePt t="203083" x="9867900" y="4845050"/>
          <p14:tracePt t="203090" x="9829800" y="4845050"/>
          <p14:tracePt t="203099" x="9793288" y="4845050"/>
          <p14:tracePt t="203114" x="9718675" y="4845050"/>
          <p14:tracePt t="203123" x="9694863" y="4845050"/>
          <p14:tracePt t="203134" x="9675813" y="4845050"/>
          <p14:tracePt t="203141" x="9656763" y="4845050"/>
          <p14:tracePt t="203145" x="9650413" y="4845050"/>
          <p14:tracePt t="203153" x="9644063" y="4845050"/>
          <p14:tracePt t="203168" x="9644063" y="4838700"/>
          <p14:tracePt t="203188" x="9637713" y="4838700"/>
          <p14:tracePt t="203283" x="9663113" y="4838700"/>
          <p14:tracePt t="203297" x="9737725" y="4838700"/>
          <p14:tracePt t="203304" x="9805988" y="4832350"/>
          <p14:tracePt t="203312" x="9842500" y="4832350"/>
          <p14:tracePt t="203318" x="9891713" y="4832350"/>
          <p14:tracePt t="203327" x="9972675" y="4819650"/>
          <p14:tracePt t="203344" x="10158413" y="4819650"/>
          <p14:tracePt t="203359" x="10307638" y="4819650"/>
          <p14:tracePt t="203368" x="10326688" y="4819650"/>
          <p14:tracePt t="203387" x="10333038" y="4819650"/>
          <p14:tracePt t="203432" x="10320338" y="4819650"/>
          <p14:tracePt t="203444" x="10294938" y="4819650"/>
          <p14:tracePt t="203450" x="10282238" y="4819650"/>
          <p14:tracePt t="203460" x="10264775" y="4819650"/>
          <p14:tracePt t="203464" x="10245725" y="4819650"/>
          <p14:tracePt t="203472" x="10233025" y="4819650"/>
          <p14:tracePt t="203489" x="10213975" y="4819650"/>
          <p14:tracePt t="203504" x="10213975" y="4826000"/>
          <p14:tracePt t="203592" x="10220325" y="4826000"/>
          <p14:tracePt t="203605" x="10233025" y="4826000"/>
          <p14:tracePt t="203620" x="10245725" y="4826000"/>
          <p14:tracePt t="203627" x="10264775" y="4826000"/>
          <p14:tracePt t="203641" x="10271125" y="4826000"/>
          <p14:tracePt t="203675" x="10271125" y="4832350"/>
          <p14:tracePt t="203686" x="10209213" y="4851400"/>
          <p14:tracePt t="203696" x="10164763" y="4862513"/>
          <p14:tracePt t="203706" x="10115550" y="4868863"/>
          <p14:tracePt t="203718" x="10021888" y="4868863"/>
          <p14:tracePt t="203736" x="9904413" y="4868863"/>
          <p14:tracePt t="203745" x="9818688" y="4868863"/>
          <p14:tracePt t="203752" x="9756775" y="4868863"/>
          <p14:tracePt t="203763" x="9688513" y="4868863"/>
          <p14:tracePt t="203769" x="9631363" y="4868863"/>
          <p14:tracePt t="203774" x="9594850" y="4868863"/>
          <p14:tracePt t="203782" x="9569450" y="4868863"/>
          <p14:tracePt t="203791" x="9551988" y="4868863"/>
          <p14:tracePt t="203800" x="9539288" y="4862513"/>
          <p14:tracePt t="203818" x="9532938" y="4857750"/>
          <p14:tracePt t="203987" x="9532938" y="4845050"/>
          <p14:tracePt t="204002" x="9613900" y="4838700"/>
          <p14:tracePt t="204011" x="9637713" y="4838700"/>
          <p14:tracePt t="204019" x="9675813" y="4838700"/>
          <p14:tracePt t="204034" x="9725025" y="4838700"/>
          <p14:tracePt t="204045" x="9874250" y="4838700"/>
          <p14:tracePt t="204053" x="9955213" y="4838700"/>
          <p14:tracePt t="204064" x="10021888" y="4838700"/>
          <p14:tracePt t="204075" x="10121900" y="4838700"/>
          <p14:tracePt t="204078" x="10190163" y="4838700"/>
          <p14:tracePt t="204086" x="10220325" y="4838700"/>
          <p14:tracePt t="204101" x="10245725" y="4838700"/>
          <p14:tracePt t="204118" x="10258425" y="4838700"/>
          <p14:tracePt t="204166" x="10264775" y="4838700"/>
          <p14:tracePt t="204174" x="10282238" y="4838700"/>
          <p14:tracePt t="204185" x="10294938" y="4838700"/>
          <p14:tracePt t="204203" x="10339388" y="4838700"/>
          <p14:tracePt t="204206" x="10388600" y="4838700"/>
          <p14:tracePt t="204221" x="10450513" y="4838700"/>
          <p14:tracePt t="204239" x="10506075" y="4838700"/>
          <p14:tracePt t="204254" x="10531475" y="4838700"/>
          <p14:tracePt t="204305" x="10512425" y="4838700"/>
          <p14:tracePt t="204316" x="10463213" y="4838700"/>
          <p14:tracePt t="204323" x="10425113" y="4838700"/>
          <p14:tracePt t="204326" x="10369550" y="4851400"/>
          <p14:tracePt t="204336" x="10301288" y="4851400"/>
          <p14:tracePt t="204351" x="10115550" y="4862513"/>
          <p14:tracePt t="204358" x="9998075" y="4875213"/>
          <p14:tracePt t="204368" x="9898063" y="4875213"/>
          <p14:tracePt t="204377" x="9750425" y="4875213"/>
          <p14:tracePt t="204385" x="9637713" y="4875213"/>
          <p14:tracePt t="204401" x="9402763" y="4875213"/>
          <p14:tracePt t="204420" x="9223375" y="4875213"/>
          <p14:tracePt t="204423" x="9155113" y="4875213"/>
          <p14:tracePt t="204438" x="9112250" y="4875213"/>
          <p14:tracePt t="204453" x="9112250" y="4868863"/>
          <p14:tracePt t="204487" x="9112250" y="4857750"/>
          <p14:tracePt t="204497" x="9129713" y="4857750"/>
          <p14:tracePt t="204503" x="9155113" y="4857750"/>
          <p14:tracePt t="204524" x="9210675" y="4857750"/>
          <p14:tracePt t="204533" x="9247188" y="4857750"/>
          <p14:tracePt t="204540" x="9297988" y="4851400"/>
          <p14:tracePt t="204544" x="9366250" y="4851400"/>
          <p14:tracePt t="204551" x="9390063" y="4851400"/>
          <p14:tracePt t="204569" x="9451975" y="4851400"/>
          <p14:tracePt t="204574" x="9539288" y="4838700"/>
          <p14:tracePt t="204587" x="9620250" y="4838700"/>
          <p14:tracePt t="204591" x="9756775" y="4826000"/>
          <p14:tracePt t="204604" x="9874250" y="4813300"/>
          <p14:tracePt t="204607" x="10004425" y="4794250"/>
          <p14:tracePt t="204618" x="10102850" y="4794250"/>
          <p14:tracePt t="204635" x="10190163" y="4789488"/>
          <p14:tracePt t="204640" x="10202863" y="4789488"/>
          <p14:tracePt t="204686" x="10196513" y="4789488"/>
          <p14:tracePt t="204695" x="10164763" y="4794250"/>
          <p14:tracePt t="204704" x="10128250" y="4806950"/>
          <p14:tracePt t="204720" x="10004425" y="4832350"/>
          <p14:tracePt t="204738" x="9917113" y="4838700"/>
          <p14:tracePt t="204757" x="9848850" y="4838700"/>
          <p14:tracePt t="204760" x="9812338" y="4838700"/>
          <p14:tracePt t="204767" x="9799638" y="4838700"/>
          <p14:tracePt t="204779" x="9780588" y="4838700"/>
          <p14:tracePt t="204783" x="9767888" y="4851400"/>
          <p14:tracePt t="204791" x="9756775" y="4851400"/>
          <p14:tracePt t="204834" x="9761538" y="4851400"/>
          <p14:tracePt t="204846" x="9793288" y="4851400"/>
          <p14:tracePt t="204865" x="9855200" y="4851400"/>
          <p14:tracePt t="204871" x="9904413" y="4845050"/>
          <p14:tracePt t="204878" x="9929813" y="4845050"/>
          <p14:tracePt t="204890" x="9966325" y="4845050"/>
          <p14:tracePt t="204902" x="10004425" y="4832350"/>
          <p14:tracePt t="204920" x="10096500" y="4826000"/>
          <p14:tracePt t="204937" x="10152063" y="4813300"/>
          <p14:tracePt t="204954" x="10164763" y="4813300"/>
          <p14:tracePt t="204999" x="10158413" y="4813300"/>
          <p14:tracePt t="205007" x="10140950" y="4819650"/>
          <p14:tracePt t="205018" x="10109200" y="4826000"/>
          <p14:tracePt t="205037" x="9979025" y="4851400"/>
          <p14:tracePt t="205053" x="9929813" y="4857750"/>
          <p14:tracePt t="205065" x="9825038" y="4868863"/>
          <p14:tracePt t="205082" x="9774238" y="4868863"/>
          <p14:tracePt t="205093" x="9756775" y="4868863"/>
          <p14:tracePt t="205128" x="9774238" y="4868863"/>
          <p14:tracePt t="205138" x="9825038" y="4862513"/>
          <p14:tracePt t="205144" x="9848850" y="4857750"/>
          <p14:tracePt t="205151" x="9886950" y="4857750"/>
          <p14:tracePt t="205158" x="9936163" y="4857750"/>
          <p14:tracePt t="205167" x="10004425" y="4857750"/>
          <p14:tracePt t="205177" x="10072688" y="4845050"/>
          <p14:tracePt t="205193" x="10177463" y="4845050"/>
          <p14:tracePt t="205216" x="10245725" y="4845050"/>
          <p14:tracePt t="205221" x="10252075" y="4845050"/>
          <p14:tracePt t="205313" x="10233025" y="4845050"/>
          <p14:tracePt t="205323" x="10226675" y="4845050"/>
          <p14:tracePt t="205337" x="10209213" y="4851400"/>
          <p14:tracePt t="205353" x="10190163" y="4851400"/>
          <p14:tracePt t="205357" x="10177463" y="4851400"/>
          <p14:tracePt t="205375" x="10164763" y="4851400"/>
          <p14:tracePt t="205398" x="10140950" y="4851400"/>
          <p14:tracePt t="205404" x="10128250" y="4851400"/>
          <p14:tracePt t="205411" x="10109200" y="4851400"/>
          <p14:tracePt t="205417" x="10090150" y="4862513"/>
          <p14:tracePt t="205424" x="10028238" y="4868863"/>
          <p14:tracePt t="205435" x="9991725" y="4868863"/>
          <p14:tracePt t="205444" x="9955213" y="4881563"/>
          <p14:tracePt t="205447" x="9886950" y="4894263"/>
          <p14:tracePt t="205458" x="9855200" y="4894263"/>
          <p14:tracePt t="205468" x="9793288" y="4894263"/>
          <p14:tracePt t="205487" x="9626600" y="4894263"/>
          <p14:tracePt t="205492" x="9575800" y="4894263"/>
          <p14:tracePt t="205502" x="9545638" y="4894263"/>
          <p14:tracePt t="205519" x="9501188" y="4887913"/>
          <p14:tracePt t="205537" x="9490075" y="4881563"/>
          <p14:tracePt t="205553" x="9483725" y="4875213"/>
          <p14:tracePt t="205851" x="9477375" y="4875213"/>
          <p14:tracePt t="205867" x="9445625" y="4881563"/>
          <p14:tracePt t="205876" x="9390063" y="4881563"/>
          <p14:tracePt t="205887" x="9377363" y="4881563"/>
          <p14:tracePt t="205891" x="9340850" y="4881563"/>
          <p14:tracePt t="205895" x="9297988" y="4887913"/>
          <p14:tracePt t="205906" x="9247188" y="4887913"/>
          <p14:tracePt t="205919" x="9197975" y="4887913"/>
          <p14:tracePt t="205939" x="9161463" y="4887913"/>
          <p14:tracePt t="205955" x="9155113" y="4875213"/>
          <p14:tracePt t="205962" x="9148763" y="4875213"/>
          <p14:tracePt t="206319" x="9148763" y="4868863"/>
          <p14:tracePt t="206346" x="9155113" y="4868863"/>
          <p14:tracePt t="206376" x="9155113" y="4862513"/>
          <p14:tracePt t="206395" x="9167813" y="4862513"/>
          <p14:tracePt t="206406" x="9178925" y="4857750"/>
          <p14:tracePt t="206414" x="9185275" y="4857750"/>
          <p14:tracePt t="206432" x="9191625" y="4857750"/>
          <p14:tracePt t="206441" x="9197975" y="4851400"/>
          <p14:tracePt t="206661" x="9204325" y="4851400"/>
          <p14:tracePt t="206676" x="9229725" y="4851400"/>
          <p14:tracePt t="206682" x="9236075" y="4851400"/>
          <p14:tracePt t="206693" x="9240838" y="4851400"/>
          <p14:tracePt t="206704" x="9247188" y="4851400"/>
          <p14:tracePt t="207137" x="9272588" y="4851400"/>
          <p14:tracePt t="207147" x="9291638" y="4862513"/>
          <p14:tracePt t="207154" x="9297988" y="4862513"/>
          <p14:tracePt t="207162" x="9309100" y="4868863"/>
          <p14:tracePt t="207171" x="9328150" y="4868863"/>
          <p14:tracePt t="207177" x="9366250" y="4875213"/>
          <p14:tracePt t="207182" x="9415463" y="4875213"/>
          <p14:tracePt t="207193" x="9471025" y="4875213"/>
          <p14:tracePt t="207210" x="9569450" y="4875213"/>
          <p14:tracePt t="207224" x="9705975" y="4887913"/>
          <p14:tracePt t="207237" x="9744075" y="4887913"/>
          <p14:tracePt t="207240" x="9805988" y="4887913"/>
          <p14:tracePt t="207254" x="9880600" y="4900613"/>
          <p14:tracePt t="207272" x="9904413" y="4900613"/>
          <p14:tracePt t="207568" x="9904413" y="4887913"/>
          <p14:tracePt t="207577" x="9910763" y="4887913"/>
          <p14:tracePt t="207589" x="9929813" y="4887913"/>
          <p14:tracePt t="207598" x="9979025" y="4887913"/>
          <p14:tracePt t="207611" x="10004425" y="4887913"/>
          <p14:tracePt t="207624" x="10072688" y="4887913"/>
          <p14:tracePt t="207638" x="10121900" y="4887913"/>
          <p14:tracePt t="207654" x="10220325" y="4887913"/>
          <p14:tracePt t="207663" x="10271125" y="4887913"/>
          <p14:tracePt t="207673" x="10326688" y="4894263"/>
          <p14:tracePt t="207680" x="10375900" y="4894263"/>
          <p14:tracePt t="207689" x="10444163" y="4894263"/>
          <p14:tracePt t="207696" x="10469563" y="4894263"/>
          <p14:tracePt t="207705" x="10499725" y="4894263"/>
          <p14:tracePt t="207714" x="10512425" y="4894263"/>
          <p14:tracePt t="207722" x="10518775" y="4894263"/>
          <p14:tracePt t="207738" x="10525125" y="4894263"/>
          <p14:tracePt t="207750" x="10537825" y="4894263"/>
          <p14:tracePt t="207767" x="10548938" y="4894263"/>
          <p14:tracePt t="207784" x="10555288" y="4894263"/>
          <p14:tracePt t="207792" x="10599738" y="4894263"/>
          <p14:tracePt t="207806" x="10668000" y="4894263"/>
          <p14:tracePt t="207814" x="10704513" y="4894263"/>
          <p14:tracePt t="207823" x="10729913" y="4894263"/>
          <p14:tracePt t="207837" x="10791825" y="4894263"/>
          <p14:tracePt t="207854" x="10834688" y="4894263"/>
          <p14:tracePt t="207869" x="10841038" y="4894263"/>
          <p14:tracePt t="207931" x="10841038" y="4887913"/>
          <p14:tracePt t="207971" x="10834688" y="4881563"/>
          <p14:tracePt t="208031" x="10828338" y="4881563"/>
          <p14:tracePt t="208048" x="10821988" y="4881563"/>
          <p14:tracePt t="208063" x="10815638" y="4881563"/>
          <p14:tracePt t="208114" x="10815638" y="4887913"/>
          <p14:tracePt t="208266" x="10815638" y="4894263"/>
          <p14:tracePt t="208279" x="10815638" y="4900613"/>
          <p14:tracePt t="208376" x="10815638" y="4906963"/>
          <p14:tracePt t="209433" x="10798175" y="4919663"/>
          <p14:tracePt t="209444" x="10772775" y="4937125"/>
          <p14:tracePt t="209451" x="10741025" y="4956175"/>
          <p14:tracePt t="209468" x="10679113" y="4975225"/>
          <p14:tracePt t="209474" x="10661650" y="4992688"/>
          <p14:tracePt t="209483" x="10655300" y="4992688"/>
          <p14:tracePt t="210930" x="10642600" y="4999038"/>
          <p14:tracePt t="210944" x="10636250" y="5005388"/>
          <p14:tracePt t="210950" x="10636250" y="5024438"/>
          <p14:tracePt t="210967" x="10636250" y="5043488"/>
          <p14:tracePt t="210974" x="10636250" y="5048250"/>
          <p14:tracePt t="210984" x="10636250" y="5060950"/>
          <p14:tracePt t="211004" x="10636250" y="5067300"/>
          <p14:tracePt t="211021" x="10636250" y="5080000"/>
          <p14:tracePt t="211036" x="10636250" y="5086350"/>
          <p14:tracePt t="211053" x="10636250" y="5092700"/>
          <p14:tracePt t="211075" x="10629900" y="5099050"/>
          <p14:tracePt t="211089" x="10623550" y="5099050"/>
          <p14:tracePt t="211103" x="10623550" y="5105400"/>
          <p14:tracePt t="211135" x="10617200" y="5105400"/>
          <p14:tracePt t="211181" x="10610850" y="5111750"/>
          <p14:tracePt t="211189" x="10593388" y="5111750"/>
          <p14:tracePt t="211203" x="10587038" y="5116513"/>
          <p14:tracePt t="211206" x="10580688" y="5116513"/>
          <p14:tracePt t="211213" x="10567988" y="5129213"/>
          <p14:tracePt t="211224" x="10555288" y="5135563"/>
          <p14:tracePt t="211236" x="10537825" y="5141913"/>
          <p14:tracePt t="211254" x="10469563" y="5160963"/>
          <p14:tracePt t="211270" x="10407650" y="5178425"/>
          <p14:tracePt t="211286" x="10264775" y="5229225"/>
          <p14:tracePt t="211302" x="10152063" y="5259388"/>
          <p14:tracePt t="211319" x="10010775" y="5297488"/>
          <p14:tracePt t="211336" x="9836150" y="5334000"/>
          <p14:tracePt t="211353" x="9620250" y="5370513"/>
          <p14:tracePt t="211359" x="9501188" y="5395913"/>
          <p14:tracePt t="211370" x="9353550" y="5414963"/>
          <p14:tracePt t="211378" x="9217025" y="5427663"/>
          <p14:tracePt t="211387" x="9031288" y="5451475"/>
          <p14:tracePt t="211390" x="8820150" y="5470525"/>
          <p14:tracePt t="211399" x="8596313" y="5500688"/>
          <p14:tracePt t="211408" x="8429625" y="5513388"/>
          <p14:tracePt t="211422" x="8101013" y="5568950"/>
          <p14:tracePt t="211436" x="7996238" y="5581650"/>
          <p14:tracePt t="211439" x="7866063" y="5594350"/>
          <p14:tracePt t="211454" x="7680325" y="5619750"/>
          <p14:tracePt t="211470" x="7567613" y="5643563"/>
          <p14:tracePt t="211491" x="7488238" y="5662613"/>
          <p14:tracePt t="211504" x="7419975" y="5686425"/>
          <p14:tracePt t="211520" x="7345363" y="5711825"/>
          <p14:tracePt t="211527" x="7289800" y="5730875"/>
          <p14:tracePt t="211547" x="7177088" y="5773738"/>
          <p14:tracePt t="211554" x="7134225" y="5799138"/>
          <p14:tracePt t="211570" x="7035800" y="5842000"/>
          <p14:tracePt t="211577" x="7010400" y="5861050"/>
          <p14:tracePt t="211585" x="6991350" y="5867400"/>
          <p14:tracePt t="211592" x="6972300" y="5884863"/>
          <p14:tracePt t="211602" x="6961188" y="5891213"/>
          <p14:tracePt t="211609" x="6948488" y="5910263"/>
          <p14:tracePt t="211630" x="6935788" y="5922963"/>
          <p14:tracePt t="211647" x="6929438" y="5935663"/>
          <p14:tracePt t="211654" x="6929438" y="5953125"/>
          <p14:tracePt t="211663" x="6929438" y="5959475"/>
          <p14:tracePt t="211670" x="6929438" y="5972175"/>
          <p14:tracePt t="211686" x="6929438" y="6002338"/>
          <p14:tracePt t="211688" x="6929438" y="6015038"/>
          <p14:tracePt t="211704" x="6929438" y="6040438"/>
          <p14:tracePt t="211721" x="6935788" y="6053138"/>
          <p14:tracePt t="211737" x="6935788" y="6059488"/>
          <p14:tracePt t="211743" x="6942138" y="6070600"/>
          <p14:tracePt t="211802" x="6942138" y="6076950"/>
          <p14:tracePt t="211960" x="6948488" y="6076950"/>
          <p14:tracePt t="212011" x="6954838" y="6076950"/>
          <p14:tracePt t="212026" x="6972300" y="6076950"/>
          <p14:tracePt t="212039" x="7072313" y="6070600"/>
          <p14:tracePt t="212058" x="7140575" y="6070600"/>
          <p14:tracePt t="212070" x="7170738" y="6064250"/>
          <p14:tracePt t="212093" x="7202488" y="6064250"/>
          <p14:tracePt t="212105" x="7232650" y="6046788"/>
          <p14:tracePt t="212119" x="7245350" y="6046788"/>
          <p14:tracePt t="212130" x="7258050" y="6046788"/>
          <p14:tracePt t="212136" x="7264400" y="6040438"/>
          <p14:tracePt t="212158" x="7270750" y="6040438"/>
          <p14:tracePt t="212174" x="7277100" y="6040438"/>
          <p14:tracePt t="212182" x="7289800" y="6040438"/>
          <p14:tracePt t="212189" x="7296150" y="6034088"/>
          <p14:tracePt t="212203" x="7307263" y="6027738"/>
          <p14:tracePt t="212211" x="7313613" y="6027738"/>
          <p14:tracePt t="212221" x="7339013" y="6027738"/>
          <p14:tracePt t="212231" x="7362825" y="6015038"/>
          <p14:tracePt t="212240" x="7375525" y="6015038"/>
          <p14:tracePt t="212253" x="7407275" y="6015038"/>
          <p14:tracePt t="212258" x="7419975" y="6015038"/>
          <p14:tracePt t="212265" x="7437438" y="6015038"/>
          <p14:tracePt t="212273" x="7450138" y="6015038"/>
          <p14:tracePt t="212286" x="7456488" y="6015038"/>
          <p14:tracePt t="212289" x="7469188" y="6015038"/>
          <p14:tracePt t="212304" x="7475538" y="6015038"/>
          <p14:tracePt t="212374" x="7481888" y="6015038"/>
          <p14:tracePt t="212388" x="7488238" y="6015038"/>
          <p14:tracePt t="212395" x="7499350" y="6008688"/>
          <p14:tracePt t="212401" x="7512050" y="6002338"/>
          <p14:tracePt t="212409" x="7524750" y="6002338"/>
          <p14:tracePt t="212420" x="7531100" y="5997575"/>
          <p14:tracePt t="212425" x="7537450" y="5991225"/>
          <p14:tracePt t="212453" x="7543800" y="5991225"/>
          <p14:tracePt t="212464" x="7543800" y="5978525"/>
          <p14:tracePt t="212548" x="7537450" y="5978525"/>
          <p14:tracePt t="212600" x="7531100" y="5978525"/>
          <p14:tracePt t="212615" x="7493000" y="5984875"/>
          <p14:tracePt t="212625" x="7469188" y="5984875"/>
          <p14:tracePt t="212630" x="7431088" y="5984875"/>
          <p14:tracePt t="212640" x="7394575" y="5991225"/>
          <p14:tracePt t="212661" x="7326313" y="6002338"/>
          <p14:tracePt t="212664" x="7300913" y="6002338"/>
          <p14:tracePt t="212671" x="7277100" y="6008688"/>
          <p14:tracePt t="212685" x="7232650" y="6021388"/>
          <p14:tracePt t="212689" x="7208838" y="6027738"/>
          <p14:tracePt t="212696" x="7170738" y="6040438"/>
          <p14:tracePt t="212705" x="7146925" y="6040438"/>
          <p14:tracePt t="212720" x="7121525" y="6046788"/>
          <p14:tracePt t="212737" x="7091363" y="6064250"/>
          <p14:tracePt t="212753" x="7065963" y="6076950"/>
          <p14:tracePt t="212760" x="7059613" y="6083300"/>
          <p14:tracePt t="212777" x="7004050" y="6102350"/>
          <p14:tracePt t="212786" x="6967538" y="6121400"/>
          <p14:tracePt t="212806" x="6899275" y="6138863"/>
          <p14:tracePt t="212821" x="6842125" y="6145213"/>
          <p14:tracePt t="212839" x="6799263" y="6157913"/>
          <p14:tracePt t="212847" x="6780213" y="6157913"/>
          <p14:tracePt t="212856" x="6743700" y="6157913"/>
          <p14:tracePt t="212863" x="6718300" y="6157913"/>
          <p14:tracePt t="212873" x="6681788" y="6157913"/>
          <p14:tracePt t="212883" x="6656388" y="6157913"/>
          <p14:tracePt t="212891" x="6638925" y="6157913"/>
          <p14:tracePt t="212904" x="6613525" y="6157913"/>
          <p14:tracePt t="212918" x="6581775" y="6157913"/>
          <p14:tracePt t="212924" x="6564313" y="6157913"/>
          <p14:tracePt t="212926" x="6557963" y="6145213"/>
          <p14:tracePt t="212935" x="6551613" y="6138863"/>
          <p14:tracePt t="212943" x="6545263" y="6132513"/>
          <p14:tracePt t="212954" x="6538913" y="6127750"/>
          <p14:tracePt t="212971" x="6526213" y="6115050"/>
          <p14:tracePt t="212977" x="6519863" y="6096000"/>
          <p14:tracePt t="212992" x="6519863" y="6053138"/>
          <p14:tracePt t="212999" x="6519863" y="6040438"/>
          <p14:tracePt t="213009" x="6519863" y="6015038"/>
          <p14:tracePt t="213024" x="6526213" y="5946775"/>
          <p14:tracePt t="213033" x="6526213" y="5929313"/>
          <p14:tracePt t="213039" x="6532563" y="5903913"/>
          <p14:tracePt t="213048" x="6545263" y="5884863"/>
          <p14:tracePt t="213060" x="6545263" y="5873750"/>
          <p14:tracePt t="213069" x="6551613" y="5861050"/>
          <p14:tracePt t="213073" x="6551613" y="5854700"/>
          <p14:tracePt t="213086" x="6551613" y="5848350"/>
          <p14:tracePt t="213110" x="6551613" y="5842000"/>
          <p14:tracePt t="213136" x="6557963" y="5842000"/>
          <p14:tracePt t="213153" x="6557963" y="5835650"/>
          <p14:tracePt t="213166" x="6564313" y="5835650"/>
          <p14:tracePt t="213296" x="6570663" y="5835650"/>
          <p14:tracePt t="213311" x="6577013" y="5835650"/>
          <p14:tracePt t="213329" x="6588125" y="5835650"/>
          <p14:tracePt t="213343" x="6594475" y="5842000"/>
          <p14:tracePt t="213353" x="6600825" y="5842000"/>
          <p14:tracePt t="213374" x="6613525" y="5867400"/>
          <p14:tracePt t="213381" x="6632575" y="5878513"/>
          <p14:tracePt t="213395" x="6638925" y="5884863"/>
          <p14:tracePt t="213402" x="6645275" y="5903913"/>
          <p14:tracePt t="213409" x="6645275" y="5916613"/>
          <p14:tracePt t="213419" x="6650038" y="5929313"/>
          <p14:tracePt t="213427" x="6650038" y="5940425"/>
          <p14:tracePt t="213434" x="6650038" y="5946775"/>
          <p14:tracePt t="213442" x="6650038" y="5953125"/>
          <p14:tracePt t="213453" x="6650038" y="5972175"/>
          <p14:tracePt t="213461" x="6650038" y="5984875"/>
          <p14:tracePt t="213473" x="6650038" y="5991225"/>
          <p14:tracePt t="213487" x="6650038" y="6015038"/>
          <p14:tracePt t="213496" x="6650038" y="6021388"/>
          <p14:tracePt t="213504" x="6650038" y="6027738"/>
          <p14:tracePt t="213523" x="6650038" y="6040438"/>
          <p14:tracePt t="213527" x="6645275" y="6040438"/>
          <p14:tracePt t="213536" x="6645275" y="6046788"/>
          <p14:tracePt t="213554" x="6645275" y="6053138"/>
          <p14:tracePt t="213560" x="6638925" y="6064250"/>
          <p14:tracePt t="213583" x="6638925" y="6070600"/>
          <p14:tracePt t="213591" x="6632575" y="6070600"/>
          <p14:tracePt t="213608" x="6632575" y="6076950"/>
          <p14:tracePt t="213630" x="6632575" y="6083300"/>
          <p14:tracePt t="213649" x="6632575" y="6089650"/>
          <p14:tracePt t="213663" x="6632575" y="6096000"/>
          <p14:tracePt t="213678" x="6626225" y="6096000"/>
          <p14:tracePt t="213688" x="6626225" y="6102350"/>
          <p14:tracePt t="213705" x="6626225" y="6115050"/>
          <p14:tracePt t="213721" x="6626225" y="6121400"/>
          <p14:tracePt t="213832" x="6626225" y="6127750"/>
          <p14:tracePt t="213928" x="6626225" y="6132513"/>
          <p14:tracePt t="213944" x="6626225" y="6138863"/>
          <p14:tracePt t="213957" x="6626225" y="6145213"/>
          <p14:tracePt t="213975" x="6632575" y="6151563"/>
          <p14:tracePt t="214049" x="6632575" y="6157913"/>
          <p14:tracePt t="214384" x="6638925" y="6157913"/>
          <p14:tracePt t="214398" x="6638925" y="6170613"/>
          <p14:tracePt t="214403" x="6638925" y="6176963"/>
          <p14:tracePt t="214416" x="6645275" y="6176963"/>
          <p14:tracePt t="214441" x="6645275" y="6183313"/>
          <p14:tracePt t="214639" x="6650038" y="6183313"/>
          <p14:tracePt t="214650" x="6669088" y="6183313"/>
          <p14:tracePt t="214670" x="6700838" y="6183313"/>
          <p14:tracePt t="214679" x="6743700" y="6170613"/>
          <p14:tracePt t="214688" x="6792913" y="6170613"/>
          <p14:tracePt t="214704" x="6892925" y="6157913"/>
          <p14:tracePt t="214718" x="7115175" y="6132513"/>
          <p14:tracePt t="214730" x="7296150" y="6121400"/>
          <p14:tracePt t="214737" x="7505700" y="6089650"/>
          <p14:tracePt t="214753" x="8002588" y="6040438"/>
          <p14:tracePt t="214770" x="8739188" y="5959475"/>
          <p14:tracePt t="214787" x="9439275" y="5903913"/>
          <p14:tracePt t="214794" x="9718675" y="5884863"/>
          <p14:tracePt t="214805" x="10177463" y="5854700"/>
          <p14:tracePt t="214818" x="10382250" y="5854700"/>
          <p14:tracePt t="214827" x="10542588" y="5854700"/>
          <p14:tracePt t="214837" x="10747375" y="5854700"/>
          <p14:tracePt t="214845" x="11039475" y="5854700"/>
          <p14:tracePt t="214854" x="11156950" y="5854700"/>
          <p14:tracePt t="214869" x="11255375" y="5854700"/>
          <p14:tracePt t="214880" x="11374438" y="5854700"/>
          <p14:tracePt t="214887" x="11391900" y="5854700"/>
          <p14:tracePt t="215002" x="11391900" y="5861050"/>
          <p14:tracePt t="215066" x="11391900" y="5873750"/>
          <p14:tracePt t="215077" x="11380788" y="5878513"/>
          <p14:tracePt t="215084" x="11368088" y="5878513"/>
          <p14:tracePt t="215097" x="11323638" y="5897563"/>
          <p14:tracePt t="215105" x="11293475" y="5903913"/>
          <p14:tracePt t="215122" x="11206163" y="5916613"/>
          <p14:tracePt t="215127" x="11182350" y="5916613"/>
          <p14:tracePt t="215138" x="11144250" y="5916613"/>
          <p14:tracePt t="215156" x="11095038" y="5922963"/>
          <p14:tracePt t="215170" x="10958513" y="5935663"/>
          <p14:tracePt t="215192" x="10834688" y="5935663"/>
          <p14:tracePt t="215202" x="10685463" y="5935663"/>
          <p14:tracePt t="215213" x="10555288" y="5935663"/>
          <p14:tracePt t="215222" x="10531475" y="5935663"/>
          <p14:tracePt t="215233" x="10518775" y="5935663"/>
          <p14:tracePt t="215243" x="10499725" y="5935663"/>
          <p14:tracePt t="215255" x="10493375" y="5935663"/>
          <p14:tracePt t="215271" x="10474325" y="5935663"/>
          <p14:tracePt t="215287" x="10456863" y="5929313"/>
          <p14:tracePt t="215304" x="10418763" y="5910263"/>
          <p14:tracePt t="215310" x="10394950" y="5910263"/>
          <p14:tracePt t="215340" x="10369550" y="5891213"/>
          <p14:tracePt t="215351" x="10350500" y="5884863"/>
          <p14:tracePt t="215357" x="10344150" y="5884863"/>
          <p14:tracePt t="215369" x="10320338" y="5884863"/>
          <p14:tracePt t="215378" x="10313988" y="5884863"/>
          <p14:tracePt t="215390" x="10307638" y="5884863"/>
          <p14:tracePt t="215508" x="10301288" y="5884863"/>
          <p14:tracePt t="215528" x="10294938" y="5884863"/>
          <p14:tracePt t="215539" x="10282238" y="5884863"/>
          <p14:tracePt t="215545" x="10277475" y="5884863"/>
          <p14:tracePt t="215558" x="10271125" y="5891213"/>
          <p14:tracePt t="215567" x="10264775" y="5891213"/>
          <p14:tracePt t="215575" x="10264775" y="5903913"/>
          <p14:tracePt t="215586" x="10258425" y="5910263"/>
          <p14:tracePt t="215590" x="10252075" y="5916613"/>
          <p14:tracePt t="215608" x="10252075" y="5922963"/>
          <p14:tracePt t="215616" x="10245725" y="5929313"/>
          <p14:tracePt t="215622" x="10245725" y="5935663"/>
          <p14:tracePt t="215640" x="10245725" y="5953125"/>
          <p14:tracePt t="215657" x="10245725" y="5965825"/>
          <p14:tracePt t="215665" x="10245725" y="5972175"/>
          <p14:tracePt t="215674" x="10245725" y="5978525"/>
          <p14:tracePt t="215685" x="10245725" y="5984875"/>
          <p14:tracePt t="215694" x="10245725" y="5991225"/>
          <p14:tracePt t="215704" x="10233025" y="6002338"/>
          <p14:tracePt t="215721" x="10220325" y="6008688"/>
          <p14:tracePt t="215736" x="10196513" y="6021388"/>
          <p14:tracePt t="215743" x="10190163" y="6021388"/>
          <p14:tracePt t="215754" x="10183813" y="6021388"/>
          <p14:tracePt t="215763" x="10177463" y="6021388"/>
          <p14:tracePt t="215773" x="10171113" y="6027738"/>
          <p14:tracePt t="215793" x="10164763" y="6027738"/>
          <p14:tracePt t="215856" x="10158413" y="6027738"/>
          <p14:tracePt t="215867" x="10152063" y="6021388"/>
          <p14:tracePt t="215880" x="10134600" y="5997575"/>
          <p14:tracePt t="215888" x="10128250" y="5991225"/>
          <p14:tracePt t="215910" x="10109200" y="5965825"/>
          <p14:tracePt t="215927" x="10102850" y="5959475"/>
          <p14:tracePt t="215944" x="10102850" y="5953125"/>
          <p14:tracePt t="215958" x="10096500" y="5946775"/>
          <p14:tracePt t="215986" x="10096500" y="5940425"/>
          <p14:tracePt t="216002" x="10096500" y="5935663"/>
          <p14:tracePt t="216024" x="10096500" y="5929313"/>
          <p14:tracePt t="216034" x="10096500" y="5916613"/>
          <p14:tracePt t="216053" x="10096500" y="5910263"/>
          <p14:tracePt t="216060" x="10096500" y="5903913"/>
          <p14:tracePt t="216071" x="10096500" y="5897563"/>
          <p14:tracePt t="216083" x="10096500" y="5891213"/>
          <p14:tracePt t="216096" x="10096500" y="5884863"/>
          <p14:tracePt t="216107" x="10090150" y="5884863"/>
          <p14:tracePt t="216127" x="10083800" y="5884863"/>
          <p14:tracePt t="216144" x="10079038" y="5884863"/>
          <p14:tracePt t="216167" x="10079038" y="5897563"/>
          <p14:tracePt t="216177" x="10090150" y="5916613"/>
          <p14:tracePt t="216189" x="10102850" y="5959475"/>
          <p14:tracePt t="216202" x="10115550" y="5978525"/>
          <p14:tracePt t="216210" x="10115550" y="5984875"/>
          <p14:tracePt t="216219" x="10121900" y="5991225"/>
          <p14:tracePt t="216227" x="10121900" y="6008688"/>
          <p14:tracePt t="216229" x="10121900" y="6021388"/>
          <p14:tracePt t="216237" x="10128250" y="6053138"/>
          <p14:tracePt t="216255" x="10128250" y="6070600"/>
          <p14:tracePt t="216270" x="10128250" y="6089650"/>
          <p14:tracePt t="216288" x="10128250" y="6096000"/>
          <p14:tracePt t="216294" x="10128250" y="6102350"/>
          <p14:tracePt t="216315" x="10128250" y="6108700"/>
          <p14:tracePt t="216334" x="10115550" y="6115050"/>
          <p14:tracePt t="216349" x="10109200" y="6115050"/>
          <p14:tracePt t="216365" x="10102850" y="6115050"/>
          <p14:tracePt t="216374" x="10096500" y="6115050"/>
          <p14:tracePt t="216389" x="10083800" y="6108700"/>
          <p14:tracePt t="216393" x="10079038" y="6102350"/>
          <p14:tracePt t="216397" x="10066338" y="6083300"/>
          <p14:tracePt t="216405" x="10047288" y="6064250"/>
          <p14:tracePt t="216422" x="10028238" y="6040438"/>
          <p14:tracePt t="216427" x="10021888" y="6021388"/>
          <p14:tracePt t="216438" x="9991725" y="5997575"/>
          <p14:tracePt t="216456" x="9979025" y="5959475"/>
          <p14:tracePt t="216472" x="9979025" y="5946775"/>
          <p14:tracePt t="216487" x="9979025" y="5935663"/>
          <p14:tracePt t="216504" x="10004425" y="5910263"/>
          <p14:tracePt t="216522" x="10047288" y="5891213"/>
          <p14:tracePt t="216529" x="10079038" y="5873750"/>
          <p14:tracePt t="216552" x="10164763" y="5854700"/>
          <p14:tracePt t="216560" x="10196513" y="5854700"/>
          <p14:tracePt t="216570" x="10220325" y="5854700"/>
          <p14:tracePt t="216576" x="10245725" y="5854700"/>
          <p14:tracePt t="216584" x="10277475" y="5867400"/>
          <p14:tracePt t="216592" x="10301288" y="5884863"/>
          <p14:tracePt t="216607" x="10333038" y="5940425"/>
          <p14:tracePt t="216622" x="10350500" y="6008688"/>
          <p14:tracePt t="216644" x="10350500" y="6046788"/>
          <p14:tracePt t="216655" x="10350500" y="6083300"/>
          <p14:tracePt t="216662" x="10350500" y="6089650"/>
          <p14:tracePt t="216672" x="10344150" y="6102350"/>
          <p14:tracePt t="216688" x="10326688" y="6121400"/>
          <p14:tracePt t="216704" x="10301288" y="6127750"/>
          <p14:tracePt t="216720" x="10252075" y="6127750"/>
          <p14:tracePt t="216725" x="10226675" y="6127750"/>
          <p14:tracePt t="216736" x="10196513" y="6127750"/>
          <p14:tracePt t="216741" x="10183813" y="6127750"/>
          <p14:tracePt t="216754" x="10140950" y="6102350"/>
          <p14:tracePt t="216757" x="10115550" y="6083300"/>
          <p14:tracePt t="216778" x="10047288" y="6034088"/>
          <p14:tracePt t="216788" x="10017125" y="6008688"/>
          <p14:tracePt t="216805" x="9936163" y="5897563"/>
          <p14:tracePt t="216822" x="9880600" y="5810250"/>
          <p14:tracePt t="216838" x="9861550" y="5754688"/>
          <p14:tracePt t="216859" x="9855200" y="5711825"/>
          <p14:tracePt t="216874" x="9855200" y="5681663"/>
          <p14:tracePt t="216892" x="9874250" y="5675313"/>
          <p14:tracePt t="216896" x="9898063" y="5675313"/>
          <p14:tracePt t="216911" x="9991725" y="5699125"/>
          <p14:tracePt t="216926" x="10072688" y="5754688"/>
          <p14:tracePt t="216935" x="10102850" y="5773738"/>
          <p14:tracePt t="216943" x="10128250" y="5799138"/>
          <p14:tracePt t="216950" x="10158413" y="5829300"/>
          <p14:tracePt t="216957" x="10183813" y="5861050"/>
          <p14:tracePt t="216969" x="10202863" y="5884863"/>
          <p14:tracePt t="216979" x="10213975" y="5903913"/>
          <p14:tracePt t="216990" x="10220325" y="5929313"/>
          <p14:tracePt t="216999" x="10220325" y="5935663"/>
          <p14:tracePt t="217006" x="10220325" y="5940425"/>
          <p14:tracePt t="217023" x="10220325" y="5946775"/>
          <p14:tracePt t="217038" x="10209213" y="5953125"/>
          <p14:tracePt t="217056" x="10183813" y="5953125"/>
          <p14:tracePt t="217071" x="10171113" y="5959475"/>
          <p14:tracePt t="217088" x="10164763" y="5959475"/>
          <p14:tracePt t="217109" x="10147300" y="5959475"/>
          <p14:tracePt t="217126" x="10140950" y="5959475"/>
          <p14:tracePt t="217172" x="10134600" y="5959475"/>
          <p14:tracePt t="217225" x="10134600" y="5946775"/>
          <p14:tracePt t="217241" x="10134600" y="5929313"/>
          <p14:tracePt t="217252" x="10134600" y="5922963"/>
          <p14:tracePt t="217260" x="10134600" y="5916613"/>
          <p14:tracePt t="217271" x="10134600" y="5910263"/>
          <p14:tracePt t="217288" x="10147300" y="5903913"/>
          <p14:tracePt t="217295" x="10158413" y="5903913"/>
          <p14:tracePt t="217305" x="10171113" y="5903913"/>
          <p14:tracePt t="217313" x="10177463" y="5903913"/>
          <p14:tracePt t="217321" x="10183813" y="5903913"/>
          <p14:tracePt t="217332" x="10202863" y="5903913"/>
          <p14:tracePt t="217337" x="10209213" y="5897563"/>
          <p14:tracePt t="217346" x="10213975" y="5897563"/>
          <p14:tracePt t="217354" x="10220325" y="5897563"/>
          <p14:tracePt t="217360" x="10226675" y="5897563"/>
          <p14:tracePt t="217364" x="10233025" y="5897563"/>
          <p14:tracePt t="217383" x="10245725" y="5897563"/>
          <p14:tracePt t="217392" x="10252075" y="5884863"/>
          <p14:tracePt t="217407" x="10258425" y="5884863"/>
          <p14:tracePt t="217423" x="10264775" y="5878513"/>
          <p14:tracePt t="217430" x="10264775" y="5873750"/>
          <p14:tracePt t="217457" x="10264775" y="5867400"/>
          <p14:tracePt t="217488" x="10264775" y="5861050"/>
          <p14:tracePt t="217498" x="10258425" y="5861050"/>
          <p14:tracePt t="217506" x="10252075" y="5861050"/>
          <p14:tracePt t="217515" x="10233025" y="5861050"/>
          <p14:tracePt t="217522" x="10220325" y="5861050"/>
          <p14:tracePt t="217533" x="10202863" y="5861050"/>
          <p14:tracePt t="217538" x="10183813" y="5861050"/>
          <p14:tracePt t="217546" x="10147300" y="5861050"/>
          <p14:tracePt t="217554" x="10121900" y="5861050"/>
          <p14:tracePt t="217571" x="10004425" y="5873750"/>
          <p14:tracePt t="217576" x="9898063" y="5897563"/>
          <p14:tracePt t="217588" x="9761538" y="5940425"/>
          <p14:tracePt t="217596" x="9631363" y="5965825"/>
          <p14:tracePt t="217607" x="9217025" y="6046788"/>
          <p14:tracePt t="217613" x="8894763" y="6102350"/>
          <p14:tracePt t="217622" x="8504238" y="6164263"/>
          <p14:tracePt t="217629" x="8181975" y="6200775"/>
          <p14:tracePt t="217639" x="7797800" y="6238875"/>
          <p14:tracePt t="217657" x="6978650" y="6281738"/>
          <p14:tracePt t="217672" x="6334125" y="6281738"/>
          <p14:tracePt t="217679" x="6062663" y="6281738"/>
          <p14:tracePt t="217687" x="5789613" y="6281738"/>
          <p14:tracePt t="217704" x="5392738" y="6281738"/>
          <p14:tracePt t="217721" x="5076825" y="6275388"/>
          <p14:tracePt t="217729" x="4927600" y="6262688"/>
          <p14:tracePt t="217738" x="4810125" y="6245225"/>
          <p14:tracePt t="217744" x="4692650" y="6232525"/>
          <p14:tracePt t="217749" x="4605338" y="6219825"/>
          <p14:tracePt t="217763" x="4579938" y="6219825"/>
          <p14:tracePt t="217771" x="4543425" y="6213475"/>
          <p14:tracePt t="217777" x="4524375" y="6207125"/>
          <p14:tracePt t="217815" x="4524375" y="6194425"/>
          <p14:tracePt t="217826" x="4524375" y="6189663"/>
          <p14:tracePt t="217838" x="4543425" y="6183313"/>
          <p14:tracePt t="217858" x="4648200" y="6145213"/>
          <p14:tracePt t="217874" x="4760913" y="6121400"/>
          <p14:tracePt t="217882" x="4859338" y="6108700"/>
          <p14:tracePt t="217889" x="4946650" y="6096000"/>
          <p14:tracePt t="217896" x="5094288" y="6070600"/>
          <p14:tracePt t="217902" x="5243513" y="6059488"/>
          <p14:tracePt t="217910" x="5429250" y="6046788"/>
          <p14:tracePt t="217921" x="5591175" y="6027738"/>
          <p14:tracePt t="217938" x="5943600" y="6015038"/>
          <p14:tracePt t="217943" x="6124575" y="6015038"/>
          <p14:tracePt t="217955" x="6259513" y="6002338"/>
          <p14:tracePt t="217972" x="6688138" y="6002338"/>
          <p14:tracePt t="217990" x="6854825" y="6002338"/>
          <p14:tracePt t="218003" x="6861175" y="6002338"/>
          <p14:tracePt t="218023" x="6861175" y="6015038"/>
          <p14:tracePt t="218033" x="6848475" y="6027738"/>
          <p14:tracePt t="218043" x="6818313" y="6046788"/>
          <p14:tracePt t="218054" x="6756400" y="6076950"/>
          <p14:tracePt t="218070" x="6632575" y="6102350"/>
          <p14:tracePt t="218079" x="6297613" y="6157913"/>
          <p14:tracePt t="218085" x="6043613" y="6189663"/>
          <p14:tracePt t="218095" x="5764213" y="6207125"/>
          <p14:tracePt t="218107" x="5448300" y="6226175"/>
          <p14:tracePt t="218120" x="4772025" y="6226175"/>
          <p14:tracePt t="218141" x="3954463" y="6213475"/>
          <p14:tracePt t="218149" x="3787775" y="6200775"/>
          <p14:tracePt t="218163" x="3600450" y="6176963"/>
          <p14:tracePt t="218174" x="3465513" y="6157913"/>
          <p14:tracePt t="218180" x="3346450" y="6132513"/>
          <p14:tracePt t="218186" x="3267075" y="6121400"/>
          <p14:tracePt t="218191" x="3192463" y="6096000"/>
          <p14:tracePt t="218212" x="3173413" y="6083300"/>
          <p14:tracePt t="218221" x="3173413" y="6076950"/>
          <p14:tracePt t="218229" x="3179763" y="6053138"/>
          <p14:tracePt t="218240" x="3192463" y="6034088"/>
          <p14:tracePt t="218256" x="3248025" y="6008688"/>
          <p14:tracePt t="218271" x="3303588" y="5991225"/>
          <p14:tracePt t="218289" x="3340100" y="5972175"/>
          <p14:tracePt t="218306" x="3359150" y="5972175"/>
          <p14:tracePt t="218328" x="3384550" y="5965825"/>
          <p14:tracePt t="218344" x="3390900" y="5965825"/>
          <p14:tracePt t="218363" x="3397250" y="5965825"/>
          <p14:tracePt t="218374" x="3403600" y="5972175"/>
          <p14:tracePt t="218393" x="3403600" y="5997575"/>
          <p14:tracePt t="218400" x="3403600" y="6015038"/>
          <p14:tracePt t="218406" x="3390900" y="6027738"/>
          <p14:tracePt t="218420" x="3371850" y="6046788"/>
          <p14:tracePt t="218429" x="3328988" y="6096000"/>
          <p14:tracePt t="218437" x="3273425" y="6115050"/>
          <p14:tracePt t="218449" x="3216275" y="6138863"/>
          <p14:tracePt t="218458" x="3160713" y="6151563"/>
          <p14:tracePt t="218474" x="3043238" y="6157913"/>
          <p14:tracePt t="218479" x="3006725" y="6157913"/>
          <p14:tracePt t="218491" x="2974975" y="6157913"/>
          <p14:tracePt t="218513" x="2932113" y="6157913"/>
          <p14:tracePt t="218523" x="2919413" y="6145213"/>
          <p14:tracePt t="218532" x="2913063" y="6127750"/>
          <p14:tracePt t="218539" x="2906713" y="6108700"/>
          <p14:tracePt t="218543" x="2906713" y="6096000"/>
          <p14:tracePt t="218552" x="2906713" y="6076950"/>
          <p14:tracePt t="218562" x="2906713" y="6070600"/>
          <p14:tracePt t="218576" x="2906713" y="6040438"/>
          <p14:tracePt t="218589" x="2951163" y="6002338"/>
          <p14:tracePt t="218605" x="3017838" y="5984875"/>
          <p14:tracePt t="218623" x="3068638" y="5972175"/>
          <p14:tracePt t="218641" x="3092450" y="5972175"/>
          <p14:tracePt t="218657" x="3105150" y="5978525"/>
          <p14:tracePt t="218665" x="3117850" y="5991225"/>
          <p14:tracePt t="218671" x="3124200" y="6008688"/>
          <p14:tracePt t="218685" x="3130550" y="6034088"/>
          <p14:tracePt t="218696" x="3143250" y="6046788"/>
          <p14:tracePt t="218704" x="3143250" y="6053138"/>
          <p14:tracePt t="218709" x="3143250" y="6059488"/>
          <p14:tracePt t="218726" x="3143250" y="6070600"/>
          <p14:tracePt t="218806" x="3143250" y="6064250"/>
          <p14:tracePt t="218824" x="3143250" y="6053138"/>
          <p14:tracePt t="218839" x="3143250" y="6034088"/>
          <p14:tracePt t="218849" x="3143250" y="6021388"/>
          <p14:tracePt t="218863" x="3143250" y="5997575"/>
          <p14:tracePt t="218878" x="3143250" y="5984875"/>
          <p14:tracePt t="218889" x="3143250" y="5978525"/>
          <p14:tracePt t="219007" x="3143250" y="5965825"/>
          <p14:tracePt t="219026" x="3143250" y="5959475"/>
          <p14:tracePt t="219040" x="3143250" y="5953125"/>
          <p14:tracePt t="219058" x="3143250" y="5946775"/>
          <p14:tracePt t="219066" x="3143250" y="5940425"/>
          <p14:tracePt t="219177" x="3130550" y="5940425"/>
          <p14:tracePt t="219191" x="3124200" y="5940425"/>
          <p14:tracePt t="219208" x="3117850" y="5940425"/>
          <p14:tracePt t="219224" x="3111500" y="5940425"/>
          <p14:tracePt t="219232" x="3105150" y="5940425"/>
          <p14:tracePt t="219250" x="3105150" y="5946775"/>
          <p14:tracePt t="219257" x="3098800" y="5946775"/>
          <p14:tracePt t="219272" x="3098800" y="5972175"/>
          <p14:tracePt t="219276" x="3098800" y="5978525"/>
          <p14:tracePt t="219288" x="3098800" y="5991225"/>
          <p14:tracePt t="219305" x="3098800" y="6021388"/>
          <p14:tracePt t="219323" x="3098800" y="6064250"/>
          <p14:tracePt t="219330" x="3098800" y="6096000"/>
          <p14:tracePt t="219338" x="3111500" y="6108700"/>
          <p14:tracePt t="219353" x="3111500" y="6127750"/>
          <p14:tracePt t="219369" x="3117850" y="6164263"/>
          <p14:tracePt t="219382" x="3117850" y="6170613"/>
          <p14:tracePt t="219473" x="3111500" y="6170613"/>
          <p14:tracePt t="219569" x="3105150" y="6170613"/>
          <p14:tracePt t="219579" x="3105150" y="6164263"/>
          <p14:tracePt t="219598" x="3105150" y="6157913"/>
          <p14:tracePt t="219606" x="3092450" y="6151563"/>
          <p14:tracePt t="219624" x="3086100" y="6138863"/>
          <p14:tracePt t="219634" x="3086100" y="6121400"/>
          <p14:tracePt t="219647" x="3086100" y="6102350"/>
          <p14:tracePt t="219656" x="3086100" y="6083300"/>
          <p14:tracePt t="219674" x="3086100" y="6070600"/>
          <p14:tracePt t="219678" x="3086100" y="6064250"/>
          <p14:tracePt t="219688" x="3105150" y="6046788"/>
          <p14:tracePt t="219705" x="3136900" y="6034088"/>
          <p14:tracePt t="219711" x="3160713" y="6021388"/>
          <p14:tracePt t="219730" x="3241675" y="6021388"/>
          <p14:tracePt t="219738" x="3290888" y="6021388"/>
          <p14:tracePt t="219745" x="3390900" y="6021388"/>
          <p14:tracePt t="219753" x="3502025" y="6021388"/>
          <p14:tracePt t="219761" x="3681413" y="6021388"/>
          <p14:tracePt t="219771" x="3911600" y="6021388"/>
          <p14:tracePt t="219786" x="4351338" y="6021388"/>
          <p14:tracePt t="219791" x="4586288" y="6021388"/>
          <p14:tracePt t="219799" x="4833938" y="6034088"/>
          <p14:tracePt t="219805" x="5014913" y="6046788"/>
          <p14:tracePt t="219826" x="5360988" y="6070600"/>
          <p14:tracePt t="219840" x="5614988" y="6102350"/>
          <p14:tracePt t="219858" x="5864225" y="6115050"/>
          <p14:tracePt t="219874" x="6049963" y="6127750"/>
          <p14:tracePt t="219879" x="6148388" y="6138863"/>
          <p14:tracePt t="219891" x="6265863" y="6151563"/>
          <p14:tracePt t="219903" x="6464300" y="6151563"/>
          <p14:tracePt t="219909" x="6564313" y="6151563"/>
          <p14:tracePt t="219919" x="6681788" y="6151563"/>
          <p14:tracePt t="219927" x="6780213" y="6151563"/>
          <p14:tracePt t="219939" x="6861175" y="6151563"/>
          <p14:tracePt t="219943" x="6961188" y="6151563"/>
          <p14:tracePt t="219957" x="7072313" y="6151563"/>
          <p14:tracePt t="219974" x="7108825" y="6151563"/>
          <p14:tracePt t="219978" x="7134225" y="6151563"/>
          <p14:tracePt t="219986" x="7153275" y="6151563"/>
          <p14:tracePt t="220064" x="7159625" y="6151563"/>
          <p14:tracePt t="220077" x="7165975" y="6151563"/>
          <p14:tracePt t="220086" x="7170738" y="6151563"/>
          <p14:tracePt t="220109" x="7177088" y="6151563"/>
          <p14:tracePt t="220115" x="7196138" y="6151563"/>
          <p14:tracePt t="220126" x="7215188" y="6151563"/>
          <p14:tracePt t="220138" x="7245350" y="6151563"/>
          <p14:tracePt t="220144" x="7270750" y="6151563"/>
          <p14:tracePt t="220149" x="7283450" y="6151563"/>
          <p14:tracePt t="220160" x="7300913" y="6151563"/>
          <p14:tracePt t="220174" x="7313613" y="6151563"/>
          <p14:tracePt t="220255" x="7300913" y="6151563"/>
          <p14:tracePt t="220270" x="7270750" y="6151563"/>
          <p14:tracePt t="220286" x="7202488" y="6151563"/>
          <p14:tracePt t="220303" x="7159625" y="6151563"/>
          <p14:tracePt t="220313" x="7115175" y="6151563"/>
          <p14:tracePt t="220322" x="7046913" y="6151563"/>
          <p14:tracePt t="220329" x="6978650" y="6151563"/>
          <p14:tracePt t="220333" x="6910388" y="6151563"/>
          <p14:tracePt t="220342" x="6831013" y="6151563"/>
          <p14:tracePt t="220357" x="6645275" y="6151563"/>
          <p14:tracePt t="220374" x="6446838" y="6151563"/>
          <p14:tracePt t="220389" x="6359525" y="6151563"/>
          <p14:tracePt t="220406" x="6229350" y="6151563"/>
          <p14:tracePt t="220423" x="6180138" y="6138863"/>
          <p14:tracePt t="220473" x="6180138" y="6132513"/>
          <p14:tracePt t="220485" x="6186488" y="6115050"/>
          <p14:tracePt t="220497" x="6203950" y="6102350"/>
          <p14:tracePt t="220506" x="6223000" y="6089650"/>
          <p14:tracePt t="220509" x="6248400" y="6070600"/>
          <p14:tracePt t="220523" x="6265863" y="6070600"/>
          <p14:tracePt t="220527" x="6278563" y="6053138"/>
          <p14:tracePt t="220538" x="6297613" y="6040438"/>
          <p14:tracePt t="220543" x="6316663" y="6034088"/>
          <p14:tracePt t="220562" x="6346825" y="6027738"/>
          <p14:tracePt t="220573" x="6378575" y="6027738"/>
          <p14:tracePt t="220590" x="6421438" y="6027738"/>
          <p14:tracePt t="220609" x="6477000" y="6027738"/>
          <p14:tracePt t="220625" x="6538913" y="6027738"/>
          <p14:tracePt t="220641" x="6613525" y="6027738"/>
          <p14:tracePt t="220649" x="6638925" y="6027738"/>
          <p14:tracePt t="220664" x="6707188" y="6040438"/>
          <p14:tracePt t="220672" x="6718300" y="6046788"/>
          <p14:tracePt t="220681" x="6731000" y="6046788"/>
          <p14:tracePt t="220693" x="6743700" y="6053138"/>
          <p14:tracePt t="221696" x="6750050" y="6053138"/>
          <p14:tracePt t="221712" x="6756400" y="6053138"/>
          <p14:tracePt t="221727" x="6762750" y="6053138"/>
          <p14:tracePt t="221733" x="6762750" y="6046788"/>
          <p14:tracePt t="221740" x="6769100" y="6046788"/>
          <p14:tracePt t="221753" x="6786563" y="6046788"/>
          <p14:tracePt t="221762" x="6799263" y="6046788"/>
          <p14:tracePt t="221770" x="6805613" y="6046788"/>
          <p14:tracePt t="221774" x="6824663" y="6046788"/>
          <p14:tracePt t="221782" x="6837363" y="6059488"/>
          <p14:tracePt t="221789" x="6854825" y="6064250"/>
          <p14:tracePt t="221806" x="6899275" y="6083300"/>
          <p14:tracePt t="221823" x="6967538" y="6102350"/>
          <p14:tracePt t="221845" x="7040563" y="6121400"/>
          <p14:tracePt t="221850" x="7072313" y="6127750"/>
          <p14:tracePt t="221856" x="7108825" y="6138863"/>
          <p14:tracePt t="221866" x="7134225" y="6145213"/>
          <p14:tracePt t="221875" x="7153275" y="6157913"/>
          <p14:tracePt t="221890" x="7183438" y="6176963"/>
          <p14:tracePt t="221907" x="7202488" y="6189663"/>
          <p14:tracePt t="221910" x="7208838" y="6194425"/>
          <p14:tracePt t="221938" x="7208838" y="6200775"/>
          <p14:tracePt t="221968" x="7208838" y="6207125"/>
          <p14:tracePt t="221993" x="7208838" y="6213475"/>
          <p14:tracePt t="222024" x="7208838" y="6226175"/>
          <p14:tracePt t="222039" x="7196138" y="6232525"/>
          <p14:tracePt t="222048" x="7177088" y="6245225"/>
          <p14:tracePt t="222055" x="7159625" y="6245225"/>
          <p14:tracePt t="222073" x="7127875" y="6262688"/>
          <p14:tracePt t="222078" x="7102475" y="6262688"/>
          <p14:tracePt t="222090" x="7085013" y="6269038"/>
          <p14:tracePt t="222109" x="7035800" y="6269038"/>
          <p14:tracePt t="222119" x="7010400" y="6269038"/>
          <p14:tracePt t="222126" x="6991350" y="6269038"/>
          <p14:tracePt t="222137" x="6967538" y="6269038"/>
          <p14:tracePt t="222146" x="6961188" y="6269038"/>
          <p14:tracePt t="222157" x="6948488" y="6269038"/>
          <p14:tracePt t="222173" x="6899275" y="6251575"/>
          <p14:tracePt t="222175" x="6892925" y="6245225"/>
          <p14:tracePt t="222194" x="6861175" y="6219825"/>
          <p14:tracePt t="222212" x="6848475" y="6200775"/>
          <p14:tracePt t="222224" x="6831013" y="6183313"/>
          <p14:tracePt t="222236" x="6831013" y="6164263"/>
          <p14:tracePt t="222241" x="6831013" y="6151563"/>
          <p14:tracePt t="222253" x="6831013" y="6138863"/>
          <p14:tracePt t="222264" x="6831013" y="6115050"/>
          <p14:tracePt t="222272" x="6831013" y="6096000"/>
          <p14:tracePt t="222280" x="6831013" y="6076950"/>
          <p14:tracePt t="222284" x="6848475" y="6027738"/>
          <p14:tracePt t="222295" x="6867525" y="5997575"/>
          <p14:tracePt t="222306" x="6873875" y="5972175"/>
          <p14:tracePt t="222310" x="6905625" y="5940425"/>
          <p14:tracePt t="222325" x="6948488" y="5916613"/>
          <p14:tracePt t="222343" x="7016750" y="5891213"/>
          <p14:tracePt t="222350" x="7040563" y="5878513"/>
          <p14:tracePt t="222364" x="7102475" y="5873750"/>
          <p14:tracePt t="222375" x="7159625" y="5861050"/>
          <p14:tracePt t="222390" x="7202488" y="5848350"/>
          <p14:tracePt t="222408" x="7251700" y="5848350"/>
          <p14:tracePt t="222424" x="7296150" y="5861050"/>
          <p14:tracePt t="222442" x="7339013" y="5878513"/>
          <p14:tracePt t="222450" x="7351713" y="5884863"/>
          <p14:tracePt t="222463" x="7362825" y="5903913"/>
          <p14:tracePt t="222473" x="7375525" y="5916613"/>
          <p14:tracePt t="222487" x="7388225" y="5922963"/>
          <p14:tracePt t="222498" x="7400925" y="5946775"/>
          <p14:tracePt t="222514" x="7424738" y="5978525"/>
          <p14:tracePt t="222522" x="7431088" y="5984875"/>
          <p14:tracePt t="222534" x="7437438" y="6027738"/>
          <p14:tracePt t="222543" x="7450138" y="6034088"/>
          <p14:tracePt t="222550" x="7450138" y="6040438"/>
          <p14:tracePt t="222561" x="7456488" y="6059488"/>
          <p14:tracePt t="222574" x="7456488" y="6064250"/>
          <p14:tracePt t="222578" x="7456488" y="6070600"/>
          <p14:tracePt t="222588" x="7456488" y="6076950"/>
          <p14:tracePt t="222606" x="7462838" y="6083300"/>
          <p14:tracePt t="222624" x="7462838" y="6089650"/>
          <p14:tracePt t="222672" x="7456488" y="6089650"/>
          <p14:tracePt t="222679" x="7443788" y="6089650"/>
          <p14:tracePt t="222695" x="7431088" y="6089650"/>
          <p14:tracePt t="222707" x="7424738" y="6089650"/>
          <p14:tracePt t="222713" x="7407275" y="6083300"/>
          <p14:tracePt t="222734" x="7345363" y="6027738"/>
          <p14:tracePt t="222741" x="7326313" y="6008688"/>
          <p14:tracePt t="222753" x="7307263" y="5984875"/>
          <p14:tracePt t="222760" x="7289800" y="5953125"/>
          <p14:tracePt t="222768" x="7283450" y="5929313"/>
          <p14:tracePt t="222777" x="7283450" y="5922963"/>
          <p14:tracePt t="222789" x="7283450" y="5910263"/>
          <p14:tracePt t="222808" x="7277100" y="5884863"/>
          <p14:tracePt t="222826" x="7277100" y="5867400"/>
          <p14:tracePt t="222847" x="7283450" y="5854700"/>
          <p14:tracePt t="222856" x="7289800" y="5854700"/>
          <p14:tracePt t="222874" x="7313613" y="5848350"/>
          <p14:tracePt t="222889" x="7332663" y="5848350"/>
          <p14:tracePt t="222895" x="7358063" y="5848350"/>
          <p14:tracePt t="222906" x="7375525" y="5848350"/>
          <p14:tracePt t="222913" x="7407275" y="5861050"/>
          <p14:tracePt t="222931" x="7450138" y="5884863"/>
          <p14:tracePt t="222943" x="7518400" y="5922963"/>
          <p14:tracePt t="222961" x="7561263" y="5953125"/>
          <p14:tracePt t="222969" x="7586663" y="5972175"/>
          <p14:tracePt t="222980" x="7654925" y="5991225"/>
          <p14:tracePt t="222990" x="7673975" y="5997575"/>
          <p14:tracePt t="223007" x="7691438" y="6008688"/>
          <p14:tracePt t="223024" x="7704138" y="6021388"/>
          <p14:tracePt t="223050" x="7704138" y="6027738"/>
          <p14:tracePt t="223064" x="7697788" y="6034088"/>
          <p14:tracePt t="223074" x="7691438" y="6040438"/>
          <p14:tracePt t="223078" x="7680325" y="6040438"/>
          <p14:tracePt t="223090" x="7661275" y="6046788"/>
          <p14:tracePt t="223107" x="7618413" y="6064250"/>
          <p14:tracePt t="223124" x="7573963" y="6064250"/>
          <p14:tracePt t="223131" x="7561263" y="6064250"/>
          <p14:tracePt t="223137" x="7543800" y="6064250"/>
          <p14:tracePt t="223145" x="7531100" y="6064250"/>
          <p14:tracePt t="223152" x="7512050" y="6064250"/>
          <p14:tracePt t="223158" x="7493000" y="6059488"/>
          <p14:tracePt t="223175" x="7469188" y="6046788"/>
          <p14:tracePt t="223191" x="7462838" y="6040438"/>
          <p14:tracePt t="223211" x="7462838" y="6034088"/>
          <p14:tracePt t="223233" x="7462838" y="6027738"/>
          <p14:tracePt t="223242" x="7456488" y="6021388"/>
          <p14:tracePt t="223264" x="7456488" y="6015038"/>
          <p14:tracePt t="223275" x="7450138" y="6008688"/>
          <p14:tracePt t="223289" x="7443788" y="5997575"/>
          <p14:tracePt t="223307" x="7437438" y="5984875"/>
          <p14:tracePt t="223311" x="7431088" y="5984875"/>
          <p14:tracePt t="223322" x="7431088" y="5978525"/>
          <p14:tracePt t="223375" x="7431088" y="6002338"/>
          <p14:tracePt t="223383" x="7431088" y="6021388"/>
          <p14:tracePt t="223392" x="7431088" y="6034088"/>
          <p14:tracePt t="223407" x="7431088" y="6064250"/>
          <p14:tracePt t="223426" x="7431088" y="6102350"/>
          <p14:tracePt t="223439" x="7431088" y="6115050"/>
          <p14:tracePt t="223462" x="7413625" y="6132513"/>
          <p14:tracePt t="223480" x="7394575" y="6132513"/>
          <p14:tracePt t="223497" x="7388225" y="6132513"/>
          <p14:tracePt t="223507" x="7375525" y="6132513"/>
          <p14:tracePt t="223513" x="7369175" y="6132513"/>
          <p14:tracePt t="223522" x="7358063" y="6132513"/>
          <p14:tracePt t="223533" x="7351713" y="6127750"/>
          <p14:tracePt t="223537" x="7332663" y="6121400"/>
          <p14:tracePt t="223543" x="7313613" y="6102350"/>
          <p14:tracePt t="223551" x="7300913" y="6083300"/>
          <p14:tracePt t="223563" x="7289800" y="6076950"/>
          <p14:tracePt t="223573" x="7277100" y="6046788"/>
          <p14:tracePt t="223589" x="7277100" y="6040438"/>
          <p14:tracePt t="223593" x="7270750" y="6021388"/>
          <p14:tracePt t="223611" x="7270750" y="6008688"/>
          <p14:tracePt t="223632" x="7270750" y="5991225"/>
          <p14:tracePt t="223637" x="7277100" y="5972175"/>
          <p14:tracePt t="223644" x="7283450" y="5965825"/>
          <p14:tracePt t="223654" x="7300913" y="5946775"/>
          <p14:tracePt t="223659" x="7313613" y="5940425"/>
          <p14:tracePt t="223665" x="7369175" y="5922963"/>
          <p14:tracePt t="223673" x="7394575" y="5910263"/>
          <p14:tracePt t="223678" x="7413625" y="5903913"/>
          <p14:tracePt t="223690" x="7450138" y="5891213"/>
          <p14:tracePt t="223696" x="7488238" y="5884863"/>
          <p14:tracePt t="223708" x="7543800" y="5873750"/>
          <p14:tracePt t="223712" x="7599363" y="5861050"/>
          <p14:tracePt t="223720" x="7648575" y="5861050"/>
          <p14:tracePt t="223727" x="7697788" y="5861050"/>
          <p14:tracePt t="223733" x="7748588" y="5861050"/>
          <p14:tracePt t="223743" x="7766050" y="5867400"/>
          <p14:tracePt t="223753" x="7772400" y="5867400"/>
          <p14:tracePt t="223759" x="7772400" y="5873750"/>
          <p14:tracePt t="223794" x="7772400" y="5878513"/>
          <p14:tracePt t="223803" x="7772400" y="5884863"/>
          <p14:tracePt t="223813" x="7772400" y="5891213"/>
          <p14:tracePt t="223824" x="7742238" y="5916613"/>
          <p14:tracePt t="223841" x="7697788" y="5935663"/>
          <p14:tracePt t="223847" x="7667625" y="5935663"/>
          <p14:tracePt t="223853" x="7654925" y="5940425"/>
          <p14:tracePt t="223871" x="7623175" y="5940425"/>
          <p14:tracePt t="223878" x="7612063" y="5940425"/>
          <p14:tracePt t="223952" x="7612063" y="5935663"/>
          <p14:tracePt t="223967" x="7612063" y="5929313"/>
          <p14:tracePt t="223983" x="7612063" y="5922963"/>
          <p14:tracePt t="223991" x="7618413" y="5922963"/>
          <p14:tracePt t="224016" x="7629525" y="5922963"/>
          <p14:tracePt t="224024" x="7642225" y="5935663"/>
          <p14:tracePt t="224039" x="7648575" y="5972175"/>
          <p14:tracePt t="224056" x="7648575" y="6002338"/>
          <p14:tracePt t="224073" x="7642225" y="6027738"/>
          <p14:tracePt t="224095" x="7580313" y="6059488"/>
          <p14:tracePt t="224102" x="7554913" y="6059488"/>
          <p14:tracePt t="224108" x="7505700" y="6070600"/>
          <p14:tracePt t="224122" x="7475538" y="6070600"/>
          <p14:tracePt t="224126" x="7450138" y="6070600"/>
          <p14:tracePt t="224138" x="7437438" y="6070600"/>
          <p14:tracePt t="224146" x="7419975" y="6070600"/>
          <p14:tracePt t="224156" x="7400925" y="6064250"/>
          <p14:tracePt t="224176" x="7388225" y="6015038"/>
          <p14:tracePt t="224194" x="7369175" y="5984875"/>
          <p14:tracePt t="224199" x="7369175" y="5959475"/>
          <p14:tracePt t="224209" x="7369175" y="5910263"/>
          <p14:tracePt t="224224" x="7369175" y="5878513"/>
          <p14:tracePt t="224240" x="7400925" y="5822950"/>
          <p14:tracePt t="224256" x="7437438" y="5786438"/>
          <p14:tracePt t="224267" x="7450138" y="5773738"/>
          <p14:tracePt t="224273" x="7481888" y="5767388"/>
          <p14:tracePt t="224281" x="7505700" y="5767388"/>
          <p14:tracePt t="224294" x="7567613" y="5767388"/>
          <p14:tracePt t="224306" x="7586663" y="5767388"/>
          <p14:tracePt t="224324" x="7629525" y="5786438"/>
          <p14:tracePt t="224329" x="7661275" y="5829300"/>
          <p14:tracePt t="224333" x="7680325" y="5854700"/>
          <p14:tracePt t="224345" x="7691438" y="5897563"/>
          <p14:tracePt t="224359" x="7697788" y="5940425"/>
          <p14:tracePt t="224366" x="7697788" y="5965825"/>
          <p14:tracePt t="224374" x="7697788" y="5991225"/>
          <p14:tracePt t="224387" x="7691438" y="6015038"/>
          <p14:tracePt t="224394" x="7685088" y="6034088"/>
          <p14:tracePt t="224405" x="7667625" y="6053138"/>
          <p14:tracePt t="224409" x="7661275" y="6059488"/>
          <p14:tracePt t="224417" x="7654925" y="6059488"/>
          <p14:tracePt t="224423" x="7629525" y="6064250"/>
          <p14:tracePt t="224440" x="7599363" y="6064250"/>
          <p14:tracePt t="224457" x="7573963" y="6064250"/>
          <p14:tracePt t="224474" x="7543800" y="6064250"/>
          <p14:tracePt t="224478" x="7537450" y="6064250"/>
          <p14:tracePt t="224492" x="7531100" y="6053138"/>
          <p14:tracePt t="224496" x="7524750" y="6046788"/>
          <p14:tracePt t="224519" x="7505700" y="5978525"/>
          <p14:tracePt t="224528" x="7505700" y="5940425"/>
          <p14:tracePt t="224536" x="7505700" y="5922963"/>
          <p14:tracePt t="224544" x="7505700" y="5910263"/>
          <p14:tracePt t="224557" x="7505700" y="5878513"/>
          <p14:tracePt t="224574" x="7524750" y="5842000"/>
          <p14:tracePt t="224594" x="7543800" y="5822950"/>
          <p14:tracePt t="224614" x="7550150" y="5822950"/>
          <p14:tracePt t="224639" x="7550150" y="5829300"/>
          <p14:tracePt t="224649" x="7550150" y="5835650"/>
          <p14:tracePt t="224657" x="7554913" y="5861050"/>
          <p14:tracePt t="224661" x="7554913" y="5873750"/>
          <p14:tracePt t="224675" x="7554913" y="5910263"/>
          <p14:tracePt t="224681" x="7554913" y="5946775"/>
          <p14:tracePt t="224688" x="7543800" y="5991225"/>
          <p14:tracePt t="224705" x="7524750" y="6015038"/>
          <p14:tracePt t="224709" x="7481888" y="6059488"/>
          <p14:tracePt t="224718" x="7450138" y="6076950"/>
          <p14:tracePt t="224725" x="7413625" y="6102350"/>
          <p14:tracePt t="224741" x="7358063" y="6108700"/>
          <p14:tracePt t="224746" x="7319963" y="6121400"/>
          <p14:tracePt t="224757" x="7296150" y="6121400"/>
          <p14:tracePt t="224774" x="7121525" y="6121400"/>
          <p14:tracePt t="224784" x="7040563" y="6121400"/>
          <p14:tracePt t="224790" x="6961188" y="6121400"/>
          <p14:tracePt t="224810" x="6792913" y="6121400"/>
          <p14:tracePt t="224818" x="6688138" y="6115050"/>
          <p14:tracePt t="224824" x="6607175" y="6102350"/>
          <p14:tracePt t="224830" x="6532563" y="6089650"/>
          <p14:tracePt t="224839" x="6483350" y="6076950"/>
          <p14:tracePt t="224848" x="6464300" y="6059488"/>
          <p14:tracePt t="224856" x="6446838" y="6059488"/>
          <p14:tracePt t="224872" x="6440488" y="6053138"/>
          <p14:tracePt t="224881" x="6434138" y="6034088"/>
          <p14:tracePt t="224896" x="6427788" y="5997575"/>
          <p14:tracePt t="224906" x="6427788" y="5984875"/>
          <p14:tracePt t="224911" x="6427788" y="5965825"/>
          <p14:tracePt t="224916" x="6427788" y="5940425"/>
          <p14:tracePt t="224928" x="6434138" y="5922963"/>
          <p14:tracePt t="224941" x="6446838" y="5903913"/>
          <p14:tracePt t="224945" x="6470650" y="5884863"/>
          <p14:tracePt t="224952" x="6489700" y="5873750"/>
          <p14:tracePt t="224958" x="6519863" y="5854700"/>
          <p14:tracePt t="224968" x="6545263" y="5842000"/>
          <p14:tracePt t="224976" x="6564313" y="5835650"/>
          <p14:tracePt t="224986" x="6588125" y="5822950"/>
          <p14:tracePt t="224994" x="6619875" y="5816600"/>
          <p14:tracePt t="225007" x="6662738" y="5799138"/>
          <p14:tracePt t="225023" x="6724650" y="5799138"/>
          <p14:tracePt t="225042" x="6780213" y="5822950"/>
          <p14:tracePt t="225057" x="6837363" y="5861050"/>
          <p14:tracePt t="225064" x="6910388" y="5922963"/>
          <p14:tracePt t="225069" x="6954838" y="5953125"/>
          <p14:tracePt t="225089" x="6991350" y="5997575"/>
          <p14:tracePt t="225096" x="7053263" y="6059488"/>
          <p14:tracePt t="225104" x="7072313" y="6089650"/>
          <p14:tracePt t="225113" x="7078663" y="6102350"/>
          <p14:tracePt t="225121" x="7078663" y="6121400"/>
          <p14:tracePt t="225134" x="7078663" y="6138863"/>
          <p14:tracePt t="225142" x="7078663" y="6157913"/>
          <p14:tracePt t="225149" x="7078663" y="6164263"/>
          <p14:tracePt t="225161" x="7078663" y="6176963"/>
          <p14:tracePt t="225173" x="7065963" y="6176963"/>
          <p14:tracePt t="225193" x="7029450" y="6183313"/>
          <p14:tracePt t="225209" x="6997700" y="6183313"/>
          <p14:tracePt t="225225" x="6948488" y="6170613"/>
          <p14:tracePt t="225242" x="6899275" y="6151563"/>
          <p14:tracePt t="225258" x="6854825" y="6132513"/>
          <p14:tracePt t="225264" x="6842125" y="6127750"/>
          <p14:tracePt t="225274" x="6831013" y="6121400"/>
          <p14:tracePt t="225288" x="6824663" y="6115050"/>
          <p14:tracePt t="225301" x="6811963" y="6102350"/>
          <p14:tracePt t="225307" x="6805613" y="6102350"/>
          <p14:tracePt t="225311" x="6799263" y="6096000"/>
          <p14:tracePt t="225318" x="6799263" y="6089650"/>
          <p14:tracePt t="225327" x="6780213" y="6076950"/>
          <p14:tracePt t="225341" x="6769100" y="6064250"/>
          <p14:tracePt t="225359" x="6762750" y="6059488"/>
          <p14:tracePt t="225384" x="6756400" y="6059488"/>
          <p14:tracePt t="225409" x="6750050" y="6059488"/>
          <p14:tracePt t="225448" x="6750050" y="6070600"/>
          <p14:tracePt t="225464" x="6750050" y="6102350"/>
          <p14:tracePt t="225475" x="6750050" y="6121400"/>
          <p14:tracePt t="225485" x="6756400" y="6151563"/>
          <p14:tracePt t="225497" x="6756400" y="6176963"/>
          <p14:tracePt t="225505" x="6756400" y="6194425"/>
          <p14:tracePt t="225508" x="6769100" y="6207125"/>
          <p14:tracePt t="225523" x="6769100" y="6219825"/>
          <p14:tracePt t="225526" x="6769100" y="6232525"/>
          <p14:tracePt t="225539" x="6769100" y="6238875"/>
          <p14:tracePt t="225543" x="6769100" y="6245225"/>
          <p14:tracePt t="225558" x="6769100" y="6251575"/>
          <p14:tracePt t="225575" x="6769100" y="6262688"/>
          <p14:tracePt t="225591" x="6769100" y="6269038"/>
          <p14:tracePt t="225630" x="6769100" y="6275388"/>
          <p14:tracePt t="225664" x="6762750" y="6281738"/>
          <p14:tracePt t="225697" x="6762750" y="6288088"/>
          <p14:tracePt t="225709" x="6756400" y="6288088"/>
          <p14:tracePt t="225726" x="6750050" y="6288088"/>
          <p14:tracePt t="225734" x="6737350" y="6288088"/>
          <p14:tracePt t="225744" x="6731000" y="6288088"/>
          <p14:tracePt t="225759" x="6711950" y="6288088"/>
          <p14:tracePt t="225773" x="6700838" y="6288088"/>
          <p14:tracePt t="225792" x="6694488" y="6288088"/>
          <p14:tracePt t="225807" x="6681788" y="6288088"/>
          <p14:tracePt t="225826" x="6681788" y="6281738"/>
          <p14:tracePt t="225842" x="6675438" y="6281738"/>
          <p14:tracePt t="225862" x="6675438" y="6275388"/>
          <p14:tracePt t="225871" x="6662738" y="6269038"/>
          <p14:tracePt t="225889" x="6662738" y="6256338"/>
          <p14:tracePt t="225904" x="6662738" y="6251575"/>
          <p14:tracePt t="225913" x="6656388" y="6245225"/>
          <p14:tracePt t="225923" x="6656388" y="6219825"/>
          <p14:tracePt t="225929" x="6656388" y="6213475"/>
          <p14:tracePt t="225933" x="6656388" y="6200775"/>
          <p14:tracePt t="225942" x="6656388" y="6183313"/>
          <p14:tracePt t="225957" x="6650038" y="6164263"/>
          <p14:tracePt t="225960" x="6650038" y="6151563"/>
          <p14:tracePt t="225964" x="6645275" y="6132513"/>
          <p14:tracePt t="225976" x="6645275" y="6108700"/>
          <p14:tracePt t="225990" x="6632575" y="6076950"/>
          <p14:tracePt t="226006" x="6632575" y="6040438"/>
          <p14:tracePt t="226022" x="6632575" y="6027738"/>
          <p14:tracePt t="226033" x="6632575" y="5984875"/>
          <p14:tracePt t="226044" x="6632575" y="5972175"/>
          <p14:tracePt t="226048" x="6632575" y="5953125"/>
          <p14:tracePt t="226059" x="6632575" y="5935663"/>
          <p14:tracePt t="226073" x="6632575" y="5916613"/>
          <p14:tracePt t="226081" x="6632575" y="5910263"/>
          <p14:tracePt t="226091" x="6632575" y="5897563"/>
          <p14:tracePt t="226109" x="6638925" y="5891213"/>
          <p14:tracePt t="226194" x="6650038" y="5903913"/>
          <p14:tracePt t="226209" x="6675438" y="5935663"/>
          <p14:tracePt t="226216" x="6681788" y="5965825"/>
          <p14:tracePt t="226231" x="6694488" y="6008688"/>
          <p14:tracePt t="226241" x="6700838" y="6021388"/>
          <p14:tracePt t="226246" x="6700838" y="6059488"/>
          <p14:tracePt t="226263" x="6711950" y="6102350"/>
          <p14:tracePt t="226273" x="6711950" y="6121400"/>
          <p14:tracePt t="226281" x="6711950" y="6138863"/>
          <p14:tracePt t="226304" x="6711950" y="6176963"/>
          <p14:tracePt t="226313" x="6711950" y="6183313"/>
          <p14:tracePt t="226327" x="6707188" y="6189663"/>
          <p14:tracePt t="226330" x="6700838" y="6194425"/>
          <p14:tracePt t="226343" x="6700838" y="6200775"/>
          <p14:tracePt t="226350" x="6694488" y="6200775"/>
          <p14:tracePt t="226357" x="6688138" y="6200775"/>
          <p14:tracePt t="226375" x="6681788" y="6200775"/>
          <p14:tracePt t="226393" x="6675438" y="6200775"/>
          <p14:tracePt t="226398" x="6669088" y="6200775"/>
          <p14:tracePt t="226414" x="6656388" y="6200775"/>
          <p14:tracePt t="226423" x="6650038" y="6200775"/>
          <p14:tracePt t="226441" x="6638925" y="6200775"/>
          <p14:tracePt t="226446" x="6632575" y="6200775"/>
          <p14:tracePt t="226457" x="6626225" y="6194425"/>
          <p14:tracePt t="226467" x="6619875" y="6189663"/>
          <p14:tracePt t="226474" x="6600825" y="6183313"/>
          <p14:tracePt t="226479" x="6594475" y="6176963"/>
          <p14:tracePt t="226484" x="6588125" y="6164263"/>
          <p14:tracePt t="226494" x="6581775" y="6157913"/>
          <p14:tracePt t="226506" x="6577013" y="6151563"/>
          <p14:tracePt t="226509" x="6564313" y="6138863"/>
          <p14:tracePt t="226524" x="6551613" y="6115050"/>
          <p14:tracePt t="226543" x="6545263" y="6089650"/>
          <p14:tracePt t="226556" x="6538913" y="6083300"/>
          <p14:tracePt t="226568" x="6538913" y="6076950"/>
          <p14:tracePt t="226680" x="6545263" y="6096000"/>
          <p14:tracePt t="226696" x="6581775" y="6132513"/>
          <p14:tracePt t="226710" x="6588125" y="6138863"/>
          <p14:tracePt t="226724" x="6607175" y="6164263"/>
          <p14:tracePt t="226741" x="6619875" y="6183313"/>
          <p14:tracePt t="226756" x="6619875" y="6189663"/>
          <p14:tracePt t="226832" x="6619875" y="6183313"/>
          <p14:tracePt t="226843" x="6607175" y="6151563"/>
          <p14:tracePt t="226847" x="6600825" y="6138863"/>
          <p14:tracePt t="226859" x="6588125" y="6121400"/>
          <p14:tracePt t="226863" x="6581775" y="6102350"/>
          <p14:tracePt t="226874" x="6577013" y="6083300"/>
          <p14:tracePt t="226877" x="6577013" y="6076950"/>
          <p14:tracePt t="226890" x="6564313" y="6064250"/>
          <p14:tracePt t="226907" x="6557963" y="6046788"/>
          <p14:tracePt t="226910" x="6557963" y="6040438"/>
          <p14:tracePt t="226935" x="6557963" y="6034088"/>
          <p14:tracePt t="227032" x="6557963" y="6046788"/>
          <p14:tracePt t="227044" x="6557963" y="6053138"/>
          <p14:tracePt t="227051" x="6557963" y="6064250"/>
          <p14:tracePt t="227057" x="6557963" y="6070600"/>
          <p14:tracePt t="227065" x="6557963" y="6076950"/>
          <p14:tracePt t="227069" x="6557963" y="6089650"/>
          <p14:tracePt t="227078" x="6557963" y="6096000"/>
          <p14:tracePt t="227094" x="6557963" y="6102350"/>
          <p14:tracePt t="227127" x="6557963" y="6108700"/>
          <p14:tracePt t="227169" x="6557963" y="6115050"/>
          <p14:tracePt t="227273" x="6557963" y="6108700"/>
          <p14:tracePt t="227285" x="6557963" y="6102350"/>
          <p14:tracePt t="227291" x="6557963" y="6083300"/>
          <p14:tracePt t="227303" x="6557963" y="6070600"/>
          <p14:tracePt t="227311" x="6557963" y="6053138"/>
          <p14:tracePt t="227322" x="6557963" y="6046788"/>
          <p14:tracePt t="227334" x="6557963" y="6034088"/>
          <p14:tracePt t="227349" x="6557963" y="6027738"/>
          <p14:tracePt t="227376" x="6557963" y="6021388"/>
          <p14:tracePt t="227472" x="6570663" y="6021388"/>
          <p14:tracePt t="227483" x="6577013" y="6027738"/>
          <p14:tracePt t="227496" x="6581775" y="6034088"/>
          <p14:tracePt t="227508" x="6588125" y="6040438"/>
          <p14:tracePt t="227521" x="6613525" y="6059488"/>
          <p14:tracePt t="227539" x="6619875" y="6059488"/>
          <p14:tracePt t="227554" x="6638925" y="6070600"/>
          <p14:tracePt t="227561" x="6669088" y="6076950"/>
          <p14:tracePt t="227565" x="6700838" y="6076950"/>
          <p14:tracePt t="227576" x="6724650" y="6089650"/>
          <p14:tracePt t="227591" x="6775450" y="6096000"/>
          <p14:tracePt t="227607" x="6942138" y="6132513"/>
          <p14:tracePt t="227633" x="7419975" y="6213475"/>
          <p14:tracePt t="227641" x="7673975" y="6251575"/>
          <p14:tracePt t="227649" x="7927975" y="6281738"/>
          <p14:tracePt t="227653" x="8212138" y="6318250"/>
          <p14:tracePt t="227662" x="8472488" y="6356350"/>
          <p14:tracePt t="227674" x="8758238" y="6386513"/>
          <p14:tracePt t="227678" x="8999538" y="6405563"/>
          <p14:tracePt t="227693" x="9383713" y="6418263"/>
          <p14:tracePt t="227707" x="9564688" y="6418263"/>
          <p14:tracePt t="227710" x="9731375" y="6418263"/>
          <p14:tracePt t="227727" x="9929813" y="6418263"/>
          <p14:tracePt t="227733" x="9991725" y="6418263"/>
          <p14:tracePt t="227742" x="10021888" y="6418263"/>
          <p14:tracePt t="227762" x="10040938" y="6418263"/>
          <p14:tracePt t="227791" x="10040938" y="6411913"/>
          <p14:tracePt t="227799" x="10028238" y="6405563"/>
          <p14:tracePt t="227807" x="10021888" y="6399213"/>
          <p14:tracePt t="227824" x="9991725" y="6386513"/>
          <p14:tracePt t="227843" x="9955213" y="6381750"/>
          <p14:tracePt t="227847" x="9948863" y="6375400"/>
          <p14:tracePt t="227856" x="9923463" y="6362700"/>
          <p14:tracePt t="227865" x="9917113" y="6362700"/>
          <p14:tracePt t="227873" x="9910763" y="6356350"/>
          <p14:tracePt t="227885" x="9891713" y="6350000"/>
          <p14:tracePt t="227894" x="9867900" y="6330950"/>
          <p14:tracePt t="227896" x="9848850" y="6313488"/>
          <p14:tracePt t="227905" x="9805988" y="6269038"/>
          <p14:tracePt t="227913" x="9786938" y="6256338"/>
          <p14:tracePt t="227918" x="9761538" y="6226175"/>
          <p14:tracePt t="227928" x="9731375" y="6207125"/>
          <p14:tracePt t="227942" x="9688513" y="6164263"/>
          <p14:tracePt t="227957" x="9656763" y="6132513"/>
          <p14:tracePt t="227975" x="9594850" y="6089650"/>
          <p14:tracePt t="228003" x="9558338" y="6053138"/>
          <p14:tracePt t="228007" x="9545638" y="6040438"/>
          <p14:tracePt t="228018" x="9539288" y="6040438"/>
          <p14:tracePt t="228025" x="9539288" y="6034088"/>
          <p14:tracePt t="228245" x="9532938" y="6034088"/>
          <p14:tracePt t="228248" x="9520238" y="6040438"/>
          <p14:tracePt t="228261" x="9507538" y="6040438"/>
          <p14:tracePt t="228271" x="9490075" y="6046788"/>
          <p14:tracePt t="228281" x="9483725" y="6053138"/>
          <p14:tracePt t="228290" x="9477375" y="6053138"/>
          <p14:tracePt t="228310" x="9458325" y="6059488"/>
          <p14:tracePt t="228317" x="9451975" y="6070600"/>
          <p14:tracePt t="228337" x="9445625" y="6070600"/>
          <p14:tracePt t="228347" x="9445625" y="6076950"/>
          <p14:tracePt t="228357" x="9439275" y="6083300"/>
          <p14:tracePt t="228377" x="9434513" y="6096000"/>
          <p14:tracePt t="228393" x="9421813" y="6102350"/>
          <p14:tracePt t="228410" x="9409113" y="6121400"/>
          <p14:tracePt t="228416" x="9402763" y="6127750"/>
          <p14:tracePt t="228423" x="9396413" y="6132513"/>
          <p14:tracePt t="228439" x="9390063" y="6138863"/>
          <p14:tracePt t="228448" x="9383713" y="6138863"/>
          <p14:tracePt t="228457" x="9383713" y="6145213"/>
          <p14:tracePt t="228475" x="9377363" y="6145213"/>
          <p14:tracePt t="228478" x="9377363" y="6151563"/>
          <p14:tracePt t="228545" x="9371013" y="6151563"/>
          <p14:tracePt t="228568" x="9359900" y="6151563"/>
          <p14:tracePt t="228584" x="9347200" y="6151563"/>
          <p14:tracePt t="228593" x="9340850" y="6151563"/>
          <p14:tracePt t="228610" x="9334500" y="6151563"/>
          <p14:tracePt t="228627" x="9328150" y="6151563"/>
          <p14:tracePt t="228808" x="9334500" y="6151563"/>
          <p14:tracePt t="228820" x="9340850" y="6151563"/>
          <p14:tracePt t="228827" x="9347200" y="6151563"/>
          <p14:tracePt t="228843" x="9353550" y="6145213"/>
          <p14:tracePt t="228850" x="9366250" y="6145213"/>
          <p14:tracePt t="228857" x="9371013" y="6145213"/>
          <p14:tracePt t="228944" x="9371013" y="6138863"/>
          <p14:tracePt t="229049" x="9377363" y="6138863"/>
          <p14:tracePt t="229063" x="9383713" y="6138863"/>
          <p14:tracePt t="229333" x="9390063" y="6138863"/>
          <p14:tracePt t="229351" x="9390063" y="6145213"/>
          <p14:tracePt t="229365" x="9396413" y="6145213"/>
          <p14:tracePt t="229376" x="9402763" y="6151563"/>
          <p14:tracePt t="229381" x="9415463" y="6151563"/>
          <p14:tracePt t="229393" x="9415463" y="6157913"/>
          <p14:tracePt t="229415" x="9421813" y="6157913"/>
          <p14:tracePt t="229739" x="9421813" y="6145213"/>
          <p14:tracePt t="229753" x="9439275" y="6108700"/>
          <p14:tracePt t="229768" x="9445625" y="6089650"/>
          <p14:tracePt t="229773" x="9477375" y="6053138"/>
          <p14:tracePt t="229785" x="9526588" y="5984875"/>
          <p14:tracePt t="229792" x="9545638" y="5965825"/>
          <p14:tracePt t="229801" x="9582150" y="5935663"/>
          <p14:tracePt t="229819" x="9699625" y="5878513"/>
          <p14:tracePt t="229826" x="9737725" y="5867400"/>
          <p14:tracePt t="229839" x="9774238" y="5867400"/>
          <p14:tracePt t="229845" x="9825038" y="5867400"/>
          <p14:tracePt t="229847" x="9874250" y="5867400"/>
          <p14:tracePt t="229855" x="9942513" y="5867400"/>
          <p14:tracePt t="229865" x="10021888" y="5867400"/>
          <p14:tracePt t="229875" x="10090150" y="5867400"/>
          <p14:tracePt t="229880" x="10177463" y="5867400"/>
          <p14:tracePt t="229894" x="10326688" y="5867400"/>
          <p14:tracePt t="229909" x="10493375" y="5867400"/>
          <p14:tracePt t="229919" x="10593388" y="5854700"/>
          <p14:tracePt t="229925" x="10679113" y="5854700"/>
          <p14:tracePt t="229936" x="10747375" y="5854700"/>
          <p14:tracePt t="229943" x="10828338" y="5842000"/>
          <p14:tracePt t="229959" x="10896600" y="5835650"/>
          <p14:tracePt t="229974" x="10939463" y="5822950"/>
          <p14:tracePt t="230049" x="10926763" y="5822950"/>
          <p14:tracePt t="230057" x="10909300" y="5829300"/>
          <p14:tracePt t="230078" x="10871200" y="5835650"/>
          <p14:tracePt t="230096" x="10853738" y="5835650"/>
          <p14:tracePt t="230108" x="10847388" y="5835650"/>
          <p14:tracePt t="230128" x="10841038" y="5835650"/>
          <p14:tracePt t="230319" x="10834688" y="5835650"/>
          <p14:tracePt t="230456" x="10834688" y="5842000"/>
          <p14:tracePt t="230472" x="10828338" y="5842000"/>
          <p14:tracePt t="230483" x="10821988" y="5848350"/>
          <p14:tracePt t="230493" x="10815638" y="5854700"/>
          <p14:tracePt t="230519" x="10791825" y="5854700"/>
          <p14:tracePt t="230526" x="10779125" y="5854700"/>
          <p14:tracePt t="230538" x="10760075" y="5854700"/>
          <p14:tracePt t="230547" x="10747375" y="5867400"/>
          <p14:tracePt t="230556" x="10729913" y="5867400"/>
          <p14:tracePt t="230565" x="10672763" y="5867400"/>
          <p14:tracePt t="230574" x="10661650" y="5867400"/>
          <p14:tracePt t="230583" x="10623550" y="5873750"/>
          <p14:tracePt t="230592" x="10617200" y="5873750"/>
          <p14:tracePt t="230597" x="10599738" y="5873750"/>
          <p14:tracePt t="230605" x="10587038" y="5873750"/>
          <p14:tracePt t="230614" x="10567988" y="5884863"/>
          <p14:tracePt t="230630" x="10561638" y="5884863"/>
          <p14:tracePt t="230641" x="10555288" y="5884863"/>
          <p14:tracePt t="230657" x="10542588" y="5884863"/>
          <p14:tracePt t="230678" x="10537825" y="5884863"/>
          <p14:tracePt t="230694" x="10531475" y="5884863"/>
          <p14:tracePt t="230709" x="10512425" y="5884863"/>
          <p14:tracePt t="230725" x="10506075" y="5884863"/>
          <p14:tracePt t="230743" x="10469563" y="5884863"/>
          <p14:tracePt t="230763" x="10431463" y="5884863"/>
          <p14:tracePt t="230772" x="10418763" y="5891213"/>
          <p14:tracePt t="230778" x="10412413" y="5891213"/>
          <p14:tracePt t="230786" x="10401300" y="5891213"/>
          <p14:tracePt t="230793" x="10394950" y="5891213"/>
          <p14:tracePt t="230804" x="10388600" y="5891213"/>
          <p14:tracePt t="230808" x="10382250" y="5891213"/>
          <p14:tracePt t="230824" x="10375900" y="5897563"/>
          <p14:tracePt t="230836" x="10344150" y="5903913"/>
          <p14:tracePt t="230845" x="10326688" y="5903913"/>
          <p14:tracePt t="230860" x="10301288" y="5903913"/>
          <p14:tracePt t="230864" x="10282238" y="5916613"/>
          <p14:tracePt t="230868" x="10258425" y="5922963"/>
          <p14:tracePt t="230877" x="10252075" y="5922963"/>
          <p14:tracePt t="230893" x="10220325" y="5922963"/>
          <p14:tracePt t="230899" x="10190163" y="5935663"/>
          <p14:tracePt t="230906" x="10152063" y="5935663"/>
          <p14:tracePt t="230914" x="10140950" y="5935663"/>
          <p14:tracePt t="230918" x="10109200" y="5935663"/>
          <p14:tracePt t="230927" x="10083800" y="5935663"/>
          <p14:tracePt t="230941" x="10059988" y="5940425"/>
          <p14:tracePt t="230959" x="9966325" y="5940425"/>
          <p14:tracePt t="230975" x="9891713" y="5940425"/>
          <p14:tracePt t="230993" x="9774238" y="5965825"/>
          <p14:tracePt t="231004" x="9725025" y="5965825"/>
          <p14:tracePt t="231008" x="9650413" y="5972175"/>
          <p14:tracePt t="231016" x="9601200" y="5984875"/>
          <p14:tracePt t="231025" x="9564688" y="5984875"/>
          <p14:tracePt t="231041" x="9445625" y="5984875"/>
          <p14:tracePt t="231047" x="9359900" y="5997575"/>
          <p14:tracePt t="231058" x="9259888" y="6008688"/>
          <p14:tracePt t="231077" x="8924925" y="6034088"/>
          <p14:tracePt t="231085" x="8826500" y="6034088"/>
          <p14:tracePt t="231099" x="8709025" y="6046788"/>
          <p14:tracePt t="231110" x="8461375" y="6064250"/>
          <p14:tracePt t="231129" x="8256588" y="6076950"/>
          <p14:tracePt t="231140" x="8194675" y="6076950"/>
          <p14:tracePt t="231147" x="8107363" y="6076950"/>
          <p14:tracePt t="231158" x="8039100" y="6076950"/>
          <p14:tracePt t="231162" x="7989888" y="6076950"/>
          <p14:tracePt t="231165" x="7951788" y="6076950"/>
          <p14:tracePt t="231175" x="7927975" y="6070600"/>
          <p14:tracePt t="231190" x="7889875" y="6064250"/>
          <p14:tracePt t="231208" x="7847013" y="6053138"/>
          <p14:tracePt t="231225" x="7815263" y="6040438"/>
          <p14:tracePt t="231230" x="7785100" y="6021388"/>
          <p14:tracePt t="231249" x="7778750" y="6008688"/>
          <p14:tracePt t="231253" x="7742238" y="5984875"/>
          <p14:tracePt t="231263" x="7723188" y="5972175"/>
          <p14:tracePt t="231276" x="7697788" y="5953125"/>
          <p14:tracePt t="231295" x="7691438" y="5940425"/>
          <p14:tracePt t="231309" x="7691438" y="5935663"/>
          <p14:tracePt t="231326" x="7691438" y="5910263"/>
          <p14:tracePt t="231335" x="7691438" y="5903913"/>
          <p14:tracePt t="231344" x="7697788" y="5884863"/>
          <p14:tracePt t="231360" x="7729538" y="5867400"/>
          <p14:tracePt t="231375" x="7753350" y="5861050"/>
          <p14:tracePt t="231392" x="7902575" y="5842000"/>
          <p14:tracePt t="231411" x="8113713" y="5842000"/>
          <p14:tracePt t="231427" x="8380413" y="5842000"/>
          <p14:tracePt t="231439" x="8510588" y="5842000"/>
          <p14:tracePt t="231448" x="8894763" y="5842000"/>
          <p14:tracePt t="231455" x="9055100" y="5842000"/>
          <p14:tracePt t="231465" x="9253538" y="5842000"/>
          <p14:tracePt t="231472" x="9458325" y="5842000"/>
          <p14:tracePt t="231483" x="9626600" y="5848350"/>
          <p14:tracePt t="231497" x="9923463" y="5884863"/>
          <p14:tracePt t="231507" x="10040938" y="5916613"/>
          <p14:tracePt t="231513" x="10147300" y="5929313"/>
          <p14:tracePt t="231529" x="10258425" y="5959475"/>
          <p14:tracePt t="231543" x="10313988" y="5972175"/>
          <p14:tracePt t="231548" x="10320338" y="5978525"/>
          <p14:tracePt t="231610" x="10313988" y="5978525"/>
          <p14:tracePt t="231624" x="10294938" y="5978525"/>
          <p14:tracePt t="231630" x="10282238" y="5978525"/>
          <p14:tracePt t="231633" x="10252075" y="5978525"/>
          <p14:tracePt t="231639" x="10226675" y="5984875"/>
          <p14:tracePt t="231647" x="10190163" y="5997575"/>
          <p14:tracePt t="231658" x="10152063" y="6002338"/>
          <p14:tracePt t="231662" x="10109200" y="6015038"/>
          <p14:tracePt t="231673" x="10059988" y="6027738"/>
          <p14:tracePt t="231679" x="10021888" y="6027738"/>
          <p14:tracePt t="231692" x="9966325" y="6034088"/>
          <p14:tracePt t="231700" x="9867900" y="6046788"/>
          <p14:tracePt t="231710" x="9620250" y="6076950"/>
          <p14:tracePt t="231730" x="9272588" y="6076950"/>
          <p14:tracePt t="231743" x="8913813" y="6076950"/>
          <p14:tracePt t="231759" x="8709025" y="6076950"/>
          <p14:tracePt t="231779" x="8139113" y="6076950"/>
          <p14:tracePt t="231783" x="7958138" y="6076950"/>
          <p14:tracePt t="231793" x="7797800" y="6076950"/>
          <p14:tracePt t="231796" x="7629525" y="6076950"/>
          <p14:tracePt t="231810" x="7481888" y="6064250"/>
          <p14:tracePt t="231814" x="7369175" y="6064250"/>
          <p14:tracePt t="231825" x="7283450" y="6053138"/>
          <p14:tracePt t="231830" x="7258050" y="6053138"/>
          <p14:tracePt t="231846" x="7239000" y="6046788"/>
          <p14:tracePt t="231858" x="7232650" y="6040438"/>
          <p14:tracePt t="232677" x="7215188" y="6040438"/>
          <p14:tracePt t="232692" x="7183438" y="6040438"/>
          <p14:tracePt t="232707" x="7134225" y="6040438"/>
          <p14:tracePt t="232726" x="7040563" y="6040438"/>
          <p14:tracePt t="232743" x="6985000" y="6040438"/>
          <p14:tracePt t="232750" x="6972300" y="6040438"/>
          <p14:tracePt t="232761" x="6942138" y="6040438"/>
          <p14:tracePt t="232776" x="6923088" y="6040438"/>
          <p14:tracePt t="232792" x="6905625" y="6040438"/>
          <p14:tracePt t="232811" x="6905625" y="6034088"/>
          <p14:tracePt t="232827" x="6899275" y="6027738"/>
          <p14:tracePt t="232871" x="6899275" y="6021388"/>
          <p14:tracePt t="232985" x="6899275" y="6015038"/>
          <p14:tracePt t="233000" x="6910388" y="5997575"/>
          <p14:tracePt t="233019" x="6954838" y="5972175"/>
          <p14:tracePt t="233030" x="7010400" y="5946775"/>
          <p14:tracePt t="233042" x="7046913" y="5929313"/>
          <p14:tracePt t="233047" x="7091363" y="5903913"/>
          <p14:tracePt t="233052" x="7127875" y="5897563"/>
          <p14:tracePt t="233073" x="7239000" y="5854700"/>
          <p14:tracePt t="233081" x="7313613" y="5829300"/>
          <p14:tracePt t="233088" x="7369175" y="5805488"/>
          <p14:tracePt t="233093" x="7407275" y="5799138"/>
          <p14:tracePt t="233101" x="7443788" y="5786438"/>
          <p14:tracePt t="233109" x="7469188" y="5780088"/>
          <p14:tracePt t="233122" x="7499350" y="5780088"/>
          <p14:tracePt t="233134" x="7518400" y="5767388"/>
          <p14:tracePt t="233143" x="7531100" y="5767388"/>
          <p14:tracePt t="233159" x="7543800" y="5767388"/>
          <p14:tracePt t="233190" x="7550150" y="5767388"/>
          <p14:tracePt t="233216" x="7554913" y="5767388"/>
          <p14:tracePt t="233230" x="7561263" y="5767388"/>
          <p14:tracePt t="233236" x="7567613" y="5767388"/>
          <p14:tracePt t="233245" x="7580313" y="5761038"/>
          <p14:tracePt t="233264" x="7586663" y="5761038"/>
          <p14:tracePt t="233277" x="7599363" y="5754688"/>
          <p14:tracePt t="233286" x="7599363" y="5748338"/>
          <p14:tracePt t="233300" x="7605713" y="5743575"/>
          <p14:tracePt t="233308" x="7612063" y="5737225"/>
          <p14:tracePt t="233326" x="7612063" y="5724525"/>
          <p14:tracePt t="233343" x="7618413" y="5724525"/>
          <p14:tracePt t="233359" x="7618413" y="5718175"/>
          <p14:tracePt t="234488" x="7618413" y="5730875"/>
          <p14:tracePt t="234493" x="7618413" y="5737225"/>
          <p14:tracePt t="234505" x="7618413" y="5743575"/>
          <p14:tracePt t="234517" x="7612063" y="5748338"/>
          <p14:tracePt t="234533" x="7599363" y="5761038"/>
          <p14:tracePt t="234541" x="7573963" y="5773738"/>
          <p14:tracePt t="234553" x="7550150" y="5780088"/>
          <p14:tracePt t="234564" x="7493000" y="5799138"/>
          <p14:tracePt t="234573" x="7456488" y="5810250"/>
          <p14:tracePt t="234582" x="7283450" y="5861050"/>
          <p14:tracePt t="234593" x="7115175" y="5903913"/>
          <p14:tracePt t="234604" x="6967538" y="5929313"/>
          <p14:tracePt t="234609" x="6775450" y="5972175"/>
          <p14:tracePt t="234614" x="6626225" y="6002338"/>
          <p14:tracePt t="234633" x="6248400" y="6059488"/>
          <p14:tracePt t="234647" x="5962650" y="6083300"/>
          <p14:tracePt t="234658" x="5819775" y="6083300"/>
          <p14:tracePt t="234676" x="5484813" y="6083300"/>
          <p14:tracePt t="234693" x="5405438" y="6083300"/>
          <p14:tracePt t="234697" x="5337175" y="6083300"/>
          <p14:tracePt t="234708" x="5305425" y="6083300"/>
          <p14:tracePt t="234714" x="5299075" y="6076950"/>
          <p14:tracePt t="234730" x="5275263" y="6053138"/>
          <p14:tracePt t="234743" x="5262563" y="6027738"/>
          <p14:tracePt t="234754" x="5243513" y="6008688"/>
          <p14:tracePt t="234766" x="5230813" y="5991225"/>
          <p14:tracePt t="234776" x="5224463" y="5984875"/>
          <p14:tracePt t="234794" x="5213350" y="5959475"/>
          <p14:tracePt t="234800" x="5207000" y="5953125"/>
          <p14:tracePt t="234809" x="5200650" y="5946775"/>
          <p14:tracePt t="234814" x="5194300" y="5946775"/>
          <p14:tracePt t="234846" x="5194300" y="5940425"/>
          <p14:tracePt t="234870" x="5194300" y="5929313"/>
          <p14:tracePt t="234876" x="5194300" y="5922963"/>
          <p14:tracePt t="234892" x="5194300" y="5916613"/>
          <p14:tracePt t="234910" x="5194300" y="5897563"/>
          <p14:tracePt t="234927" x="5194300" y="5891213"/>
          <p14:tracePt t="234967" x="5194300" y="5878513"/>
          <p14:tracePt t="234984" x="5181600" y="5878513"/>
          <p14:tracePt t="234989" x="5168900" y="5878513"/>
          <p14:tracePt t="234999" x="5151438" y="5878513"/>
          <p14:tracePt t="235009" x="5119688" y="5884863"/>
          <p14:tracePt t="235029" x="5083175" y="5884863"/>
          <p14:tracePt t="235054" x="5051425" y="5884863"/>
          <p14:tracePt t="235065" x="5045075" y="5884863"/>
          <p14:tracePt t="235078" x="5038725" y="5884863"/>
          <p14:tracePt t="235096" x="5038725" y="5878513"/>
          <p14:tracePt t="235136" x="5032375" y="5878513"/>
          <p14:tracePt t="235193" x="5038725" y="5878513"/>
          <p14:tracePt t="235207" x="5064125" y="5878513"/>
          <p14:tracePt t="235224" x="5089525" y="5878513"/>
          <p14:tracePt t="235238" x="5187950" y="5878513"/>
          <p14:tracePt t="235242" x="5213350" y="5878513"/>
          <p14:tracePt t="235248" x="5262563" y="5878513"/>
          <p14:tracePt t="235253" x="5330825" y="5878513"/>
          <p14:tracePt t="235266" x="5386388" y="5878513"/>
          <p14:tracePt t="235280" x="5553075" y="5873750"/>
          <p14:tracePt t="235285" x="5653088" y="5861050"/>
          <p14:tracePt t="235298" x="5738813" y="5835650"/>
          <p14:tracePt t="235314" x="5881688" y="5799138"/>
          <p14:tracePt t="235329" x="6011863" y="5730875"/>
          <p14:tracePt t="235345" x="6142038" y="5656263"/>
          <p14:tracePt t="235359" x="6197600" y="5619750"/>
          <p14:tracePt t="235377" x="6223000" y="5613400"/>
          <p14:tracePt t="235393" x="6229350" y="5613400"/>
          <p14:tracePt t="235415" x="6235700" y="5613400"/>
          <p14:tracePt t="235465" x="6242050" y="5613400"/>
          <p14:tracePt t="235484" x="6242050" y="5607050"/>
          <p14:tracePt t="235492" x="6248400" y="5607050"/>
          <p14:tracePt t="235521" x="6254750" y="5600700"/>
          <p14:tracePt t="235536" x="6265863" y="5600700"/>
          <p14:tracePt t="235550" x="6265863" y="5588000"/>
          <p14:tracePt t="235594" x="6272213" y="5588000"/>
          <p14:tracePt t="235629" x="6278563" y="5588000"/>
          <p14:tracePt t="235641" x="6284913" y="5588000"/>
          <p14:tracePt t="235647" x="6291263" y="5588000"/>
          <p14:tracePt t="235656" x="6297613" y="5588000"/>
          <p14:tracePt t="235664" x="6297613" y="5581650"/>
          <p14:tracePt t="235677" x="6303963" y="5581650"/>
          <p14:tracePt t="235945" x="6303963" y="5594350"/>
          <p14:tracePt t="235972" x="6303963" y="5600700"/>
          <p14:tracePt t="235999" x="6303963" y="5607050"/>
          <p14:tracePt t="236025" x="6297613" y="5607050"/>
          <p14:tracePt t="236414" x="6297613" y="5613400"/>
          <p14:tracePt t="236425" x="6265863" y="5637213"/>
          <p14:tracePt t="236442" x="6235700" y="5643563"/>
          <p14:tracePt t="236449" x="6203950" y="5656263"/>
          <p14:tracePt t="236458" x="6180138" y="5656263"/>
          <p14:tracePt t="236464" x="6148388" y="5662613"/>
          <p14:tracePt t="236471" x="6111875" y="5662613"/>
          <p14:tracePt t="236478" x="6049963" y="5675313"/>
          <p14:tracePt t="236484" x="6024563" y="5675313"/>
          <p14:tracePt t="236499" x="5975350" y="5675313"/>
          <p14:tracePt t="236510" x="5868988" y="5675313"/>
          <p14:tracePt t="236523" x="5819775" y="5675313"/>
          <p14:tracePt t="236530" x="5770563" y="5675313"/>
          <p14:tracePt t="236540" x="5702300" y="5675313"/>
          <p14:tracePt t="236551" x="5603875" y="5675313"/>
          <p14:tracePt t="236559" x="5546725" y="5675313"/>
          <p14:tracePt t="236567" x="5480050" y="5675313"/>
          <p14:tracePt t="236576" x="5429250" y="5675313"/>
          <p14:tracePt t="236594" x="5330825" y="5675313"/>
          <p14:tracePt t="236598" x="5243513" y="5675313"/>
          <p14:tracePt t="236610" x="5162550" y="5675313"/>
          <p14:tracePt t="236614" x="5094288" y="5675313"/>
          <p14:tracePt t="236623" x="4995863" y="5675313"/>
          <p14:tracePt t="236634" x="4895850" y="5675313"/>
          <p14:tracePt t="236644" x="4810125" y="5668963"/>
          <p14:tracePt t="236653" x="4637088" y="5630863"/>
          <p14:tracePt t="236665" x="4568825" y="5607050"/>
          <p14:tracePt t="236674" x="4475163" y="5556250"/>
          <p14:tracePt t="236679" x="4351338" y="5476875"/>
          <p14:tracePt t="236689" x="4246563" y="5408613"/>
          <p14:tracePt t="236698" x="4121150" y="5327650"/>
          <p14:tracePt t="236709" x="3843338" y="5116513"/>
          <p14:tracePt t="236726" x="3595688" y="4937125"/>
          <p14:tracePt t="236744" x="3378200" y="4745038"/>
          <p14:tracePt t="236763" x="3209925" y="4578350"/>
          <p14:tracePt t="236770" x="3143250" y="4503738"/>
          <p14:tracePt t="236776" x="3098800" y="4441825"/>
          <p14:tracePt t="236785" x="3049588" y="4379913"/>
          <p14:tracePt t="236792" x="3013075" y="4324350"/>
          <p14:tracePt t="236799" x="2994025" y="4268788"/>
          <p14:tracePt t="236802" x="2981325" y="4243388"/>
          <p14:tracePt t="236811" x="2981325" y="4213225"/>
          <p14:tracePt t="236827" x="2981325" y="4151313"/>
          <p14:tracePt t="236845" x="2987675" y="4089400"/>
          <p14:tracePt t="236850" x="3006725" y="4057650"/>
          <p14:tracePt t="236863" x="3098800" y="3933825"/>
          <p14:tracePt t="236870" x="3143250" y="3897313"/>
          <p14:tracePt t="236877" x="3216275" y="3835400"/>
          <p14:tracePt t="236893" x="3482975" y="3686175"/>
          <p14:tracePt t="236903" x="3730625" y="3575050"/>
          <p14:tracePt t="236910" x="4010025" y="3487738"/>
          <p14:tracePt t="236919" x="4283075" y="3395663"/>
          <p14:tracePt t="236927" x="4679950" y="3308350"/>
          <p14:tracePt t="236944" x="5627688" y="3152775"/>
          <p14:tracePt t="236960" x="6694488" y="3041650"/>
          <p14:tracePt t="236975" x="7815263" y="2998788"/>
          <p14:tracePt t="236982" x="8355013" y="2998788"/>
          <p14:tracePt t="236993" x="8863013" y="3011488"/>
          <p14:tracePt t="236999" x="9377363" y="3060700"/>
          <p14:tracePt t="237009" x="9867900" y="3122613"/>
          <p14:tracePt t="237017" x="10264775" y="3208338"/>
          <p14:tracePt t="237033" x="11101388" y="3444875"/>
          <p14:tracePt t="237038" x="11385550" y="3556000"/>
          <p14:tracePt t="237047" x="11641138" y="3686175"/>
          <p14:tracePt t="237059" x="11974513" y="3897313"/>
          <p14:tracePt t="237077" x="12166600" y="4113213"/>
          <p14:tracePt t="237168" x="12049125" y="5327650"/>
          <p14:tracePt t="237175" x="11950700" y="5470525"/>
          <p14:tracePt t="237194" x="11733213" y="5699125"/>
          <p14:tracePt t="237210" x="11547475" y="5873750"/>
          <p14:tracePt t="237214" x="11436350" y="5953125"/>
          <p14:tracePt t="237226" x="11349038" y="6021388"/>
          <p14:tracePt t="237233" x="11274425" y="6070600"/>
          <p14:tracePt t="237243" x="11182350" y="6108700"/>
          <p14:tracePt t="237253" x="11007725" y="6183313"/>
          <p14:tracePt t="237260" x="10933113" y="6207125"/>
          <p14:tracePt t="237280" x="10710863" y="6256338"/>
          <p14:tracePt t="237296" x="10525125" y="6281738"/>
          <p14:tracePt t="237311" x="10307638" y="6307138"/>
          <p14:tracePt t="237327" x="10128250" y="6307138"/>
          <p14:tracePt t="237343" x="10040938" y="6307138"/>
          <p14:tracePt t="237362" x="9744075" y="6307138"/>
          <p14:tracePt t="237367" x="9656763" y="6318250"/>
          <p14:tracePt t="237383" x="9409113" y="6318250"/>
          <p14:tracePt t="237402" x="9129713" y="6318250"/>
          <p14:tracePt t="237411" x="8999538" y="6318250"/>
          <p14:tracePt t="237419" x="8869363" y="6318250"/>
          <p14:tracePt t="237431" x="8602663" y="6318250"/>
          <p14:tracePt t="237440" x="8455025" y="6313488"/>
          <p14:tracePt t="237447" x="8286750" y="6288088"/>
          <p14:tracePt t="237455" x="8139113" y="6256338"/>
          <p14:tracePt t="237466" x="8002588" y="6232525"/>
          <p14:tracePt t="237471" x="7853363" y="6207125"/>
          <p14:tracePt t="237477" x="7716838" y="6164263"/>
          <p14:tracePt t="237486" x="7618413" y="6127750"/>
          <p14:tracePt t="237496" x="7512050" y="6070600"/>
          <p14:tracePt t="237510" x="7326313" y="5940425"/>
          <p14:tracePt t="237529" x="7215188" y="5805488"/>
          <p14:tracePt t="237547" x="7153275" y="5662613"/>
          <p14:tracePt t="237560" x="7115175" y="5489575"/>
          <p14:tracePt t="237565" x="7115175" y="5464175"/>
          <p14:tracePt t="237568" x="7115175" y="5427663"/>
          <p14:tracePt t="237577" x="7134225" y="5346700"/>
          <p14:tracePt t="237595" x="7215188" y="5141913"/>
          <p14:tracePt t="237614" x="7283450" y="5018088"/>
          <p14:tracePt t="237617" x="7362825" y="4913313"/>
          <p14:tracePt t="237627" x="7475538" y="4770438"/>
          <p14:tracePt t="237632" x="7635875" y="4608513"/>
          <p14:tracePt t="237643" x="7778750" y="4491038"/>
          <p14:tracePt t="237646" x="7951788" y="4367213"/>
          <p14:tracePt t="237662" x="8335963" y="4175125"/>
          <p14:tracePt t="237678" x="8702675" y="4051300"/>
          <p14:tracePt t="237685" x="8869363" y="4014788"/>
          <p14:tracePt t="237695" x="9018588" y="3970338"/>
          <p14:tracePt t="237702" x="9136063" y="3946525"/>
          <p14:tracePt t="237710" x="9272588" y="3914775"/>
          <p14:tracePt t="237727" x="9445625" y="3890963"/>
          <p14:tracePt t="237744" x="9490075" y="3884613"/>
          <p14:tracePt t="237762" x="9513888" y="3884613"/>
          <p14:tracePt t="237768" x="9520238" y="3884613"/>
          <p14:tracePt t="237783" x="9532938" y="3884613"/>
          <p14:tracePt t="237794" x="9539288" y="3884613"/>
          <p14:tracePt t="237816" x="9545638" y="3890963"/>
          <p14:tracePt t="237828" x="9551988" y="3897313"/>
          <p14:tracePt t="237845" x="9582150" y="3933825"/>
          <p14:tracePt t="237863" x="9601200" y="3959225"/>
          <p14:tracePt t="237868" x="9601200" y="3965575"/>
          <p14:tracePt t="237881" x="9607550" y="3970338"/>
          <p14:tracePt t="237895" x="9613900" y="3989388"/>
          <p14:tracePt t="237910" x="9620250" y="4008438"/>
          <p14:tracePt t="237927" x="9626600" y="4014788"/>
          <p14:tracePt t="237943" x="9626600" y="4021138"/>
          <p14:tracePt t="237970" x="9626600" y="4027488"/>
          <p14:tracePt t="238000" x="9626600" y="4032250"/>
          <p14:tracePt t="238097" x="9626600" y="4038600"/>
          <p14:tracePt t="241234" x="9607550" y="4076700"/>
          <p14:tracePt t="241246" x="9575800" y="4119563"/>
          <p14:tracePt t="241264" x="9297988" y="4343400"/>
          <p14:tracePt t="241274" x="9178925" y="4411663"/>
          <p14:tracePt t="241282" x="8993188" y="4516438"/>
          <p14:tracePt t="241294" x="8869363" y="4584700"/>
          <p14:tracePt t="241303" x="8615363" y="4708525"/>
          <p14:tracePt t="241318" x="8510588" y="4745038"/>
          <p14:tracePt t="241327" x="8299450" y="4826000"/>
          <p14:tracePt t="241340" x="8094663" y="4887913"/>
          <p14:tracePt t="241351" x="7989888" y="4913313"/>
          <p14:tracePt t="241360" x="7872413" y="4943475"/>
          <p14:tracePt t="241377" x="7623175" y="4956175"/>
          <p14:tracePt t="241396" x="7424738" y="4956175"/>
          <p14:tracePt t="241408" x="7307263" y="4949825"/>
          <p14:tracePt t="241414" x="7177088" y="4900613"/>
          <p14:tracePt t="241425" x="7121525" y="4857750"/>
          <p14:tracePt t="241435" x="7078663" y="4813300"/>
          <p14:tracePt t="241438" x="7059613" y="4789488"/>
          <p14:tracePt t="241445" x="7029450" y="4732338"/>
          <p14:tracePt t="241462" x="6991350" y="4676775"/>
          <p14:tracePt t="241466" x="6972300" y="4621213"/>
          <p14:tracePt t="241479" x="6905625" y="4429125"/>
          <p14:tracePt t="241484" x="6892925" y="4330700"/>
          <p14:tracePt t="241495" x="6892925" y="4243388"/>
          <p14:tracePt t="241513" x="6978650" y="4051300"/>
          <p14:tracePt t="241517" x="7040563" y="3989388"/>
          <p14:tracePt t="241527" x="7227888" y="3865563"/>
          <p14:tracePt t="241546" x="7648575" y="3630613"/>
          <p14:tracePt t="241555" x="7902575" y="3519488"/>
          <p14:tracePt t="241561" x="8689975" y="3246438"/>
          <p14:tracePt t="241583" x="9539288" y="2960688"/>
          <p14:tracePt t="241591" x="9948863" y="2830513"/>
          <p14:tracePt t="241597" x="10418763" y="2700338"/>
          <p14:tracePt t="241609" x="10785475" y="2595563"/>
          <p14:tracePt t="241616" x="11182350" y="2508250"/>
          <p14:tracePt t="241624" x="11658600" y="2446338"/>
          <p14:tracePt t="241637" x="11820525" y="2446338"/>
          <p14:tracePt t="241643" x="11957050" y="2452688"/>
          <p14:tracePt t="241857" x="12012613" y="4411663"/>
          <p14:tracePt t="241866" x="11944350" y="4435475"/>
          <p14:tracePt t="241876" x="11801475" y="4473575"/>
          <p14:tracePt t="241890" x="11696700" y="4484688"/>
          <p14:tracePt t="241897" x="11596688" y="4497388"/>
          <p14:tracePt t="241902" x="11510963" y="4510088"/>
          <p14:tracePt t="241910" x="11398250" y="4510088"/>
          <p14:tracePt t="241928" x="11163300" y="4510088"/>
          <p14:tracePt t="241945" x="10766425" y="4473575"/>
          <p14:tracePt t="241961" x="10617200" y="4435475"/>
          <p14:tracePt t="241968" x="10480675" y="4405313"/>
          <p14:tracePt t="241977" x="10344150" y="4367213"/>
          <p14:tracePt t="241990" x="10072688" y="4286250"/>
          <p14:tracePt t="241998" x="9955213" y="4243388"/>
          <p14:tracePt t="242012" x="9761538" y="4181475"/>
          <p14:tracePt t="242027" x="9620250" y="4132263"/>
          <p14:tracePt t="242044" x="9588500" y="4106863"/>
          <p14:tracePt t="242064" x="9569450" y="4095750"/>
          <p14:tracePt t="242069" x="9564688" y="4089400"/>
          <p14:tracePt t="242077" x="9564688" y="4076700"/>
          <p14:tracePt t="242087" x="9558338" y="4070350"/>
          <p14:tracePt t="242112" x="9558338" y="4064000"/>
          <p14:tracePt t="242122" x="9558338" y="4057650"/>
          <p14:tracePt t="242130" x="9558338" y="4051300"/>
          <p14:tracePt t="242146" x="9551988" y="4038600"/>
          <p14:tracePt t="242163" x="9551988" y="4032250"/>
          <p14:tracePt t="242169" x="9551988" y="4014788"/>
          <p14:tracePt t="242177" x="9551988" y="4002088"/>
          <p14:tracePt t="242185" x="9551988" y="3983038"/>
          <p14:tracePt t="242189" x="9551988" y="3976688"/>
          <p14:tracePt t="242198" x="9569450" y="3952875"/>
          <p14:tracePt t="242212" x="9637713" y="3903663"/>
          <p14:tracePt t="242229" x="9750425" y="3835400"/>
          <p14:tracePt t="242239" x="9774238" y="3829050"/>
          <p14:tracePt t="242247" x="9825038" y="3816350"/>
          <p14:tracePt t="242260" x="9861550" y="3810000"/>
          <p14:tracePt t="242270" x="9985375" y="3810000"/>
          <p14:tracePt t="242280" x="10047288" y="3810000"/>
          <p14:tracePt t="242286" x="10121900" y="3822700"/>
          <p14:tracePt t="242303" x="10282238" y="3914775"/>
          <p14:tracePt t="242311" x="10344150" y="3959225"/>
          <p14:tracePt t="242331" x="10450513" y="4064000"/>
          <p14:tracePt t="242335" x="10487025" y="4125913"/>
          <p14:tracePt t="242342" x="10518775" y="4168775"/>
          <p14:tracePt t="242352" x="10542588" y="4224338"/>
          <p14:tracePt t="242361" x="10548938" y="4262438"/>
          <p14:tracePt t="242377" x="10548938" y="4318000"/>
          <p14:tracePt t="242397" x="10506075" y="4386263"/>
          <p14:tracePt t="242403" x="10487025" y="4411663"/>
          <p14:tracePt t="242406" x="10463213" y="4454525"/>
          <p14:tracePt t="242424" x="10388600" y="4503738"/>
          <p14:tracePt t="242428" x="10350500" y="4510088"/>
          <p14:tracePt t="242440" x="10313988" y="4529138"/>
          <p14:tracePt t="242448" x="10271125" y="4540250"/>
          <p14:tracePt t="242460" x="10196513" y="4546600"/>
          <p14:tracePt t="242476" x="10059988" y="4559300"/>
          <p14:tracePt t="242495" x="9955213" y="4572000"/>
          <p14:tracePt t="242513" x="9836150" y="4572000"/>
          <p14:tracePt t="242535" x="9737725" y="4565650"/>
          <p14:tracePt t="242543" x="9694863" y="4546600"/>
          <p14:tracePt t="242551" x="9601200" y="4503738"/>
          <p14:tracePt t="242566" x="9539288" y="4435475"/>
          <p14:tracePt t="242578" x="9513888" y="4392613"/>
          <p14:tracePt t="242582" x="9507538" y="4324350"/>
          <p14:tracePt t="242586" x="9483725" y="4268788"/>
          <p14:tracePt t="242597" x="9483725" y="4230688"/>
          <p14:tracePt t="242611" x="9483725" y="4100513"/>
          <p14:tracePt t="242631" x="9490075" y="3884613"/>
          <p14:tracePt t="242647" x="9513888" y="3778250"/>
          <p14:tracePt t="242653" x="9551988" y="3692525"/>
          <p14:tracePt t="242657" x="9601200" y="3617913"/>
          <p14:tracePt t="242665" x="9663113" y="3556000"/>
          <p14:tracePt t="242677" x="9842500" y="3438525"/>
          <p14:tracePt t="242694" x="10096500" y="3389313"/>
          <p14:tracePt t="242713" x="10493375" y="3363913"/>
          <p14:tracePt t="242725" x="10610850" y="3363913"/>
          <p14:tracePt t="242733" x="10710863" y="3370263"/>
          <p14:tracePt t="242744" x="10834688" y="3406775"/>
          <p14:tracePt t="242759" x="11063288" y="3543300"/>
          <p14:tracePt t="242769" x="11244263" y="3698875"/>
          <p14:tracePt t="242782" x="11312525" y="3778250"/>
          <p14:tracePt t="242795" x="11410950" y="3959225"/>
          <p14:tracePt t="242812" x="11447463" y="4027488"/>
          <p14:tracePt t="242816" x="11472863" y="4132263"/>
          <p14:tracePt t="242820" x="11485563" y="4219575"/>
          <p14:tracePt t="242831" x="11498263" y="4268788"/>
          <p14:tracePt t="242851" x="11485563" y="4349750"/>
          <p14:tracePt t="242857" x="11442700" y="4392613"/>
          <p14:tracePt t="242863" x="11430000" y="4398963"/>
          <p14:tracePt t="242875" x="11385550" y="4411663"/>
          <p14:tracePt t="242883" x="11349038" y="4416425"/>
          <p14:tracePt t="242895" x="11225213" y="4441825"/>
          <p14:tracePt t="242911" x="11163300" y="4441825"/>
          <p14:tracePt t="242931" x="11033125" y="4441825"/>
          <p14:tracePt t="242939" x="10933113" y="4441825"/>
          <p14:tracePt t="242943" x="10834688" y="4441825"/>
          <p14:tracePt t="242955" x="10753725" y="4441825"/>
          <p14:tracePt t="242969" x="10636250" y="4441825"/>
          <p14:tracePt t="242978" x="10252075" y="4392613"/>
          <p14:tracePt t="242988" x="10134600" y="4367213"/>
          <p14:tracePt t="242997" x="10047288" y="4354513"/>
          <p14:tracePt t="243005" x="9972675" y="4330700"/>
          <p14:tracePt t="243011" x="9959975" y="4311650"/>
          <p14:tracePt t="243023" x="9929813" y="4292600"/>
          <p14:tracePt t="243032" x="9898063" y="4256088"/>
          <p14:tracePt t="243039" x="9891713" y="4237038"/>
          <p14:tracePt t="243051" x="9867900" y="4175125"/>
          <p14:tracePt t="243053" x="9855200" y="4100513"/>
          <p14:tracePt t="243063" x="9848850" y="4064000"/>
          <p14:tracePt t="243080" x="9836150" y="3927475"/>
          <p14:tracePt t="243097" x="9842500" y="3859213"/>
          <p14:tracePt t="243101" x="9861550" y="3816350"/>
          <p14:tracePt t="243111" x="9891713" y="3790950"/>
          <p14:tracePt t="243131" x="9991725" y="3735388"/>
          <p14:tracePt t="243144" x="10034588" y="3722688"/>
          <p14:tracePt t="243153" x="10072688" y="3711575"/>
          <p14:tracePt t="243169" x="10190163" y="3698875"/>
          <p14:tracePt t="243177" x="10258425" y="3698875"/>
          <p14:tracePt t="243183" x="10326688" y="3698875"/>
          <p14:tracePt t="243190" x="10375900" y="3698875"/>
          <p14:tracePt t="243200" x="10431463" y="3716338"/>
          <p14:tracePt t="243210" x="10493375" y="3735388"/>
          <p14:tracePt t="243228" x="10717213" y="3890963"/>
          <p14:tracePt t="243234" x="10741025" y="3914775"/>
          <p14:tracePt t="243254" x="10815638" y="4032250"/>
          <p14:tracePt t="243262" x="10847388" y="4076700"/>
          <p14:tracePt t="243267" x="10864850" y="4132263"/>
          <p14:tracePt t="243275" x="10877550" y="4168775"/>
          <p14:tracePt t="243281" x="10883900" y="4206875"/>
          <p14:tracePt t="243297" x="10883900" y="4237038"/>
          <p14:tracePt t="243302" x="10883900" y="4275138"/>
          <p14:tracePt t="243312" x="10864850" y="4298950"/>
          <p14:tracePt t="243327" x="10791825" y="4360863"/>
          <p14:tracePt t="243346" x="10698163" y="4405313"/>
          <p14:tracePt t="243354" x="10574338" y="4435475"/>
          <p14:tracePt t="243368" x="10469563" y="4448175"/>
          <p14:tracePt t="243377" x="10401300" y="4448175"/>
          <p14:tracePt t="243394" x="10245725" y="4448175"/>
          <p14:tracePt t="243410" x="10079038" y="4441825"/>
          <p14:tracePt t="243428" x="9955213" y="4398963"/>
          <p14:tracePt t="243434" x="9923463" y="4379913"/>
          <p14:tracePt t="243445" x="9886950" y="4349750"/>
          <p14:tracePt t="243462" x="9848850" y="4298950"/>
          <p14:tracePt t="243469" x="9825038" y="4230688"/>
          <p14:tracePt t="243477" x="9799638" y="4175125"/>
          <p14:tracePt t="243489" x="9786938" y="4119563"/>
          <p14:tracePt t="243507" x="9786938" y="4021138"/>
          <p14:tracePt t="243519" x="9818688" y="3908425"/>
          <p14:tracePt t="243524" x="9848850" y="3846513"/>
          <p14:tracePt t="243534" x="9880600" y="3822700"/>
          <p14:tracePt t="243545" x="9959975" y="3767138"/>
          <p14:tracePt t="243563" x="10102850" y="3722688"/>
          <p14:tracePt t="243577" x="10277475" y="3686175"/>
          <p14:tracePt t="243594" x="10444163" y="3673475"/>
          <p14:tracePt t="243612" x="10574338" y="3698875"/>
          <p14:tracePt t="243619" x="10610850" y="3716338"/>
          <p14:tracePt t="243627" x="10672763" y="3767138"/>
          <p14:tracePt t="243635" x="10717213" y="3810000"/>
          <p14:tracePt t="243644" x="10766425" y="3871913"/>
          <p14:tracePt t="243653" x="10798175" y="3927475"/>
          <p14:tracePt t="243663" x="10841038" y="4021138"/>
          <p14:tracePt t="243669" x="10877550" y="4106863"/>
          <p14:tracePt t="243679" x="10896600" y="4175125"/>
          <p14:tracePt t="243695" x="10922000" y="4298950"/>
          <p14:tracePt t="243710" x="10909300" y="4379913"/>
          <p14:tracePt t="243729" x="10864850" y="4411663"/>
          <p14:tracePt t="243744" x="10802938" y="4429125"/>
          <p14:tracePt t="243751" x="10772775" y="4441825"/>
          <p14:tracePt t="243758" x="10734675" y="4448175"/>
          <p14:tracePt t="243764" x="10679113" y="4460875"/>
          <p14:tracePt t="243778" x="10648950" y="4460875"/>
          <p14:tracePt t="243784" x="10610850" y="4460875"/>
          <p14:tracePt t="243789" x="10574338" y="4460875"/>
          <p14:tracePt t="243797" x="10537825" y="4460875"/>
          <p14:tracePt t="243808" x="10499725" y="4460875"/>
          <p14:tracePt t="243817" x="10456863" y="4460875"/>
          <p14:tracePt t="243827" x="10418763" y="4448175"/>
          <p14:tracePt t="243831" x="10382250" y="4429125"/>
          <p14:tracePt t="243846" x="10313988" y="4392613"/>
          <p14:tracePt t="243862" x="10252075" y="4343400"/>
          <p14:tracePt t="243872" x="10213975" y="4292600"/>
          <p14:tracePt t="243884" x="10213975" y="4281488"/>
          <p14:tracePt t="243895" x="10213975" y="4256088"/>
          <p14:tracePt t="243900" x="10213975" y="4224338"/>
          <p14:tracePt t="243914" x="10226675" y="4181475"/>
          <p14:tracePt t="243930" x="10288588" y="4125913"/>
          <p14:tracePt t="243945" x="10350500" y="4089400"/>
          <p14:tracePt t="243951" x="10425113" y="4057650"/>
          <p14:tracePt t="243958" x="10469563" y="4032250"/>
          <p14:tracePt t="243965" x="10518775" y="4021138"/>
          <p14:tracePt t="243976" x="10574338" y="4014788"/>
          <p14:tracePt t="243987" x="10629900" y="4002088"/>
          <p14:tracePt t="243993" x="10668000" y="4002088"/>
          <p14:tracePt t="243999" x="10729913" y="4008438"/>
          <p14:tracePt t="244008" x="10760075" y="4027488"/>
          <p14:tracePt t="244018" x="10785475" y="4044950"/>
          <p14:tracePt t="244029" x="10841038" y="4100513"/>
          <p14:tracePt t="244046" x="10871200" y="4157663"/>
          <p14:tracePt t="244061" x="10890250" y="4213225"/>
          <p14:tracePt t="244068" x="10890250" y="4237038"/>
          <p14:tracePt t="244076" x="10896600" y="4275138"/>
          <p14:tracePt t="244084" x="10896600" y="4292600"/>
          <p14:tracePt t="244094" x="10896600" y="4311650"/>
          <p14:tracePt t="244103" x="10896600" y="4318000"/>
          <p14:tracePt t="244111" x="10896600" y="4324350"/>
          <p14:tracePt t="244118" x="10896600" y="4330700"/>
          <p14:tracePt t="244122" x="10890250" y="4330700"/>
          <p14:tracePt t="244130" x="10883900" y="4337050"/>
          <p14:tracePt t="244144" x="10877550" y="4337050"/>
          <p14:tracePt t="244163" x="10853738" y="4343400"/>
          <p14:tracePt t="244177" x="10841038" y="4349750"/>
          <p14:tracePt t="244183" x="10828338" y="4349750"/>
          <p14:tracePt t="244205" x="10798175" y="4367213"/>
          <p14:tracePt t="244215" x="10791825" y="4367213"/>
          <p14:tracePt t="244228" x="10779125" y="4367213"/>
          <p14:tracePt t="244245" x="10772775" y="4367213"/>
          <p14:tracePt t="244263" x="10766425" y="4367213"/>
          <p14:tracePt t="244289" x="10747375" y="4367213"/>
          <p14:tracePt t="244296" x="10729913" y="4360863"/>
          <p14:tracePt t="244302" x="10723563" y="4360863"/>
          <p14:tracePt t="244312" x="10717213" y="4360863"/>
          <p14:tracePt t="244315" x="10710863" y="4360863"/>
          <p14:tracePt t="244329" x="10691813" y="4349750"/>
          <p14:tracePt t="244347" x="10685463" y="4343400"/>
          <p14:tracePt t="244353" x="10679113" y="4337050"/>
          <p14:tracePt t="244372" x="10672763" y="4337050"/>
          <p14:tracePt t="244380" x="10672763" y="4330700"/>
          <p14:tracePt t="244396" x="10668000" y="4330700"/>
          <p14:tracePt t="244414" x="10668000" y="4324350"/>
          <p14:tracePt t="244422" x="10661650" y="4324350"/>
          <p14:tracePt t="244657" x="10661650" y="4318000"/>
          <p14:tracePt t="244672" x="10655300" y="4318000"/>
          <p14:tracePt t="244689" x="10642600" y="4311650"/>
          <p14:tracePt t="244705" x="10623550" y="4298950"/>
          <p14:tracePt t="244720" x="10604500" y="4298950"/>
          <p14:tracePt t="244727" x="10599738" y="4292600"/>
          <p14:tracePt t="244746" x="10580688" y="4286250"/>
          <p14:tracePt t="244749" x="10574338" y="4286250"/>
          <p14:tracePt t="244762" x="10561638" y="4286250"/>
          <p14:tracePt t="244780" x="10555288" y="4286250"/>
          <p14:tracePt t="244804" x="10548938" y="4286250"/>
          <p14:tracePt t="244921" x="10542588" y="4286250"/>
          <p14:tracePt t="245152" x="10537825" y="4286250"/>
          <p14:tracePt t="245441" x="10537825" y="4292600"/>
          <p14:tracePt t="245823" x="10531475" y="4292600"/>
          <p14:tracePt t="245835" x="10512425" y="4305300"/>
          <p14:tracePt t="245844" x="10512425" y="4311650"/>
          <p14:tracePt t="245859" x="10506075" y="4311650"/>
          <p14:tracePt t="245891" x="10506075" y="4318000"/>
          <p14:tracePt t="246270" x="10499725" y="4318000"/>
          <p14:tracePt t="246910" x="10493375" y="4318000"/>
          <p14:tracePt t="246921" x="10493375" y="4324350"/>
          <p14:tracePt t="247164" x="10487025" y="4324350"/>
          <p14:tracePt t="247175" x="10480675" y="4330700"/>
          <p14:tracePt t="247188" x="10469563" y="4330700"/>
          <p14:tracePt t="247197" x="10463213" y="4330700"/>
          <p14:tracePt t="247214" x="10450513" y="4349750"/>
          <p14:tracePt t="247223" x="10444163" y="4349750"/>
          <p14:tracePt t="247230" x="10437813" y="4354513"/>
          <p14:tracePt t="247253" x="10401300" y="4454525"/>
          <p14:tracePt t="247269" x="10356850" y="4559300"/>
          <p14:tracePt t="247279" x="10307638" y="4695825"/>
          <p14:tracePt t="247295" x="10183813" y="4986338"/>
          <p14:tracePt t="247313" x="9979025" y="5291138"/>
          <p14:tracePt t="247316" x="9805988" y="5476875"/>
          <p14:tracePt t="247329" x="9445625" y="5773738"/>
          <p14:tracePt t="247347" x="9309100" y="5854700"/>
          <p14:tracePt t="247353" x="9148763" y="5940425"/>
          <p14:tracePt t="247363" x="9031288" y="5997575"/>
          <p14:tracePt t="247371" x="8924925" y="6046788"/>
          <p14:tracePt t="247378" x="8702675" y="6127750"/>
          <p14:tracePt t="247389" x="8615363" y="6151563"/>
          <p14:tracePt t="247395" x="8510588" y="6176963"/>
          <p14:tracePt t="247404" x="8410575" y="6189663"/>
          <p14:tracePt t="247411" x="8324850" y="6200775"/>
          <p14:tracePt t="247428" x="8126413" y="6213475"/>
          <p14:tracePt t="247447" x="7958138" y="6213475"/>
          <p14:tracePt t="247458" x="7859713" y="6213475"/>
          <p14:tracePt t="247464" x="7791450" y="6213475"/>
          <p14:tracePt t="247473" x="7691438" y="6213475"/>
          <p14:tracePt t="247484" x="7543800" y="6213475"/>
          <p14:tracePt t="247501" x="7475538" y="6213475"/>
          <p14:tracePt t="247504" x="7407275" y="6213475"/>
          <p14:tracePt t="247508" x="7358063" y="6213475"/>
          <p14:tracePt t="247514" x="7319963" y="6213475"/>
          <p14:tracePt t="247530" x="7264400" y="6213475"/>
          <p14:tracePt t="247547" x="7196138" y="6213475"/>
          <p14:tracePt t="247555" x="7183438" y="6213475"/>
          <p14:tracePt t="247570" x="7177088" y="6200775"/>
          <p14:tracePt t="247605" x="7177088" y="6194425"/>
          <p14:tracePt t="247617" x="7170738" y="6183313"/>
          <p14:tracePt t="247628" x="7170738" y="6170613"/>
          <p14:tracePt t="247645" x="7170738" y="6132513"/>
          <p14:tracePt t="247663" x="7159625" y="6102350"/>
          <p14:tracePt t="247670" x="7153275" y="6089650"/>
          <p14:tracePt t="247678" x="7153275" y="6070600"/>
          <p14:tracePt t="247693" x="7140575" y="6053138"/>
          <p14:tracePt t="247707" x="7140575" y="6034088"/>
          <p14:tracePt t="247714" x="7140575" y="6027738"/>
          <p14:tracePt t="247730" x="7140575" y="6015038"/>
          <p14:tracePt t="247737" x="7140575" y="6008688"/>
          <p14:tracePt t="247746" x="7146925" y="6008688"/>
          <p14:tracePt t="247764" x="7177088" y="5997575"/>
          <p14:tracePt t="247784" x="7232650" y="5984875"/>
          <p14:tracePt t="247791" x="7270750" y="5984875"/>
          <p14:tracePt t="247797" x="7300913" y="5984875"/>
          <p14:tracePt t="247810" x="7351713" y="5984875"/>
          <p14:tracePt t="247820" x="7407275" y="5984875"/>
          <p14:tracePt t="247826" x="7456488" y="5984875"/>
          <p14:tracePt t="247836" x="7512050" y="5984875"/>
          <p14:tracePt t="247845" x="7524750" y="5991225"/>
          <p14:tracePt t="247847" x="7554913" y="6008688"/>
          <p14:tracePt t="247864" x="7567613" y="6027738"/>
          <p14:tracePt t="247880" x="7573963" y="6046788"/>
          <p14:tracePt t="247883" x="7586663" y="6064250"/>
          <p14:tracePt t="247896" x="7586663" y="6076950"/>
          <p14:tracePt t="247913" x="7593013" y="6096000"/>
          <p14:tracePt t="247931" x="7599363" y="6108700"/>
          <p14:tracePt t="247955" x="7599363" y="6115050"/>
          <p14:tracePt t="247981" x="7593013" y="6115050"/>
          <p14:tracePt t="247991" x="7586663" y="6115050"/>
          <p14:tracePt t="248001" x="7580313" y="6115050"/>
          <p14:tracePt t="248004" x="7554913" y="6115050"/>
          <p14:tracePt t="248013" x="7524750" y="6108700"/>
          <p14:tracePt t="248017" x="7499350" y="6089650"/>
          <p14:tracePt t="248032" x="7469188" y="6083300"/>
          <p14:tracePt t="248038" x="7443788" y="6053138"/>
          <p14:tracePt t="248053" x="7375525" y="6002338"/>
          <p14:tracePt t="248061" x="7339013" y="5965825"/>
          <p14:tracePt t="248070" x="7296150" y="5916613"/>
          <p14:tracePt t="248078" x="7277100" y="5897563"/>
          <p14:tracePt t="248087" x="7258050" y="5861050"/>
          <p14:tracePt t="248095" x="7239000" y="5835650"/>
          <p14:tracePt t="248105" x="7221538" y="5780088"/>
          <p14:tracePt t="248116" x="7221538" y="5754688"/>
          <p14:tracePt t="248121" x="7221538" y="5718175"/>
          <p14:tracePt t="248130" x="7221538" y="5699125"/>
          <p14:tracePt t="248146" x="7251700" y="5630863"/>
          <p14:tracePt t="248163" x="7319963" y="5594350"/>
          <p14:tracePt t="248182" x="7375525" y="5575300"/>
          <p14:tracePt t="248193" x="7400925" y="5575300"/>
          <p14:tracePt t="248198" x="7419975" y="5575300"/>
          <p14:tracePt t="248203" x="7443788" y="5588000"/>
          <p14:tracePt t="248214" x="7475538" y="5619750"/>
          <p14:tracePt t="248229" x="7518400" y="5662613"/>
          <p14:tracePt t="248234" x="7567613" y="5705475"/>
          <p14:tracePt t="248249" x="7612063" y="5754688"/>
          <p14:tracePt t="248263" x="7629525" y="5780088"/>
          <p14:tracePt t="248267" x="7661275" y="5810250"/>
          <p14:tracePt t="248294" x="7697788" y="5891213"/>
          <p14:tracePt t="248301" x="7704138" y="5916613"/>
          <p14:tracePt t="248318" x="7704138" y="5959475"/>
          <p14:tracePt t="248329" x="7704138" y="5965825"/>
          <p14:tracePt t="248347" x="7697788" y="5991225"/>
          <p14:tracePt t="248364" x="7654925" y="6008688"/>
          <p14:tracePt t="248369" x="7629525" y="6008688"/>
          <p14:tracePt t="248382" x="7593013" y="6015038"/>
          <p14:tracePt t="248398" x="7493000" y="6015038"/>
          <p14:tracePt t="248409" x="7424738" y="6015038"/>
          <p14:tracePt t="248420" x="7388225" y="6002338"/>
          <p14:tracePt t="248428" x="7362825" y="5984875"/>
          <p14:tracePt t="248446" x="7283450" y="5946775"/>
          <p14:tracePt t="248463" x="7245350" y="5910263"/>
          <p14:tracePt t="248482" x="7215188" y="5873750"/>
          <p14:tracePt t="248489" x="7208838" y="5854700"/>
          <p14:tracePt t="248512" x="7208838" y="5848350"/>
          <p14:tracePt t="248516" x="7208838" y="5835650"/>
          <p14:tracePt t="248524" x="7208838" y="5829300"/>
          <p14:tracePt t="248588" x="7215188" y="5829300"/>
          <p14:tracePt t="248598" x="7232650" y="5829300"/>
          <p14:tracePt t="248615" x="7277100" y="5861050"/>
          <p14:tracePt t="248621" x="7319963" y="5884863"/>
          <p14:tracePt t="248639" x="7375525" y="5946775"/>
          <p14:tracePt t="248648" x="7407275" y="5978525"/>
          <p14:tracePt t="248665" x="7450138" y="6021388"/>
          <p14:tracePt t="248678" x="7488238" y="6070600"/>
          <p14:tracePt t="248684" x="7493000" y="6076950"/>
          <p14:tracePt t="248688" x="7493000" y="6083300"/>
          <p14:tracePt t="248698" x="7499350" y="6083300"/>
          <p14:tracePt t="248732" x="7488238" y="6083300"/>
          <p14:tracePt t="248745" x="7456488" y="6096000"/>
          <p14:tracePt t="248751" x="7431088" y="6096000"/>
          <p14:tracePt t="248763" x="7369175" y="6096000"/>
          <p14:tracePt t="248770" x="7345363" y="6096000"/>
          <p14:tracePt t="248778" x="7313613" y="6096000"/>
          <p14:tracePt t="248792" x="7289800" y="6102350"/>
          <p14:tracePt t="248799" x="7264400" y="6102350"/>
          <p14:tracePt t="248806" x="7232650" y="6102350"/>
          <p14:tracePt t="248823" x="7170738" y="6096000"/>
          <p14:tracePt t="248834" x="7115175" y="6083300"/>
          <p14:tracePt t="248846" x="7091363" y="6070600"/>
          <p14:tracePt t="248863" x="7053263" y="6053138"/>
          <p14:tracePt t="248867" x="7046913" y="6040438"/>
          <p14:tracePt t="248879" x="7029450" y="6027738"/>
          <p14:tracePt t="248883" x="7023100" y="6021388"/>
          <p14:tracePt t="248897" x="7016750" y="6015038"/>
          <p14:tracePt t="248905" x="7016750" y="6008688"/>
          <p14:tracePt t="248920" x="7010400" y="6002338"/>
          <p14:tracePt t="248928" x="7004050" y="5991225"/>
          <p14:tracePt t="248946" x="6997700" y="5984875"/>
          <p14:tracePt t="249410" x="6997700" y="6002338"/>
          <p14:tracePt t="249423" x="6997700" y="6021388"/>
          <p14:tracePt t="249436" x="7004050" y="6040438"/>
          <p14:tracePt t="249442" x="7004050" y="6046788"/>
          <p14:tracePt t="249453" x="7004050" y="6053138"/>
          <p14:tracePt t="249463" x="7004050" y="6064250"/>
          <p14:tracePt t="249469" x="7004050" y="6070600"/>
          <p14:tracePt t="249493" x="7004050" y="6076950"/>
          <p14:tracePt t="249598" x="6985000" y="6076950"/>
          <p14:tracePt t="249610" x="6978650" y="6064250"/>
          <p14:tracePt t="249617" x="6972300" y="6064250"/>
          <p14:tracePt t="249632" x="6972300" y="6053138"/>
          <p14:tracePt t="249635" x="6972300" y="6046788"/>
          <p14:tracePt t="249654" x="6972300" y="6021388"/>
          <p14:tracePt t="249663" x="6972300" y="6015038"/>
          <p14:tracePt t="249681" x="6972300" y="6002338"/>
          <p14:tracePt t="249699" x="6972300" y="5991225"/>
          <p14:tracePt t="250024" x="6991350" y="5991225"/>
          <p14:tracePt t="250036" x="7004050" y="5991225"/>
          <p14:tracePt t="250054" x="7029450" y="5991225"/>
          <p14:tracePt t="250069" x="7040563" y="5991225"/>
          <p14:tracePt t="250084" x="7053263" y="5991225"/>
          <p14:tracePt t="250092" x="7059613" y="5991225"/>
          <p14:tracePt t="250097" x="7072313" y="5991225"/>
          <p14:tracePt t="250288" x="7078663" y="5991225"/>
          <p14:tracePt t="250301" x="7091363" y="5991225"/>
          <p14:tracePt t="250307" x="7097713" y="5991225"/>
          <p14:tracePt t="250319" x="7115175" y="5991225"/>
          <p14:tracePt t="250333" x="7146925" y="5991225"/>
          <p14:tracePt t="250336" x="7170738" y="5991225"/>
          <p14:tracePt t="250340" x="7196138" y="5991225"/>
          <p14:tracePt t="250348" x="7232650" y="5991225"/>
          <p14:tracePt t="250363" x="7300913" y="5978525"/>
          <p14:tracePt t="250372" x="7339013" y="5978525"/>
          <p14:tracePt t="250389" x="7413625" y="5978525"/>
          <p14:tracePt t="250395" x="7462838" y="5978525"/>
          <p14:tracePt t="250412" x="7488238" y="5978525"/>
          <p14:tracePt t="250419" x="7573963" y="5978525"/>
          <p14:tracePt t="250443" x="7661275" y="5978525"/>
          <p14:tracePt t="250447" x="7697788" y="5978525"/>
          <p14:tracePt t="250456" x="7748588" y="5978525"/>
          <p14:tracePt t="250460" x="7785100" y="5978525"/>
          <p14:tracePt t="250470" x="7821613" y="5978525"/>
          <p14:tracePt t="250480" x="7883525" y="5978525"/>
          <p14:tracePt t="250497" x="7921625" y="5978525"/>
          <p14:tracePt t="250502" x="7970838" y="5978525"/>
          <p14:tracePt t="250515" x="8039100" y="5978525"/>
          <p14:tracePt t="250524" x="8064500" y="5978525"/>
          <p14:tracePt t="250531" x="8075613" y="5978525"/>
          <p14:tracePt t="250538" x="8107363" y="5978525"/>
          <p14:tracePt t="250545" x="8113713" y="5978525"/>
          <p14:tracePt t="250560" x="8120063" y="5978525"/>
          <p14:tracePt t="250672" x="8107363" y="5997575"/>
          <p14:tracePt t="250685" x="8020050" y="6027738"/>
          <p14:tracePt t="250700" x="7940675" y="6046788"/>
          <p14:tracePt t="250714" x="7872413" y="6059488"/>
          <p14:tracePt t="250725" x="7735888" y="6070600"/>
          <p14:tracePt t="250732" x="7648575" y="6083300"/>
          <p14:tracePt t="250747" x="7567613" y="6083300"/>
          <p14:tracePt t="250753" x="7369175" y="6083300"/>
          <p14:tracePt t="250763" x="7283450" y="6083300"/>
          <p14:tracePt t="250771" x="7215188" y="6083300"/>
          <p14:tracePt t="250779" x="7146925" y="6083300"/>
          <p14:tracePt t="250797" x="6997700" y="6083300"/>
          <p14:tracePt t="250817" x="6880225" y="6083300"/>
          <p14:tracePt t="250821" x="6831013" y="6083300"/>
          <p14:tracePt t="250837" x="6775450" y="6083300"/>
          <p14:tracePt t="250845" x="6750050" y="6076950"/>
          <p14:tracePt t="250854" x="6731000" y="6076950"/>
          <p14:tracePt t="250863" x="6724650" y="6076950"/>
          <p14:tracePt t="250869" x="6718300" y="6076950"/>
          <p14:tracePt t="250873" x="6711950" y="6076950"/>
          <p14:tracePt t="250882" x="6707188" y="6070600"/>
          <p14:tracePt t="250897" x="6700838" y="6070600"/>
          <p14:tracePt t="250914" x="6688138" y="6064250"/>
          <p14:tracePt t="250932" x="6681788" y="6064250"/>
          <p14:tracePt t="251079" x="6681788" y="6059488"/>
          <p14:tracePt t="251090" x="6681788" y="6040438"/>
          <p14:tracePt t="251099" x="6681788" y="6034088"/>
          <p14:tracePt t="251117" x="6681788" y="6027738"/>
          <p14:tracePt t="251132" x="6681788" y="6021388"/>
          <p14:tracePt t="251159" x="6681788" y="6015038"/>
          <p14:tracePt t="251171" x="6681788" y="6008688"/>
          <p14:tracePt t="251179" x="6681788" y="6002338"/>
          <p14:tracePt t="251393" x="6694488" y="6002338"/>
          <p14:tracePt t="251405" x="6700838" y="6002338"/>
          <p14:tracePt t="251417" x="6707188" y="6002338"/>
          <p14:tracePt t="251430" x="6711950" y="6002338"/>
          <p14:tracePt t="251451" x="6718300" y="6002338"/>
          <p14:tracePt t="251669" x="6724650" y="5991225"/>
          <p14:tracePt t="251680" x="6731000" y="5978525"/>
          <p14:tracePt t="251697" x="6743700" y="5972175"/>
          <p14:tracePt t="251704" x="6743700" y="5965825"/>
          <p14:tracePt t="251715" x="6750050" y="5959475"/>
          <p14:tracePt t="251724" x="6750050" y="5953125"/>
          <p14:tracePt t="251770" x="6756400" y="5946775"/>
          <p14:tracePt t="251779" x="6762750" y="5935663"/>
          <p14:tracePt t="251788" x="6775450" y="5935663"/>
          <p14:tracePt t="251797" x="6805613" y="5929313"/>
          <p14:tracePt t="251802" x="6818313" y="5929313"/>
          <p14:tracePt t="251815" x="6848475" y="5916613"/>
          <p14:tracePt t="251820" x="6861175" y="5916613"/>
          <p14:tracePt t="251826" x="6880225" y="5916613"/>
          <p14:tracePt t="251839" x="6886575" y="5910263"/>
          <p14:tracePt t="251846" x="6892925" y="5910263"/>
          <p14:tracePt t="251876" x="6899275" y="5910263"/>
          <p14:tracePt t="251922" x="6905625" y="5910263"/>
          <p14:tracePt t="251937" x="6916738" y="5910263"/>
          <p14:tracePt t="251948" x="6929438" y="5910263"/>
          <p14:tracePt t="251953" x="6935788" y="5910263"/>
          <p14:tracePt t="251964" x="6942138" y="5910263"/>
          <p14:tracePt t="251984" x="6967538" y="5910263"/>
          <p14:tracePt t="251991" x="6985000" y="5903913"/>
          <p14:tracePt t="251996" x="6991350" y="5903913"/>
          <p14:tracePt t="252007" x="7004050" y="5897563"/>
          <p14:tracePt t="252012" x="7023100" y="5897563"/>
          <p14:tracePt t="252018" x="7035800" y="5884863"/>
          <p14:tracePt t="252033" x="7053263" y="5884863"/>
          <p14:tracePt t="252047" x="7072313" y="5878513"/>
          <p14:tracePt t="252051" x="7078663" y="5878513"/>
          <p14:tracePt t="252065" x="7085013" y="5878513"/>
          <p14:tracePt t="252081" x="7091363" y="5878513"/>
          <p14:tracePt t="252096" x="7091363" y="5873750"/>
          <p14:tracePt t="255536" x="7085013" y="5873750"/>
          <p14:tracePt t="255550" x="7065963" y="5891213"/>
          <p14:tracePt t="255557" x="7035800" y="5910263"/>
          <p14:tracePt t="255563" x="7016750" y="5929313"/>
          <p14:tracePt t="255576" x="6961188" y="5972175"/>
          <p14:tracePt t="255587" x="6929438" y="6002338"/>
          <p14:tracePt t="255597" x="6923088" y="6008688"/>
          <p14:tracePt t="255617" x="6916738" y="6015038"/>
          <p14:tracePt t="255691" x="6923088" y="6015038"/>
          <p14:tracePt t="255707" x="6929438" y="6015038"/>
          <p14:tracePt t="255724" x="6935788" y="6015038"/>
          <p14:tracePt t="255740" x="6942138" y="6015038"/>
          <p14:tracePt t="255759" x="6948488" y="6015038"/>
          <p14:tracePt t="255767" x="6961188" y="6015038"/>
          <p14:tracePt t="255787" x="6967538" y="6015038"/>
          <p14:tracePt t="255814" x="6972300" y="6015038"/>
          <p14:tracePt t="256009" x="6978650" y="6015038"/>
          <p14:tracePt t="256019" x="6978650" y="6008688"/>
          <p14:tracePt t="256048" x="6985000" y="6008688"/>
          <p14:tracePt t="256138" x="6967538" y="6034088"/>
          <p14:tracePt t="256151" x="6935788" y="6089650"/>
          <p14:tracePt t="256165" x="6886575" y="6145213"/>
          <p14:tracePt t="256172" x="6824663" y="6200775"/>
          <p14:tracePt t="256180" x="6737350" y="6281738"/>
          <p14:tracePt t="256188" x="6570663" y="6386513"/>
          <p14:tracePt t="256196" x="6384925" y="6480175"/>
          <p14:tracePt t="256207" x="6161088" y="6584950"/>
          <p14:tracePt t="256215" x="5789613" y="6708775"/>
          <p14:tracePt t="256222" x="5318125" y="68389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804646-6E00-4276-AF50-1B09B9196E63}"/>
              </a:ext>
            </a:extLst>
          </p:cNvPr>
          <p:cNvSpPr txBox="1">
            <a:spLocks/>
          </p:cNvSpPr>
          <p:nvPr/>
        </p:nvSpPr>
        <p:spPr>
          <a:xfrm>
            <a:off x="403412" y="521545"/>
            <a:ext cx="10950388" cy="592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B0F56-1C68-4DA7-951E-2B2FCED2FAFB}"/>
              </a:ext>
            </a:extLst>
          </p:cNvPr>
          <p:cNvSpPr txBox="1"/>
          <p:nvPr/>
        </p:nvSpPr>
        <p:spPr>
          <a:xfrm>
            <a:off x="281069" y="1941620"/>
            <a:ext cx="117998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Slope of the characteristic lines in polar coordinates (V, </a:t>
            </a:r>
            <a:r>
              <a:rPr lang="el-GR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α</a:t>
            </a: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(</a:t>
            </a:r>
            <a:r>
              <a:rPr lang="el-GR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α</a:t>
            </a: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 is the flow inclination):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7" name="Content Placeholder 4">
            <a:extLst>
              <a:ext uri="{FF2B5EF4-FFF2-40B4-BE49-F238E27FC236}">
                <a16:creationId xmlns:a16="http://schemas.microsoft.com/office/drawing/2014/main" id="{B6E278C0-C286-4E2A-983C-5559D6982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3605" y="2409182"/>
            <a:ext cx="3025402" cy="2057578"/>
          </a:xfr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214FDE3-44A1-41B6-83D5-01EF2923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12944"/>
            <a:ext cx="2373822" cy="12235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7B9951-7C8F-45EE-AC38-7CF63B0B2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3596" y="4851647"/>
            <a:ext cx="1869207" cy="67971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BDBDAF-1F4D-42F4-9C40-293ADC28A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889" y="5656743"/>
            <a:ext cx="1775369" cy="67971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7AA2551-272C-4393-85C4-0BBE58628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350" y="2635111"/>
            <a:ext cx="2789162" cy="1844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D3F90FD-5F58-4389-A3E8-7127C4B240F0}"/>
              </a:ext>
            </a:extLst>
          </p:cNvPr>
          <p:cNvSpPr txBox="1"/>
          <p:nvPr/>
        </p:nvSpPr>
        <p:spPr>
          <a:xfrm>
            <a:off x="893775" y="2506418"/>
            <a:ext cx="12835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 angle</a:t>
            </a: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609C6F70-D82B-4BFE-BFE0-7DF2E959904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639686" y="3093383"/>
            <a:ext cx="528185" cy="3413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18FF5A2C-907F-487D-B7E5-3B534FE3A3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949" y="4913700"/>
            <a:ext cx="1532927" cy="3781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D70CC48-E06B-462E-B903-68B818606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853" y="5775836"/>
            <a:ext cx="1921579" cy="2528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50C4055-98B0-4681-93F1-AC96113E54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3420" y="5104261"/>
            <a:ext cx="1475186" cy="174485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0576127A-0A0A-47DE-AA2F-E96ED6CCD841}"/>
              </a:ext>
            </a:extLst>
          </p:cNvPr>
          <p:cNvSpPr/>
          <p:nvPr/>
        </p:nvSpPr>
        <p:spPr>
          <a:xfrm>
            <a:off x="5041963" y="5429598"/>
            <a:ext cx="1143096" cy="2521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002A63-C170-481C-9057-520186C554D1}"/>
              </a:ext>
            </a:extLst>
          </p:cNvPr>
          <p:cNvSpPr txBox="1"/>
          <p:nvPr/>
        </p:nvSpPr>
        <p:spPr>
          <a:xfrm>
            <a:off x="196096" y="885847"/>
            <a:ext cx="6096000" cy="691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Microsoft Uighur" panose="02000000000000000000" pitchFamily="2" charset="-78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By using Cramer's rule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Microsoft Uighur" panose="02000000000000000000" pitchFamily="2" charset="-78"/>
              </a:rPr>
              <a:t>: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B6E2E27-DDBA-4A4E-80CD-AF8CE17998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7955" y="587717"/>
            <a:ext cx="1150720" cy="24386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0F1EFE3-EE4F-41A5-A63F-BFA92AF5CE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3577" y="1185733"/>
            <a:ext cx="2232853" cy="533446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06075DF-9D7A-4BCC-BB3B-A1395405C5B7}"/>
              </a:ext>
            </a:extLst>
          </p:cNvPr>
          <p:cNvSpPr txBox="1"/>
          <p:nvPr/>
        </p:nvSpPr>
        <p:spPr>
          <a:xfrm>
            <a:off x="403412" y="245992"/>
            <a:ext cx="86492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slopes of the characteristics in the hodograph, or velocity plane (u versus v)</a:t>
            </a:r>
            <a:r>
              <a:rPr lang="fa-IR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fa-IR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How the velocity components vary with x and y:</a:t>
            </a:r>
          </a:p>
          <a:p>
            <a:endParaRPr lang="en-US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B2C591B-8D17-4210-957F-14B875A0C8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4946" y="1143072"/>
            <a:ext cx="2720576" cy="556308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586CCF4-03AE-4DAE-A6B7-3478968B53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0438" y="1176255"/>
            <a:ext cx="2758679" cy="541067"/>
          </a:xfrm>
          <a:prstGeom prst="rect">
            <a:avLst/>
          </a:prstGeom>
        </p:spPr>
      </p:pic>
      <p:sp>
        <p:nvSpPr>
          <p:cNvPr id="51" name="Arrow: Right 50">
            <a:extLst>
              <a:ext uri="{FF2B5EF4-FFF2-40B4-BE49-F238E27FC236}">
                <a16:creationId xmlns:a16="http://schemas.microsoft.com/office/drawing/2014/main" id="{BBFD760E-9787-4333-8B22-5CEC02D026DF}"/>
              </a:ext>
            </a:extLst>
          </p:cNvPr>
          <p:cNvSpPr/>
          <p:nvPr/>
        </p:nvSpPr>
        <p:spPr>
          <a:xfrm>
            <a:off x="5078314" y="1452456"/>
            <a:ext cx="1102659" cy="165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DF7D07-2E36-46D2-A95C-1A05D8882116}"/>
              </a:ext>
            </a:extLst>
          </p:cNvPr>
          <p:cNvSpPr txBox="1"/>
          <p:nvPr/>
        </p:nvSpPr>
        <p:spPr>
          <a:xfrm>
            <a:off x="4723275" y="1185256"/>
            <a:ext cx="1726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Replacing C1,C2 and C3</a:t>
            </a:r>
            <a:endParaRPr lang="en-US" sz="12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7FE8A4E-A078-47C2-BE5C-43C95EF58C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14324" y="2461337"/>
            <a:ext cx="3395283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59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746"/>
    </mc:Choice>
    <mc:Fallback xmlns="">
      <p:transition spd="slow" advTm="122746"/>
    </mc:Fallback>
  </mc:AlternateContent>
  <p:extLst>
    <p:ext uri="{3A86A75C-4F4B-4683-9AE1-C65F6400EC91}">
      <p14:laserTraceLst xmlns:p14="http://schemas.microsoft.com/office/powerpoint/2010/main">
        <p14:tracePtLst>
          <p14:tracePt t="604" x="427038" y="6381750"/>
          <p14:tracePt t="610" x="241300" y="5867400"/>
          <p14:tracePt t="1141" x="5734050" y="173038"/>
          <p14:tracePt t="1146" x="5665788" y="296863"/>
          <p14:tracePt t="1155" x="5610225" y="414338"/>
          <p14:tracePt t="1164" x="5553075" y="550863"/>
          <p14:tracePt t="1175" x="5484813" y="706438"/>
          <p14:tracePt t="1184" x="5448300" y="842963"/>
          <p14:tracePt t="1197" x="5380038" y="1035050"/>
          <p14:tracePt t="1212" x="5367338" y="1146175"/>
          <p14:tracePt t="1230" x="5360988" y="1201738"/>
          <p14:tracePt t="1235" x="5349875" y="1227138"/>
          <p14:tracePt t="1247" x="5343525" y="1250950"/>
          <p14:tracePt t="1259" x="5337175" y="1270000"/>
          <p14:tracePt t="1266" x="5318125" y="1312863"/>
          <p14:tracePt t="1276" x="5299075" y="1331913"/>
          <p14:tracePt t="1293" x="5262563" y="1374775"/>
          <p14:tracePt t="1298" x="5243513" y="1406525"/>
          <p14:tracePt t="1309" x="5200650" y="1425575"/>
          <p14:tracePt t="1320" x="5145088" y="1474788"/>
          <p14:tracePt t="1328" x="5089525" y="1492250"/>
          <p14:tracePt t="1347" x="4953000" y="1555750"/>
          <p14:tracePt t="1365" x="4810125" y="1592263"/>
          <p14:tracePt t="1385" x="4673600" y="1617663"/>
          <p14:tracePt t="1388" x="4605338" y="1617663"/>
          <p14:tracePt t="1404" x="4500563" y="1617663"/>
          <p14:tracePt t="1419" x="4449763" y="1622425"/>
          <p14:tracePt t="1434" x="4413250" y="1622425"/>
          <p14:tracePt t="1449" x="4295775" y="1622425"/>
          <p14:tracePt t="1454" x="4227513" y="1622425"/>
          <p14:tracePt t="1464" x="4165600" y="1622425"/>
          <p14:tracePt t="1479" x="4059238" y="1622425"/>
          <p14:tracePt t="1501" x="3843338" y="1635125"/>
          <p14:tracePt t="1507" x="3762375" y="1635125"/>
          <p14:tracePt t="1526" x="3625850" y="1635125"/>
          <p14:tracePt t="1531" x="3576638" y="1635125"/>
          <p14:tracePt t="1537" x="3508375" y="1635125"/>
          <p14:tracePt t="1555" x="3440113" y="1635125"/>
          <p14:tracePt t="1564" x="3390900" y="1635125"/>
          <p14:tracePt t="1576" x="3352800" y="1635125"/>
          <p14:tracePt t="1585" x="3340100" y="1635125"/>
          <p14:tracePt t="1598" x="3278188" y="1617663"/>
          <p14:tracePt t="1614" x="3267075" y="1611313"/>
          <p14:tracePt t="1635" x="3267075" y="1598613"/>
          <p14:tracePt t="1640" x="3267075" y="1585913"/>
          <p14:tracePt t="1650" x="3267075" y="1573213"/>
          <p14:tracePt t="1665" x="3267075" y="1555750"/>
          <p14:tracePt t="1675" x="3260725" y="1524000"/>
          <p14:tracePt t="1682" x="3260725" y="1511300"/>
          <p14:tracePt t="1688" x="3260725" y="1487488"/>
          <p14:tracePt t="1698" x="3248025" y="1455738"/>
          <p14:tracePt t="1716" x="3228975" y="1400175"/>
          <p14:tracePt t="1731" x="3209925" y="1338263"/>
          <p14:tracePt t="1747" x="3192463" y="1270000"/>
          <p14:tracePt t="1763" x="3179763" y="1238250"/>
          <p14:tracePt t="1782" x="3167063" y="1227138"/>
          <p14:tracePt t="1796" x="3167063" y="1214438"/>
          <p14:tracePt t="1800" x="3160713" y="1208088"/>
          <p14:tracePt t="1821" x="3160713" y="1201738"/>
          <p14:tracePt t="1836" x="3160713" y="1195388"/>
          <p14:tracePt t="1853" x="3160713" y="1182688"/>
          <p14:tracePt t="1865" x="3160713" y="1176338"/>
          <p14:tracePt t="1884" x="3160713" y="1165225"/>
          <p14:tracePt t="1897" x="3160713" y="1158875"/>
          <p14:tracePt t="1915" x="3160713" y="1152525"/>
          <p14:tracePt t="1934" x="3179763" y="1139825"/>
          <p14:tracePt t="1947" x="3192463" y="1127125"/>
          <p14:tracePt t="1961" x="3198813" y="1114425"/>
          <p14:tracePt t="1968" x="3216275" y="1096963"/>
          <p14:tracePt t="1986" x="3235325" y="1077913"/>
          <p14:tracePt t="2005" x="3273425" y="1052513"/>
          <p14:tracePt t="2019" x="3297238" y="1041400"/>
          <p14:tracePt t="2028" x="3309938" y="1028700"/>
          <p14:tracePt t="2046" x="3322638" y="1028700"/>
          <p14:tracePt t="2050" x="3335338" y="1022350"/>
          <p14:tracePt t="2064" x="3340100" y="1022350"/>
          <p14:tracePt t="2069" x="3346450" y="1022350"/>
          <p14:tracePt t="2084" x="3359150" y="1016000"/>
          <p14:tracePt t="2091" x="3365500" y="1016000"/>
          <p14:tracePt t="2096" x="3371850" y="1016000"/>
          <p14:tracePt t="2110" x="3384550" y="1016000"/>
          <p14:tracePt t="2121" x="3403600" y="1009650"/>
          <p14:tracePt t="2134" x="3421063" y="1009650"/>
          <p14:tracePt t="2161" x="3440113" y="1003300"/>
          <p14:tracePt t="2172" x="3452813" y="1003300"/>
          <p14:tracePt t="2178" x="3459163" y="1003300"/>
          <p14:tracePt t="2190" x="3470275" y="1003300"/>
          <p14:tracePt t="2202" x="3482975" y="1003300"/>
          <p14:tracePt t="2207" x="3489325" y="1003300"/>
          <p14:tracePt t="2218" x="3508375" y="1009650"/>
          <p14:tracePt t="2231" x="3538538" y="1035050"/>
          <p14:tracePt t="2239" x="3570288" y="1065213"/>
          <p14:tracePt t="2251" x="3589338" y="1096963"/>
          <p14:tracePt t="2264" x="3706813" y="1244600"/>
          <p14:tracePt t="2273" x="3743325" y="1306513"/>
          <p14:tracePt t="2284" x="3775075" y="1350963"/>
          <p14:tracePt t="2305" x="3811588" y="1419225"/>
          <p14:tracePt t="2323" x="3843338" y="1498600"/>
          <p14:tracePt t="2331" x="3843338" y="1511300"/>
          <p14:tracePt t="2344" x="3849688" y="1530350"/>
          <p14:tracePt t="2350" x="3849688" y="1536700"/>
          <p14:tracePt t="2353" x="3849688" y="1543050"/>
          <p14:tracePt t="2364" x="3849688" y="1549400"/>
          <p14:tracePt t="2370" x="3849688" y="1560513"/>
          <p14:tracePt t="2385" x="3849688" y="1573213"/>
          <p14:tracePt t="2396" x="3849688" y="1579563"/>
          <p14:tracePt t="2414" x="3824288" y="1604963"/>
          <p14:tracePt t="2435" x="3798888" y="1635125"/>
          <p14:tracePt t="2444" x="3781425" y="1647825"/>
          <p14:tracePt t="2455" x="3768725" y="1679575"/>
          <p14:tracePt t="2468" x="3749675" y="1697038"/>
          <p14:tracePt t="2474" x="3743325" y="1703388"/>
          <p14:tracePt t="2487" x="3730625" y="1703388"/>
          <p14:tracePt t="2504" x="3725863" y="1703388"/>
          <p14:tracePt t="2518" x="3719513" y="1703388"/>
          <p14:tracePt t="2530" x="3713163" y="1703388"/>
          <p14:tracePt t="2535" x="3706813" y="1703388"/>
          <p14:tracePt t="2548" x="3694113" y="1697038"/>
          <p14:tracePt t="2567" x="3663950" y="1697038"/>
          <p14:tracePt t="2572" x="3644900" y="1697038"/>
          <p14:tracePt t="2594" x="3619500" y="1697038"/>
          <p14:tracePt t="2615" x="3600450" y="1703388"/>
          <p14:tracePt t="2620" x="3595688" y="1709738"/>
          <p14:tracePt t="2638" x="3563938" y="1741488"/>
          <p14:tracePt t="2643" x="3557588" y="1746250"/>
          <p14:tracePt t="2655" x="3544888" y="1752600"/>
          <p14:tracePt t="2658" x="3538538" y="1752600"/>
          <p14:tracePt t="2674" x="3533775" y="1765300"/>
          <p14:tracePt t="2684" x="3527425" y="1765300"/>
          <p14:tracePt t="2691" x="3521075" y="1765300"/>
          <p14:tracePt t="2696" x="3508375" y="1765300"/>
          <p14:tracePt t="2712" x="3489325" y="1765300"/>
          <p14:tracePt t="2715" x="3465513" y="1758950"/>
          <p14:tracePt t="2724" x="3433763" y="1758950"/>
          <p14:tracePt t="2733" x="3408363" y="1752600"/>
          <p14:tracePt t="2760" x="3278188" y="1728788"/>
          <p14:tracePt t="2775" x="3186113" y="1722438"/>
          <p14:tracePt t="2781" x="3143250" y="1722438"/>
          <p14:tracePt t="2789" x="3086100" y="1722438"/>
          <p14:tracePt t="2800" x="3036888" y="1722438"/>
          <p14:tracePt t="2811" x="3013075" y="1722438"/>
          <p14:tracePt t="2819" x="2981325" y="1722438"/>
          <p14:tracePt t="2823" x="2944813" y="1722438"/>
          <p14:tracePt t="2830" x="2906713" y="1722438"/>
          <p14:tracePt t="2848" x="2808288" y="1722438"/>
          <p14:tracePt t="2852" x="2757488" y="1722438"/>
          <p14:tracePt t="2857" x="2708275" y="1722438"/>
          <p14:tracePt t="2864" x="2640013" y="1722438"/>
          <p14:tracePt t="2877" x="2590800" y="1722438"/>
          <p14:tracePt t="2889" x="2509838" y="1709738"/>
          <p14:tracePt t="2901" x="2447925" y="1690688"/>
          <p14:tracePt t="2913" x="2392363" y="1679575"/>
          <p14:tracePt t="2929" x="2330450" y="1647825"/>
          <p14:tracePt t="2947" x="2249488" y="1604963"/>
          <p14:tracePt t="2963" x="2206625" y="1573213"/>
          <p14:tracePt t="2981" x="2151063" y="1555750"/>
          <p14:tracePt t="2991" x="2119313" y="1549400"/>
          <p14:tracePt t="2996" x="2095500" y="1549400"/>
          <p14:tracePt t="3001" x="2082800" y="1549400"/>
          <p14:tracePt t="3024" x="2027238" y="1549400"/>
          <p14:tracePt t="3029" x="2001838" y="1549400"/>
          <p14:tracePt t="3033" x="1978025" y="1549400"/>
          <p14:tracePt t="3040" x="1946275" y="1549400"/>
          <p14:tracePt t="3056" x="1920875" y="1549400"/>
          <p14:tracePt t="3060" x="1903413" y="1549400"/>
          <p14:tracePt t="3077" x="1858963" y="1560513"/>
          <p14:tracePt t="3085" x="1847850" y="1566863"/>
          <p14:tracePt t="3089" x="1828800" y="1566863"/>
          <p14:tracePt t="3106" x="1809750" y="1579563"/>
          <p14:tracePt t="3113" x="1779588" y="1585913"/>
          <p14:tracePt t="3130" x="1754188" y="1592263"/>
          <p14:tracePt t="3144" x="1735138" y="1592263"/>
          <p14:tracePt t="3150" x="1728788" y="1604963"/>
          <p14:tracePt t="3164" x="1722438" y="1604963"/>
          <p14:tracePt t="3178" x="1722438" y="1611313"/>
          <p14:tracePt t="3190" x="1717675" y="1611313"/>
          <p14:tracePt t="3200" x="1717675" y="1617663"/>
          <p14:tracePt t="3220" x="1711325" y="1628775"/>
          <p14:tracePt t="3225" x="1698625" y="1628775"/>
          <p14:tracePt t="3236" x="1698625" y="1635125"/>
          <p14:tracePt t="3247" x="1698625" y="1641475"/>
          <p14:tracePt t="3253" x="1698625" y="1654175"/>
          <p14:tracePt t="3263" x="1692275" y="1660525"/>
          <p14:tracePt t="3278" x="1692275" y="1666875"/>
          <p14:tracePt t="3294" x="1692275" y="1673225"/>
          <p14:tracePt t="3304" x="1692275" y="1679575"/>
          <p14:tracePt t="3315" x="1692275" y="1684338"/>
          <p14:tracePt t="3556" x="1704975" y="1684338"/>
          <p14:tracePt t="3603" x="1711325" y="1684338"/>
          <p14:tracePt t="3615" x="1722438" y="1684338"/>
          <p14:tracePt t="3619" x="1741488" y="1684338"/>
          <p14:tracePt t="3645" x="1790700" y="1684338"/>
          <p14:tracePt t="3657" x="1903413" y="1684338"/>
          <p14:tracePt t="3665" x="1958975" y="1684338"/>
          <p14:tracePt t="3674" x="2008188" y="1684338"/>
          <p14:tracePt t="3685" x="2076450" y="1684338"/>
          <p14:tracePt t="3691" x="2112963" y="1684338"/>
          <p14:tracePt t="3697" x="2174875" y="1673225"/>
          <p14:tracePt t="3706" x="2225675" y="1673225"/>
          <p14:tracePt t="3718" x="2281238" y="1673225"/>
          <p14:tracePt t="3730" x="2366963" y="1673225"/>
          <p14:tracePt t="3737" x="2392363" y="1673225"/>
          <p14:tracePt t="3750" x="2411413" y="1673225"/>
          <p14:tracePt t="3764" x="2424113" y="1673225"/>
          <p14:tracePt t="3770" x="2430463" y="1673225"/>
          <p14:tracePt t="3972" x="2430463" y="1666875"/>
          <p14:tracePt t="3983" x="2430463" y="1660525"/>
          <p14:tracePt t="4262" x="2430463" y="1654175"/>
          <p14:tracePt t="4317" x="2430463" y="1647825"/>
          <p14:tracePt t="4342" x="2486025" y="1647825"/>
          <p14:tracePt t="4352" x="2509838" y="1635125"/>
          <p14:tracePt t="4362" x="2528888" y="1635125"/>
          <p14:tracePt t="4380" x="2578100" y="1628775"/>
          <p14:tracePt t="4388" x="2622550" y="1622425"/>
          <p14:tracePt t="4392" x="2640013" y="1611313"/>
          <p14:tracePt t="4404" x="2646363" y="1611313"/>
          <p14:tracePt t="4414" x="2652713" y="1611313"/>
          <p14:tracePt t="4430" x="2665413" y="1611313"/>
          <p14:tracePt t="4460" x="2671763" y="1611313"/>
          <p14:tracePt t="4471" x="2678113" y="1611313"/>
          <p14:tracePt t="4483" x="2690813" y="1604963"/>
          <p14:tracePt t="4495" x="2727325" y="1598613"/>
          <p14:tracePt t="4505" x="2740025" y="1598613"/>
          <p14:tracePt t="4514" x="2782888" y="1579563"/>
          <p14:tracePt t="4530" x="2814638" y="1579563"/>
          <p14:tracePt t="4540" x="2825750" y="1573213"/>
          <p14:tracePt t="4550" x="2832100" y="1573213"/>
          <p14:tracePt t="5130" x="2832100" y="1555750"/>
          <p14:tracePt t="5147" x="2832100" y="1536700"/>
          <p14:tracePt t="5159" x="2832100" y="1524000"/>
          <p14:tracePt t="5172" x="2832100" y="1517650"/>
          <p14:tracePt t="5177" x="2832100" y="1511300"/>
          <p14:tracePt t="5185" x="2825750" y="1504950"/>
          <p14:tracePt t="5189" x="2825750" y="1498600"/>
          <p14:tracePt t="5196" x="2825750" y="1492250"/>
          <p14:tracePt t="5218" x="2820988" y="1487488"/>
          <p14:tracePt t="5224" x="2820988" y="1481138"/>
          <p14:tracePt t="5237" x="2808288" y="1468438"/>
          <p14:tracePt t="5247" x="2808288" y="1462088"/>
          <p14:tracePt t="5265" x="2801938" y="1449388"/>
          <p14:tracePt t="5280" x="2795588" y="1443038"/>
          <p14:tracePt t="5299" x="2789238" y="1419225"/>
          <p14:tracePt t="5323" x="2789238" y="1412875"/>
          <p14:tracePt t="5371" x="2782888" y="1412875"/>
          <p14:tracePt t="5422" x="2782888" y="1406525"/>
          <p14:tracePt t="5443" x="2782888" y="1400175"/>
          <p14:tracePt t="5459" x="2782888" y="1393825"/>
          <p14:tracePt t="5675" x="2782888" y="1406525"/>
          <p14:tracePt t="5691" x="2782888" y="1443038"/>
          <p14:tracePt t="5702" x="2782888" y="1468438"/>
          <p14:tracePt t="5716" x="2782888" y="1543050"/>
          <p14:tracePt t="5731" x="2782888" y="1573213"/>
          <p14:tracePt t="5755" x="2770188" y="1628775"/>
          <p14:tracePt t="5774" x="2770188" y="1647825"/>
          <p14:tracePt t="5780" x="2770188" y="1666875"/>
          <p14:tracePt t="5799" x="2770188" y="1684338"/>
          <p14:tracePt t="5813" x="2770188" y="1697038"/>
          <p14:tracePt t="5834" x="2770188" y="1709738"/>
          <p14:tracePt t="7033" x="2770188" y="1697038"/>
          <p14:tracePt t="7045" x="2770188" y="1666875"/>
          <p14:tracePt t="7060" x="2770188" y="1641475"/>
          <p14:tracePt t="7077" x="2752725" y="1549400"/>
          <p14:tracePt t="7084" x="2752725" y="1524000"/>
          <p14:tracePt t="7095" x="2752725" y="1498600"/>
          <p14:tracePt t="7110" x="2752725" y="1481138"/>
          <p14:tracePt t="7171" x="2752725" y="1474788"/>
          <p14:tracePt t="7544" x="2752725" y="1468438"/>
          <p14:tracePt t="7559" x="2752725" y="1462088"/>
          <p14:tracePt t="7573" x="2757488" y="1455738"/>
          <p14:tracePt t="7586" x="2757488" y="1449388"/>
          <p14:tracePt t="7598" x="2763838" y="1449388"/>
          <p14:tracePt t="7605" x="2763838" y="1436688"/>
          <p14:tracePt t="7614" x="2770188" y="1430338"/>
          <p14:tracePt t="7630" x="2770188" y="1425575"/>
          <p14:tracePt t="7649" x="2776538" y="1419225"/>
          <p14:tracePt t="7759" x="2776538" y="1412875"/>
          <p14:tracePt t="7774" x="2782888" y="1406525"/>
          <p14:tracePt t="7795" x="2782888" y="1387475"/>
          <p14:tracePt t="8296" x="2789238" y="1387475"/>
          <p14:tracePt t="8345" x="2789238" y="1393825"/>
          <p14:tracePt t="8372" x="2789238" y="1400175"/>
          <p14:tracePt t="8388" x="2795588" y="1400175"/>
          <p14:tracePt t="8444" x="2795588" y="1406525"/>
          <p14:tracePt t="8456" x="2795588" y="1412875"/>
          <p14:tracePt t="8474" x="2795588" y="1419225"/>
          <p14:tracePt t="8485" x="2808288" y="1419225"/>
          <p14:tracePt t="8497" x="2808288" y="1425575"/>
          <p14:tracePt t="8518" x="2814638" y="1430338"/>
          <p14:tracePt t="8604" x="2814638" y="1443038"/>
          <p14:tracePt t="8621" x="2814638" y="1449388"/>
          <p14:tracePt t="8638" x="2814638" y="1455738"/>
          <p14:tracePt t="8643" x="2814638" y="1462088"/>
          <p14:tracePt t="8649" x="2814638" y="1468438"/>
          <p14:tracePt t="8668" x="2814638" y="1474788"/>
          <p14:tracePt t="8677" x="2814638" y="1481138"/>
          <p14:tracePt t="8687" x="2814638" y="1492250"/>
          <p14:tracePt t="8698" x="2801938" y="1492250"/>
          <p14:tracePt t="8708" x="2795588" y="1498600"/>
          <p14:tracePt t="8718" x="2795588" y="1504950"/>
          <p14:tracePt t="8731" x="2789238" y="1504950"/>
          <p14:tracePt t="8748" x="2789238" y="1511300"/>
          <p14:tracePt t="8766" x="2782888" y="1517650"/>
          <p14:tracePt t="8774" x="2782888" y="1530350"/>
          <p14:tracePt t="8794" x="2776538" y="1543050"/>
          <p14:tracePt t="8809" x="2776538" y="1549400"/>
          <p14:tracePt t="8817" x="2770188" y="1555750"/>
          <p14:tracePt t="8832" x="2770188" y="1560513"/>
          <p14:tracePt t="8850" x="2763838" y="1566863"/>
          <p14:tracePt t="8866" x="2763838" y="1573213"/>
          <p14:tracePt t="8987" x="2763838" y="1566863"/>
          <p14:tracePt t="8998" x="2752725" y="1560513"/>
          <p14:tracePt t="9004" x="2752725" y="1543050"/>
          <p14:tracePt t="9014" x="2752725" y="1536700"/>
          <p14:tracePt t="9026" x="2746375" y="1530350"/>
          <p14:tracePt t="9035" x="2746375" y="1524000"/>
          <p14:tracePt t="9045" x="2746375" y="1511300"/>
          <p14:tracePt t="9055" x="2746375" y="1504950"/>
          <p14:tracePt t="9063" x="2746375" y="1498600"/>
          <p14:tracePt t="9075" x="2746375" y="1481138"/>
          <p14:tracePt t="9085" x="2746375" y="1474788"/>
          <p14:tracePt t="9099" x="2746375" y="1468438"/>
          <p14:tracePt t="9115" x="2746375" y="1462088"/>
          <p14:tracePt t="9133" x="2746375" y="1455738"/>
          <p14:tracePt t="9203" x="2746375" y="1449388"/>
          <p14:tracePt t="9234" x="2746375" y="1436688"/>
          <p14:tracePt t="9249" x="2746375" y="1430338"/>
          <p14:tracePt t="9635" x="2746375" y="1425575"/>
          <p14:tracePt t="9706" x="2757488" y="1425575"/>
          <p14:tracePt t="9719" x="2757488" y="1449388"/>
          <p14:tracePt t="9734" x="2763838" y="1481138"/>
          <p14:tracePt t="9740" x="2763838" y="1498600"/>
          <p14:tracePt t="9751" x="2763838" y="1511300"/>
          <p14:tracePt t="9765" x="2763838" y="1543050"/>
          <p14:tracePt t="9771" x="2763838" y="1560513"/>
          <p14:tracePt t="9788" x="2763838" y="1604963"/>
          <p14:tracePt t="9805" x="2763838" y="1617663"/>
          <p14:tracePt t="9815" x="2763838" y="1622425"/>
          <p14:tracePt t="9824" x="2763838" y="1628775"/>
          <p14:tracePt t="9829" x="2763838" y="1635125"/>
          <p14:tracePt t="9850" x="2763838" y="1647825"/>
          <p14:tracePt t="10020" x="2763838" y="1654175"/>
          <p14:tracePt t="10046" x="2763838" y="1660525"/>
          <p14:tracePt t="10060" x="2763838" y="1666875"/>
          <p14:tracePt t="10073" x="2763838" y="1673225"/>
          <p14:tracePt t="10085" x="2763838" y="1679575"/>
          <p14:tracePt t="10101" x="2763838" y="1697038"/>
          <p14:tracePt t="10116" x="2763838" y="1703388"/>
          <p14:tracePt t="10132" x="2763838" y="1709738"/>
          <p14:tracePt t="11962" x="2782888" y="1697038"/>
          <p14:tracePt t="11978" x="2844800" y="1690688"/>
          <p14:tracePt t="11994" x="2938463" y="1666875"/>
          <p14:tracePt t="12005" x="3013075" y="1666875"/>
          <p14:tracePt t="12014" x="3049588" y="1666875"/>
          <p14:tracePt t="12021" x="3111500" y="1666875"/>
          <p14:tracePt t="12032" x="3167063" y="1666875"/>
          <p14:tracePt t="12040" x="3216275" y="1666875"/>
          <p14:tracePt t="12045" x="3267075" y="1666875"/>
          <p14:tracePt t="12055" x="3284538" y="1666875"/>
          <p14:tracePt t="12067" x="3335338" y="1666875"/>
          <p14:tracePt t="12071" x="3371850" y="1666875"/>
          <p14:tracePt t="12083" x="3408363" y="1666875"/>
          <p14:tracePt t="12098" x="3489325" y="1666875"/>
          <p14:tracePt t="12117" x="3544888" y="1660525"/>
          <p14:tracePt t="12124" x="3551238" y="1660525"/>
          <p14:tracePt t="12139" x="3576638" y="1660525"/>
          <p14:tracePt t="12336" x="3570288" y="1660525"/>
          <p14:tracePt t="12355" x="3544888" y="1660525"/>
          <p14:tracePt t="12365" x="3538538" y="1660525"/>
          <p14:tracePt t="12382" x="3521075" y="1660525"/>
          <p14:tracePt t="12396" x="3508375" y="1660525"/>
          <p14:tracePt t="12404" x="3502025" y="1660525"/>
          <p14:tracePt t="12409" x="3495675" y="1660525"/>
          <p14:tracePt t="12439" x="3482975" y="1660525"/>
          <p14:tracePt t="12548" x="3476625" y="1660525"/>
          <p14:tracePt t="12560" x="3470275" y="1660525"/>
          <p14:tracePt t="12570" x="3459163" y="1660525"/>
          <p14:tracePt t="12585" x="3433763" y="1660525"/>
          <p14:tracePt t="12589" x="3421063" y="1660525"/>
          <p14:tracePt t="12594" x="3414713" y="1660525"/>
          <p14:tracePt t="12604" x="3397250" y="1660525"/>
          <p14:tracePt t="12618" x="3371850" y="1660525"/>
          <p14:tracePt t="12629" x="3359150" y="1660525"/>
          <p14:tracePt t="12641" x="3352800" y="1660525"/>
          <p14:tracePt t="12816" x="3365500" y="1660525"/>
          <p14:tracePt t="12830" x="3384550" y="1660525"/>
          <p14:tracePt t="12844" x="3440113" y="1641475"/>
          <p14:tracePt t="12856" x="3551238" y="1611313"/>
          <p14:tracePt t="12866" x="3675063" y="1573213"/>
          <p14:tracePt t="12874" x="3811588" y="1549400"/>
          <p14:tracePt t="12882" x="3960813" y="1517650"/>
          <p14:tracePt t="12897" x="4146550" y="1492250"/>
          <p14:tracePt t="12906" x="4579938" y="1443038"/>
          <p14:tracePt t="12923" x="4964113" y="1430338"/>
          <p14:tracePt t="12940" x="5275263" y="1430338"/>
          <p14:tracePt t="12948" x="5435600" y="1430338"/>
          <p14:tracePt t="12966" x="5764213" y="1436688"/>
          <p14:tracePt t="12982" x="6099175" y="1468438"/>
          <p14:tracePt t="12986" x="6278563" y="1468438"/>
          <p14:tracePt t="12998" x="6427788" y="1481138"/>
          <p14:tracePt t="13006" x="6557963" y="1492250"/>
          <p14:tracePt t="13016" x="6842125" y="1517650"/>
          <p14:tracePt t="13024" x="6942138" y="1517650"/>
          <p14:tracePt t="13033" x="7040563" y="1517650"/>
          <p14:tracePt t="13041" x="7140575" y="1517650"/>
          <p14:tracePt t="13051" x="7208838" y="1517650"/>
          <p14:tracePt t="13059" x="7277100" y="1517650"/>
          <p14:tracePt t="13068" x="7326313" y="1517650"/>
          <p14:tracePt t="13083" x="7394575" y="1530350"/>
          <p14:tracePt t="13101" x="7407275" y="1536700"/>
          <p14:tracePt t="13197" x="7407275" y="1543050"/>
          <p14:tracePt t="13212" x="7400925" y="1560513"/>
          <p14:tracePt t="13221" x="7394575" y="1566863"/>
          <p14:tracePt t="13232" x="7388225" y="1573213"/>
          <p14:tracePt t="13237" x="7381875" y="1579563"/>
          <p14:tracePt t="13252" x="7358063" y="1585913"/>
          <p14:tracePt t="13271" x="7345363" y="1585913"/>
          <p14:tracePt t="13283" x="7283450" y="1611313"/>
          <p14:tracePt t="13297" x="7258050" y="1622425"/>
          <p14:tracePt t="13304" x="7227888" y="1628775"/>
          <p14:tracePt t="13314" x="7202488" y="1628775"/>
          <p14:tracePt t="13325" x="7134225" y="1647825"/>
          <p14:tracePt t="13332" x="7108825" y="1660525"/>
          <p14:tracePt t="13340" x="7072313" y="1660525"/>
          <p14:tracePt t="13350" x="7023100" y="1666875"/>
          <p14:tracePt t="13360" x="6929438" y="1666875"/>
          <p14:tracePt t="13371" x="6905625" y="1666875"/>
          <p14:tracePt t="13382" x="6867525" y="1666875"/>
          <p14:tracePt t="13386" x="6818313" y="1666875"/>
          <p14:tracePt t="13399" x="6743700" y="1666875"/>
          <p14:tracePt t="13416" x="6700838" y="1666875"/>
          <p14:tracePt t="13425" x="6694488" y="1666875"/>
          <p14:tracePt t="13443" x="6675438" y="1666875"/>
          <p14:tracePt t="13454" x="6669088" y="1666875"/>
          <p14:tracePt t="13466" x="6662738" y="1666875"/>
          <p14:tracePt t="13485" x="6656388" y="1660525"/>
          <p14:tracePt t="13500" x="6632575" y="1628775"/>
          <p14:tracePt t="13505" x="6613525" y="1611313"/>
          <p14:tracePt t="13526" x="6577013" y="1573213"/>
          <p14:tracePt t="13535" x="6564313" y="1555750"/>
          <p14:tracePt t="13549" x="6545263" y="1543050"/>
          <p14:tracePt t="13566" x="6538913" y="1536700"/>
          <p14:tracePt t="13584" x="6538913" y="1530350"/>
          <p14:tracePt t="13588" x="6538913" y="1517650"/>
          <p14:tracePt t="13598" x="6545263" y="1517650"/>
          <p14:tracePt t="13605" x="6564313" y="1511300"/>
          <p14:tracePt t="13622" x="6619875" y="1504950"/>
          <p14:tracePt t="13633" x="6645275" y="1504950"/>
          <p14:tracePt t="13649" x="6762750" y="1504950"/>
          <p14:tracePt t="13666" x="7010400" y="1492250"/>
          <p14:tracePt t="13682" x="7165975" y="1492250"/>
          <p14:tracePt t="13700" x="7258050" y="1492250"/>
          <p14:tracePt t="13710" x="7283450" y="1492250"/>
          <p14:tracePt t="13718" x="7319963" y="1492250"/>
          <p14:tracePt t="13725" x="7326313" y="1498600"/>
          <p14:tracePt t="13744" x="7332663" y="1504950"/>
          <p14:tracePt t="13761" x="7332663" y="1517650"/>
          <p14:tracePt t="13770" x="7332663" y="1524000"/>
          <p14:tracePt t="13784" x="7332663" y="1530350"/>
          <p14:tracePt t="13799" x="7332663" y="1543050"/>
          <p14:tracePt t="13817" x="7326313" y="1549400"/>
          <p14:tracePt t="13832" x="7319963" y="1566863"/>
          <p14:tracePt t="13852" x="7313613" y="1579563"/>
          <p14:tracePt t="13866" x="7307263" y="1585913"/>
          <p14:tracePt t="13882" x="7307263" y="1592263"/>
          <p14:tracePt t="13899" x="7307263" y="1598613"/>
          <p14:tracePt t="13915" x="7307263" y="1604963"/>
          <p14:tracePt t="13934" x="7307263" y="1617663"/>
          <p14:tracePt t="13938" x="7307263" y="1622425"/>
          <p14:tracePt t="13954" x="7307263" y="1628775"/>
          <p14:tracePt t="13977" x="7307263" y="1635125"/>
          <p14:tracePt t="14059" x="7300913" y="1641475"/>
          <p14:tracePt t="14073" x="7239000" y="1660525"/>
          <p14:tracePt t="14091" x="7170738" y="1679575"/>
          <p14:tracePt t="14107" x="7108825" y="1684338"/>
          <p14:tracePt t="14115" x="7078663" y="1697038"/>
          <p14:tracePt t="14129" x="7029450" y="1697038"/>
          <p14:tracePt t="14139" x="6948488" y="1709738"/>
          <p14:tracePt t="14144" x="6923088" y="1709738"/>
          <p14:tracePt t="14153" x="6905625" y="1709738"/>
          <p14:tracePt t="14165" x="6880225" y="1709738"/>
          <p14:tracePt t="14168" x="6873875" y="1709738"/>
          <p14:tracePt t="14186" x="6848475" y="1709738"/>
          <p14:tracePt t="14200" x="6842125" y="1697038"/>
          <p14:tracePt t="14222" x="6837363" y="1690688"/>
          <p14:tracePt t="14233" x="6824663" y="1684338"/>
          <p14:tracePt t="14250" x="6799263" y="1673225"/>
          <p14:tracePt t="14266" x="6769100" y="1660525"/>
          <p14:tracePt t="14285" x="6743700" y="1635125"/>
          <p14:tracePt t="14301" x="6731000" y="1628775"/>
          <p14:tracePt t="14307" x="6718300" y="1622425"/>
          <p14:tracePt t="14332" x="6707188" y="1592263"/>
          <p14:tracePt t="14339" x="6700838" y="1573213"/>
          <p14:tracePt t="14349" x="6700838" y="1560513"/>
          <p14:tracePt t="14361" x="6700838" y="1543050"/>
          <p14:tracePt t="14366" x="6700838" y="1536700"/>
          <p14:tracePt t="14371" x="6700838" y="1524000"/>
          <p14:tracePt t="14393" x="6743700" y="1481138"/>
          <p14:tracePt t="14400" x="6769100" y="1462088"/>
          <p14:tracePt t="14409" x="6811963" y="1449388"/>
          <p14:tracePt t="14419" x="6848475" y="1430338"/>
          <p14:tracePt t="14434" x="6892925" y="1425575"/>
          <p14:tracePt t="14452" x="6954838" y="1412875"/>
          <p14:tracePt t="14456" x="6972300" y="1412875"/>
          <p14:tracePt t="14465" x="6997700" y="1412875"/>
          <p14:tracePt t="14483" x="7046913" y="1412875"/>
          <p14:tracePt t="14490" x="7078663" y="1412875"/>
          <p14:tracePt t="14504" x="7115175" y="1412875"/>
          <p14:tracePt t="14518" x="7165975" y="1412875"/>
          <p14:tracePt t="14535" x="7202488" y="1412875"/>
          <p14:tracePt t="14538" x="7232650" y="1419225"/>
          <p14:tracePt t="14549" x="7245350" y="1419225"/>
          <p14:tracePt t="14552" x="7277100" y="1425575"/>
          <p14:tracePt t="14572" x="7296150" y="1430338"/>
          <p14:tracePt t="14578" x="7300913" y="1436688"/>
          <p14:tracePt t="14585" x="7313613" y="1449388"/>
          <p14:tracePt t="14597" x="7319963" y="1455738"/>
          <p14:tracePt t="14605" x="7319963" y="1462088"/>
          <p14:tracePt t="14614" x="7326313" y="1468438"/>
          <p14:tracePt t="14629" x="7326313" y="1474788"/>
          <p14:tracePt t="14641" x="7332663" y="1474788"/>
          <p14:tracePt t="14748" x="7339013" y="1474788"/>
          <p14:tracePt t="14891" x="7345363" y="1474788"/>
          <p14:tracePt t="14954" x="7351713" y="1468438"/>
          <p14:tracePt t="14966" x="7362825" y="1443038"/>
          <p14:tracePt t="14974" x="7362825" y="1436688"/>
          <p14:tracePt t="14988" x="7362825" y="1412875"/>
          <p14:tracePt t="15000" x="7369175" y="1387475"/>
          <p14:tracePt t="15018" x="7375525" y="1374775"/>
          <p14:tracePt t="16216" x="7413625" y="1400175"/>
          <p14:tracePt t="16230" x="7493000" y="1530350"/>
          <p14:tracePt t="16247" x="7518400" y="1579563"/>
          <p14:tracePt t="16257" x="7518400" y="1592263"/>
          <p14:tracePt t="16273" x="7475538" y="1647825"/>
          <p14:tracePt t="16285" x="7475538" y="1654175"/>
          <p14:tracePt t="16288" x="7469188" y="1666875"/>
          <p14:tracePt t="16301" x="7450138" y="1684338"/>
          <p14:tracePt t="16317" x="7424738" y="1722438"/>
          <p14:tracePt t="16320" x="7400925" y="1746250"/>
          <p14:tracePt t="16334" x="7381875" y="1765300"/>
          <p14:tracePt t="16337" x="7351713" y="1784350"/>
          <p14:tracePt t="16348" x="7326313" y="1803400"/>
          <p14:tracePt t="16366" x="7232650" y="1858963"/>
          <p14:tracePt t="16385" x="7115175" y="1895475"/>
          <p14:tracePt t="16401" x="7059613" y="1901825"/>
          <p14:tracePt t="16411" x="7040563" y="1901825"/>
          <p14:tracePt t="16417" x="7029450" y="1901825"/>
          <p14:tracePt t="16430" x="7023100" y="1901825"/>
          <p14:tracePt t="16442" x="7004050" y="1901825"/>
          <p14:tracePt t="16457" x="6997700" y="1901825"/>
          <p14:tracePt t="16466" x="6991350" y="1901825"/>
          <p14:tracePt t="16485" x="6985000" y="1901825"/>
          <p14:tracePt t="16501" x="6961188" y="1895475"/>
          <p14:tracePt t="16517" x="6948488" y="1889125"/>
          <p14:tracePt t="16525" x="6929438" y="1882775"/>
          <p14:tracePt t="16533" x="6923088" y="1871663"/>
          <p14:tracePt t="16539" x="6916738" y="1865313"/>
          <p14:tracePt t="16555" x="6905625" y="1858963"/>
          <p14:tracePt t="16564" x="6899275" y="1852613"/>
          <p14:tracePt t="16579" x="6892925" y="1839913"/>
          <p14:tracePt t="16595" x="6892925" y="1833563"/>
          <p14:tracePt t="16617" x="6886575" y="1827213"/>
          <p14:tracePt t="16661" x="6886575" y="1814513"/>
          <p14:tracePt t="16682" x="6873875" y="1809750"/>
          <p14:tracePt t="17055" x="6873875" y="1803400"/>
          <p14:tracePt t="17067" x="6880225" y="1803400"/>
          <p14:tracePt t="17080" x="6929438" y="1803400"/>
          <p14:tracePt t="17091" x="6991350" y="1803400"/>
          <p14:tracePt t="17100" x="7040563" y="1803400"/>
          <p14:tracePt t="17103" x="7078663" y="1803400"/>
          <p14:tracePt t="17118" x="7196138" y="1803400"/>
          <p14:tracePt t="17126" x="7362825" y="1790700"/>
          <p14:tracePt t="17134" x="7493000" y="1778000"/>
          <p14:tracePt t="17142" x="7642225" y="1765300"/>
          <p14:tracePt t="17148" x="7791450" y="1746250"/>
          <p14:tracePt t="17154" x="7927975" y="1735138"/>
          <p14:tracePt t="17166" x="8058150" y="1722438"/>
          <p14:tracePt t="17171" x="8143875" y="1722438"/>
          <p14:tracePt t="17175" x="8156575" y="1722438"/>
          <p14:tracePt t="17185" x="8175625" y="1722438"/>
          <p14:tracePt t="17200" x="8181975" y="1722438"/>
          <p14:tracePt t="17249" x="8181975" y="1735138"/>
          <p14:tracePt t="17257" x="8156575" y="1741488"/>
          <p14:tracePt t="17267" x="8132763" y="1746250"/>
          <p14:tracePt t="17285" x="8075613" y="1765300"/>
          <p14:tracePt t="17289" x="8026400" y="1778000"/>
          <p14:tracePt t="17309" x="7927975" y="1803400"/>
          <p14:tracePt t="17327" x="7804150" y="1820863"/>
          <p14:tracePt t="17333" x="7704138" y="1833563"/>
          <p14:tracePt t="17338" x="7605713" y="1846263"/>
          <p14:tracePt t="17354" x="7431088" y="1871663"/>
          <p14:tracePt t="17368" x="7251700" y="1871663"/>
          <p14:tracePt t="17386" x="7115175" y="1871663"/>
          <p14:tracePt t="17393" x="7065963" y="1871663"/>
          <p14:tracePt t="17401" x="7035800" y="1871663"/>
          <p14:tracePt t="17421" x="7004050" y="1852613"/>
          <p14:tracePt t="17443" x="6978650" y="1839913"/>
          <p14:tracePt t="17449" x="6967538" y="1820863"/>
          <p14:tracePt t="17467" x="6967538" y="1814513"/>
          <p14:tracePt t="17474" x="6961188" y="1814513"/>
          <p14:tracePt t="17500" x="6961188" y="1809750"/>
          <p14:tracePt t="17530" x="6961188" y="1803400"/>
          <p14:tracePt t="17554" x="6948488" y="1797050"/>
          <p14:tracePt t="17591" x="6948488" y="1790700"/>
          <p14:tracePt t="17601" x="6942138" y="1790700"/>
          <p14:tracePt t="17614" x="6935788" y="1778000"/>
          <p14:tracePt t="17624" x="6929438" y="1778000"/>
          <p14:tracePt t="17634" x="6923088" y="1771650"/>
          <p14:tracePt t="17655" x="6916738" y="1765300"/>
          <p14:tracePt t="17661" x="6910388" y="1758950"/>
          <p14:tracePt t="17674" x="6899275" y="1752600"/>
          <p14:tracePt t="17684" x="6892925" y="1752600"/>
          <p14:tracePt t="18264" x="6892925" y="1746250"/>
          <p14:tracePt t="18283" x="6905625" y="1746250"/>
          <p14:tracePt t="18296" x="6905625" y="1741488"/>
          <p14:tracePt t="18323" x="6910388" y="1741488"/>
          <p14:tracePt t="18333" x="6910388" y="1728788"/>
          <p14:tracePt t="18821" x="6916738" y="1728788"/>
          <p14:tracePt t="18837" x="6923088" y="1728788"/>
          <p14:tracePt t="18854" x="6948488" y="1728788"/>
          <p14:tracePt t="18860" x="6954838" y="1728788"/>
          <p14:tracePt t="18871" x="7040563" y="1728788"/>
          <p14:tracePt t="18884" x="7091363" y="1728788"/>
          <p14:tracePt t="18888" x="7140575" y="1728788"/>
          <p14:tracePt t="18901" x="7289800" y="1728788"/>
          <p14:tracePt t="18917" x="7908925" y="1709738"/>
          <p14:tracePt t="18934" x="8999538" y="1641475"/>
          <p14:tracePt t="18938" x="9575800" y="1622425"/>
          <p14:tracePt t="18950" x="10115550" y="1598613"/>
          <p14:tracePt t="18955" x="10623550" y="1598613"/>
          <p14:tracePt t="18962" x="10995025" y="1598613"/>
          <p14:tracePt t="18969" x="11368088" y="1598613"/>
          <p14:tracePt t="18981" x="11671300" y="1598613"/>
          <p14:tracePt t="19206" x="12012613" y="1735138"/>
          <p14:tracePt t="19220" x="11795125" y="1735138"/>
          <p14:tracePt t="19231" x="11652250" y="1735138"/>
          <p14:tracePt t="19238" x="11504613" y="1735138"/>
          <p14:tracePt t="19250" x="11237913" y="1735138"/>
          <p14:tracePt t="19258" x="11107738" y="1735138"/>
          <p14:tracePt t="19268" x="10990263" y="1735138"/>
          <p14:tracePt t="19272" x="10841038" y="1735138"/>
          <p14:tracePt t="19282" x="10729913" y="1735138"/>
          <p14:tracePt t="19290" x="10593388" y="1728788"/>
          <p14:tracePt t="19300" x="10474325" y="1716088"/>
          <p14:tracePt t="19320" x="10233025" y="1628775"/>
          <p14:tracePt t="19335" x="10158413" y="1592263"/>
          <p14:tracePt t="19340" x="10128250" y="1560513"/>
          <p14:tracePt t="19345" x="10102850" y="1536700"/>
          <p14:tracePt t="19356" x="10102850" y="1517650"/>
          <p14:tracePt t="19369" x="10090150" y="1468438"/>
          <p14:tracePt t="19376" x="10090150" y="1436688"/>
          <p14:tracePt t="19390" x="10090150" y="1425575"/>
          <p14:tracePt t="19401" x="10109200" y="1368425"/>
          <p14:tracePt t="19411" x="10121900" y="1350963"/>
          <p14:tracePt t="19418" x="10128250" y="1331913"/>
          <p14:tracePt t="19428" x="10147300" y="1312863"/>
          <p14:tracePt t="19436" x="10152063" y="1306513"/>
          <p14:tracePt t="19450" x="10158413" y="1295400"/>
          <p14:tracePt t="19467" x="10164763" y="1282700"/>
          <p14:tracePt t="19485" x="10183813" y="1263650"/>
          <p14:tracePt t="19491" x="10190163" y="1257300"/>
          <p14:tracePt t="19499" x="10202863" y="1250950"/>
          <p14:tracePt t="19507" x="10209213" y="1244600"/>
          <p14:tracePt t="19523" x="10209213" y="1238250"/>
          <p14:tracePt t="19595" x="10202863" y="1244600"/>
          <p14:tracePt t="19605" x="10196513" y="1250950"/>
          <p14:tracePt t="19610" x="10190163" y="1250950"/>
          <p14:tracePt t="19628" x="10177463" y="1263650"/>
          <p14:tracePt t="19640" x="10164763" y="1263650"/>
          <p14:tracePt t="19644" x="10158413" y="1276350"/>
          <p14:tracePt t="19652" x="10152063" y="1276350"/>
          <p14:tracePt t="19668" x="10140950" y="1295400"/>
          <p14:tracePt t="19675" x="10134600" y="1295400"/>
          <p14:tracePt t="19684" x="10134600" y="1301750"/>
          <p14:tracePt t="19695" x="10121900" y="1319213"/>
          <p14:tracePt t="19702" x="10115550" y="1325563"/>
          <p14:tracePt t="19712" x="10109200" y="1350963"/>
          <p14:tracePt t="19718" x="10102850" y="1368425"/>
          <p14:tracePt t="19725" x="10090150" y="1381125"/>
          <p14:tracePt t="19733" x="10072688" y="1400175"/>
          <p14:tracePt t="19743" x="10066338" y="1419225"/>
          <p14:tracePt t="19750" x="10066338" y="1425575"/>
          <p14:tracePt t="19754" x="10059988" y="1430338"/>
          <p14:tracePt t="19772" x="10053638" y="1436688"/>
          <p14:tracePt t="19794" x="10047288" y="1449388"/>
          <p14:tracePt t="19811" x="10047288" y="1455738"/>
          <p14:tracePt t="19823" x="10034588" y="1462088"/>
          <p14:tracePt t="19834" x="10028238" y="1468438"/>
          <p14:tracePt t="19850" x="10017125" y="1474788"/>
          <p14:tracePt t="19867" x="10004425" y="1481138"/>
          <p14:tracePt t="19873" x="9991725" y="1487488"/>
          <p14:tracePt t="19884" x="9979025" y="1498600"/>
          <p14:tracePt t="19891" x="9972675" y="1504950"/>
          <p14:tracePt t="19900" x="9955213" y="1504950"/>
          <p14:tracePt t="19913" x="9948863" y="1504950"/>
          <p14:tracePt t="19922" x="9936163" y="1511300"/>
          <p14:tracePt t="19929" x="9929813" y="1517650"/>
          <p14:tracePt t="19940" x="9910763" y="1517650"/>
          <p14:tracePt t="19950" x="9898063" y="1524000"/>
          <p14:tracePt t="19955" x="9880600" y="1524000"/>
          <p14:tracePt t="19968" x="9848850" y="1543050"/>
          <p14:tracePt t="19986" x="9812338" y="1549400"/>
          <p14:tracePt t="19993" x="9786938" y="1560513"/>
          <p14:tracePt t="20002" x="9767888" y="1560513"/>
          <p14:tracePt t="20013" x="9761538" y="1566863"/>
          <p14:tracePt t="20020" x="9756775" y="1566863"/>
          <p14:tracePt t="20024" x="9750425" y="1573213"/>
          <p14:tracePt t="20058" x="9744075" y="1573213"/>
          <p14:tracePt t="20067" x="9744075" y="1579563"/>
          <p14:tracePt t="20091" x="9737725" y="1592263"/>
          <p14:tracePt t="20100" x="9737725" y="1598613"/>
          <p14:tracePt t="20106" x="9725025" y="1598613"/>
          <p14:tracePt t="20118" x="9725025" y="1604963"/>
          <p14:tracePt t="20132" x="9718675" y="1617663"/>
          <p14:tracePt t="20140" x="9712325" y="1635125"/>
          <p14:tracePt t="20144" x="9705975" y="1641475"/>
          <p14:tracePt t="20153" x="9705975" y="1647825"/>
          <p14:tracePt t="20167" x="9699625" y="1654175"/>
          <p14:tracePt t="20185" x="9694863" y="1666875"/>
          <p14:tracePt t="20205" x="9688513" y="1673225"/>
          <p14:tracePt t="20215" x="9688513" y="1684338"/>
          <p14:tracePt t="20221" x="9688513" y="1690688"/>
          <p14:tracePt t="20235" x="9688513" y="1697038"/>
          <p14:tracePt t="20250" x="9675813" y="1697038"/>
          <p14:tracePt t="20265" x="9675813" y="1703388"/>
          <p14:tracePt t="20332" x="9675813" y="1709738"/>
          <p14:tracePt t="20448" x="9669463" y="1709738"/>
          <p14:tracePt t="20476" x="9663113" y="1709738"/>
          <p14:tracePt t="20896" x="9669463" y="1709738"/>
          <p14:tracePt t="20906" x="9682163" y="1709738"/>
          <p14:tracePt t="20921" x="9688513" y="1709738"/>
          <p14:tracePt t="20928" x="9699625" y="1728788"/>
          <p14:tracePt t="20934" x="9705975" y="1735138"/>
          <p14:tracePt t="20946" x="9731375" y="1765300"/>
          <p14:tracePt t="20954" x="9744075" y="1771650"/>
          <p14:tracePt t="20968" x="9750425" y="1797050"/>
          <p14:tracePt t="20977" x="9756775" y="1797050"/>
          <p14:tracePt t="20985" x="9756775" y="1803400"/>
          <p14:tracePt t="20995" x="9756775" y="1809750"/>
          <p14:tracePt t="21009" x="9761538" y="1809750"/>
          <p14:tracePt t="21084" x="9761538" y="1814513"/>
          <p14:tracePt t="21115" x="9761538" y="1820863"/>
          <p14:tracePt t="21149" x="9761538" y="1833563"/>
          <p14:tracePt t="21163" x="9761538" y="1846263"/>
          <p14:tracePt t="21179" x="9761538" y="1852613"/>
          <p14:tracePt t="21190" x="9761538" y="1858963"/>
          <p14:tracePt t="21201" x="9761538" y="1865313"/>
          <p14:tracePt t="21218" x="9761538" y="1871663"/>
          <p14:tracePt t="21235" x="9756775" y="1876425"/>
          <p14:tracePt t="21278" x="9756775" y="1889125"/>
          <p14:tracePt t="21406" x="9750425" y="1882775"/>
          <p14:tracePt t="21419" x="9737725" y="1871663"/>
          <p14:tracePt t="21433" x="9737725" y="1865313"/>
          <p14:tracePt t="21436" x="9731375" y="1858963"/>
          <p14:tracePt t="21441" x="9731375" y="1852613"/>
          <p14:tracePt t="21450" x="9731375" y="1846263"/>
          <p14:tracePt t="21465" x="9731375" y="1820863"/>
          <p14:tracePt t="21481" x="9737725" y="1809750"/>
          <p14:tracePt t="21493" x="9737725" y="1797050"/>
          <p14:tracePt t="21501" x="9737725" y="1790700"/>
          <p14:tracePt t="21515" x="9737725" y="1784350"/>
          <p14:tracePt t="21526" x="9737725" y="1778000"/>
          <p14:tracePt t="21532" x="9744075" y="1771650"/>
          <p14:tracePt t="22806" x="9744075" y="1765300"/>
          <p14:tracePt t="22818" x="9744075" y="1758950"/>
          <p14:tracePt t="22829" x="9744075" y="1746250"/>
          <p14:tracePt t="23045" x="9750425" y="1735138"/>
          <p14:tracePt t="23055" x="9750425" y="1728788"/>
          <p14:tracePt t="23071" x="9750425" y="1722438"/>
          <p14:tracePt t="23078" x="9750425" y="1716088"/>
          <p14:tracePt t="23087" x="9756775" y="1703388"/>
          <p14:tracePt t="23102" x="9756775" y="1697038"/>
          <p14:tracePt t="23123" x="9756775" y="1690688"/>
          <p14:tracePt t="23137" x="9761538" y="1690688"/>
          <p14:tracePt t="23152" x="9761538" y="1684338"/>
          <p14:tracePt t="23167" x="9767888" y="1684338"/>
          <p14:tracePt t="23185" x="9767888" y="1679575"/>
          <p14:tracePt t="23444" x="9767888" y="1673225"/>
          <p14:tracePt t="24475" x="9780588" y="1673225"/>
          <p14:tracePt t="24486" x="9780588" y="1666875"/>
          <p14:tracePt t="24496" x="9786938" y="1666875"/>
          <p14:tracePt t="24516" x="9793288" y="1654175"/>
          <p14:tracePt t="24534" x="9799638" y="1647825"/>
          <p14:tracePt t="24550" x="9799638" y="1641475"/>
          <p14:tracePt t="24561" x="9805988" y="1635125"/>
          <p14:tracePt t="24568" x="9812338" y="1635125"/>
          <p14:tracePt t="24587" x="9812338" y="1628775"/>
          <p14:tracePt t="24604" x="9818688" y="1628775"/>
          <p14:tracePt t="24807" x="9818688" y="1622425"/>
          <p14:tracePt t="24908" x="9829800" y="1622425"/>
          <p14:tracePt t="25496" x="9829800" y="1617663"/>
          <p14:tracePt t="25510" x="9829800" y="1592263"/>
          <p14:tracePt t="25527" x="9829800" y="1585913"/>
          <p14:tracePt t="25531" x="9829800" y="1579563"/>
          <p14:tracePt t="25665" x="9829800" y="1573213"/>
          <p14:tracePt t="25682" x="9836150" y="1566863"/>
          <p14:tracePt t="25706" x="9836150" y="1555750"/>
          <p14:tracePt t="25734" x="9836150" y="1549400"/>
          <p14:tracePt t="25751" x="9836150" y="1536700"/>
          <p14:tracePt t="25761" x="9836150" y="1504950"/>
          <p14:tracePt t="25771" x="9836150" y="1498600"/>
          <p14:tracePt t="25776" x="9836150" y="1481138"/>
          <p14:tracePt t="25787" x="9829800" y="1468438"/>
          <p14:tracePt t="25803" x="9829800" y="1462088"/>
          <p14:tracePt t="25819" x="9825038" y="1443038"/>
          <p14:tracePt t="25825" x="9825038" y="1436688"/>
          <p14:tracePt t="25837" x="9825038" y="1425575"/>
          <p14:tracePt t="25854" x="9825038" y="1406525"/>
          <p14:tracePt t="25860" x="9836150" y="1393825"/>
          <p14:tracePt t="25875" x="9848850" y="1381125"/>
          <p14:tracePt t="25885" x="9848850" y="1374775"/>
          <p14:tracePt t="25888" x="9861550" y="1363663"/>
          <p14:tracePt t="25901" x="9867900" y="1357313"/>
          <p14:tracePt t="25918" x="9886950" y="1350963"/>
          <p14:tracePt t="25935" x="9891713" y="1350963"/>
          <p14:tracePt t="25955" x="9904413" y="1350963"/>
          <p14:tracePt t="25968" x="9936163" y="1344613"/>
          <p14:tracePt t="25991" x="9972675" y="1325563"/>
          <p14:tracePt t="25996" x="9985375" y="1319213"/>
          <p14:tracePt t="26004" x="10004425" y="1306513"/>
          <p14:tracePt t="26021" x="10028238" y="1301750"/>
          <p14:tracePt t="26027" x="10040938" y="1295400"/>
          <p14:tracePt t="26035" x="10072688" y="1295400"/>
          <p14:tracePt t="26044" x="10079038" y="1295400"/>
          <p14:tracePt t="26056" x="10096500" y="1282700"/>
          <p14:tracePt t="26069" x="10109200" y="1282700"/>
          <p14:tracePt t="26073" x="10115550" y="1282700"/>
          <p14:tracePt t="26086" x="10121900" y="1282700"/>
          <p14:tracePt t="26089" x="10128250" y="1282700"/>
          <p14:tracePt t="26101" x="10140950" y="1289050"/>
          <p14:tracePt t="26104" x="10152063" y="1289050"/>
          <p14:tracePt t="26118" x="10158413" y="1289050"/>
          <p14:tracePt t="26228" x="10164763" y="1289050"/>
          <p14:tracePt t="26241" x="10177463" y="1289050"/>
          <p14:tracePt t="26259" x="10183813" y="1289050"/>
          <p14:tracePt t="26273" x="10190163" y="1289050"/>
          <p14:tracePt t="26339" x="10183813" y="1301750"/>
          <p14:tracePt t="26351" x="10164763" y="1331913"/>
          <p14:tracePt t="26358" x="10134600" y="1387475"/>
          <p14:tracePt t="26364" x="10096500" y="1430338"/>
          <p14:tracePt t="26382" x="10059988" y="1487488"/>
          <p14:tracePt t="26395" x="9955213" y="1604963"/>
          <p14:tracePt t="26402" x="9923463" y="1622425"/>
          <p14:tracePt t="26418" x="9861550" y="1654175"/>
          <p14:tracePt t="26425" x="9731375" y="1716088"/>
          <p14:tracePt t="26438" x="9626600" y="1752600"/>
          <p14:tracePt t="26450" x="9539288" y="1778000"/>
          <p14:tracePt t="26461" x="9402763" y="1803400"/>
          <p14:tracePt t="26468" x="9285288" y="1820863"/>
          <p14:tracePt t="26472" x="9048750" y="1846263"/>
          <p14:tracePt t="26481" x="8937625" y="1846263"/>
          <p14:tracePt t="26490" x="8807450" y="1846263"/>
          <p14:tracePt t="26504" x="8628063" y="1846263"/>
          <p14:tracePt t="26510" x="8478838" y="1846263"/>
          <p14:tracePt t="26513" x="8342313" y="1839913"/>
          <p14:tracePt t="26520" x="8212138" y="1820863"/>
          <p14:tracePt t="26538" x="7915275" y="1797050"/>
          <p14:tracePt t="26548" x="7778750" y="1784350"/>
          <p14:tracePt t="26554" x="7661275" y="1758950"/>
          <p14:tracePt t="26560" x="7561263" y="1746250"/>
          <p14:tracePt t="26570" x="7456488" y="1716088"/>
          <p14:tracePt t="26586" x="7232650" y="1654175"/>
          <p14:tracePt t="26603" x="7059613" y="1579563"/>
          <p14:tracePt t="26625" x="6899275" y="1487488"/>
          <p14:tracePt t="26643" x="6854825" y="1449388"/>
          <p14:tracePt t="26654" x="6837363" y="1430338"/>
          <p14:tracePt t="26666" x="6824663" y="1419225"/>
          <p14:tracePt t="26680" x="6824663" y="1412875"/>
          <p14:tracePt t="26696" x="6824663" y="1406525"/>
          <p14:tracePt t="26706" x="6824663" y="1400175"/>
          <p14:tracePt t="26719" x="6831013" y="1381125"/>
          <p14:tracePt t="26739" x="6929438" y="1331913"/>
          <p14:tracePt t="26749" x="6967538" y="1319213"/>
          <p14:tracePt t="26756" x="7004050" y="1312863"/>
          <p14:tracePt t="26765" x="7078663" y="1289050"/>
          <p14:tracePt t="26774" x="7165975" y="1263650"/>
          <p14:tracePt t="26779" x="7283450" y="1238250"/>
          <p14:tracePt t="26789" x="7413625" y="1220788"/>
          <p14:tracePt t="26803" x="7729538" y="1195388"/>
          <p14:tracePt t="26818" x="8026400" y="1195388"/>
          <p14:tracePt t="26838" x="8237538" y="1195388"/>
          <p14:tracePt t="26841" x="8355013" y="1195388"/>
          <p14:tracePt t="26852" x="8442325" y="1201738"/>
          <p14:tracePt t="26858" x="8455025" y="1208088"/>
          <p14:tracePt t="26870" x="8485188" y="1227138"/>
          <p14:tracePt t="26875" x="8491538" y="1238250"/>
          <p14:tracePt t="26884" x="8491538" y="1244600"/>
          <p14:tracePt t="26894" x="8491538" y="1250950"/>
          <p14:tracePt t="26900" x="8491538" y="1257300"/>
          <p14:tracePt t="26914" x="8491538" y="1282700"/>
          <p14:tracePt t="26928" x="8461375" y="1325563"/>
          <p14:tracePt t="26935" x="8410575" y="1357313"/>
          <p14:tracePt t="26953" x="8367713" y="1374775"/>
          <p14:tracePt t="26971" x="8212138" y="1430338"/>
          <p14:tracePt t="26994" x="7977188" y="1468438"/>
          <p14:tracePt t="27001" x="7878763" y="1481138"/>
          <p14:tracePt t="27014" x="7772400" y="1492250"/>
          <p14:tracePt t="27019" x="7642225" y="1504950"/>
          <p14:tracePt t="27027" x="7524750" y="1504950"/>
          <p14:tracePt t="27037" x="7375525" y="1517650"/>
          <p14:tracePt t="27044" x="7245350" y="1517650"/>
          <p14:tracePt t="27052" x="7127875" y="1517650"/>
          <p14:tracePt t="27062" x="7016750" y="1517650"/>
          <p14:tracePt t="27068" x="6929438" y="1517650"/>
          <p14:tracePt t="27077" x="6818313" y="1517650"/>
          <p14:tracePt t="27085" x="6718300" y="1517650"/>
          <p14:tracePt t="27104" x="6577013" y="1517650"/>
          <p14:tracePt t="27108" x="6526213" y="1504950"/>
          <p14:tracePt t="27120" x="6477000" y="1487488"/>
          <p14:tracePt t="27136" x="6470650" y="1487488"/>
          <p14:tracePt t="27153" x="6470650" y="1481138"/>
          <p14:tracePt t="27171" x="6470650" y="1474788"/>
          <p14:tracePt t="27177" x="6470650" y="1468438"/>
          <p14:tracePt t="27187" x="6483350" y="1462088"/>
          <p14:tracePt t="27202" x="6519863" y="1436688"/>
          <p14:tracePt t="27218" x="6600825" y="1406525"/>
          <p14:tracePt t="27240" x="6792913" y="1350963"/>
          <p14:tracePt t="27255" x="6923088" y="1325563"/>
          <p14:tracePt t="27265" x="7227888" y="1295400"/>
          <p14:tracePt t="27278" x="7407275" y="1282700"/>
          <p14:tracePt t="27293" x="7810500" y="1282700"/>
          <p14:tracePt t="27301" x="7977188" y="1282700"/>
          <p14:tracePt t="27319" x="8286750" y="1282700"/>
          <p14:tracePt t="27333" x="8523288" y="1301750"/>
          <p14:tracePt t="27340" x="8547100" y="1312863"/>
          <p14:tracePt t="27345" x="8596313" y="1331913"/>
          <p14:tracePt t="27355" x="8615363" y="1350963"/>
          <p14:tracePt t="27369" x="8615363" y="1374775"/>
          <p14:tracePt t="27386" x="8615363" y="1381125"/>
          <p14:tracePt t="27404" x="8566150" y="1436688"/>
          <p14:tracePt t="27412" x="8540750" y="1455738"/>
          <p14:tracePt t="27419" x="8472488" y="1487488"/>
          <p14:tracePt t="27433" x="8397875" y="1511300"/>
          <p14:tracePt t="27444" x="8324850" y="1530350"/>
          <p14:tracePt t="27451" x="8218488" y="1555750"/>
          <p14:tracePt t="27460" x="8120063" y="1566863"/>
          <p14:tracePt t="27465" x="8032750" y="1579563"/>
          <p14:tracePt t="27474" x="7896225" y="1604963"/>
          <p14:tracePt t="27488" x="7648575" y="1635125"/>
          <p14:tracePt t="27504" x="7499350" y="1635125"/>
          <p14:tracePt t="27509" x="7388225" y="1635125"/>
          <p14:tracePt t="27523" x="7140575" y="1635125"/>
          <p14:tracePt t="27529" x="7040563" y="1635125"/>
          <p14:tracePt t="27539" x="6954838" y="1628775"/>
          <p14:tracePt t="27552" x="6848475" y="1598613"/>
          <p14:tracePt t="27564" x="6718300" y="1543050"/>
          <p14:tracePt t="27580" x="6688138" y="1504950"/>
          <p14:tracePt t="27591" x="6675438" y="1498600"/>
          <p14:tracePt t="27595" x="6675438" y="1492250"/>
          <p14:tracePt t="27604" x="6675438" y="1481138"/>
          <p14:tracePt t="27619" x="6681788" y="1443038"/>
          <p14:tracePt t="27635" x="6718300" y="1400175"/>
          <p14:tracePt t="27652" x="6775450" y="1368425"/>
          <p14:tracePt t="27667" x="6848475" y="1344613"/>
          <p14:tracePt t="27673" x="6886575" y="1344613"/>
          <p14:tracePt t="27689" x="6929438" y="1331913"/>
          <p14:tracePt t="27695" x="6935788" y="1331913"/>
          <p14:tracePt t="27707" x="6967538" y="1331913"/>
          <p14:tracePt t="27720" x="6997700" y="1344613"/>
          <p14:tracePt t="27739" x="7035800" y="1363663"/>
          <p14:tracePt t="27744" x="7040563" y="1368425"/>
          <p14:tracePt t="27756" x="7046913" y="1374775"/>
          <p14:tracePt t="27761" x="7053263" y="1381125"/>
          <p14:tracePt t="27770" x="7059613" y="1381125"/>
          <p14:tracePt t="27782" x="7059613" y="1387475"/>
          <p14:tracePt t="27787" x="7065963" y="1387475"/>
          <p14:tracePt t="27795" x="7065963" y="1393825"/>
          <p14:tracePt t="27803" x="7072313" y="1393825"/>
          <p14:tracePt t="27813" x="7072313" y="1400175"/>
          <p14:tracePt t="27827" x="7072313" y="1406525"/>
          <p14:tracePt t="27836" x="7085013" y="1419225"/>
          <p14:tracePt t="27853" x="7085013" y="1425575"/>
          <p14:tracePt t="27869" x="7097713" y="1443038"/>
          <p14:tracePt t="27874" x="7102475" y="1455738"/>
          <p14:tracePt t="27891" x="7121525" y="1462088"/>
          <p14:tracePt t="27904" x="7140575" y="1468438"/>
          <p14:tracePt t="27919" x="7170738" y="1481138"/>
          <p14:tracePt t="27936" x="7313613" y="1517650"/>
          <p14:tracePt t="27953" x="7407275" y="1530350"/>
          <p14:tracePt t="27971" x="7456488" y="1543050"/>
          <p14:tracePt t="27979" x="7524750" y="1549400"/>
          <p14:tracePt t="27997" x="7550150" y="1566863"/>
          <p14:tracePt t="28017" x="7550150" y="1573213"/>
          <p14:tracePt t="28027" x="7550150" y="1579563"/>
          <p14:tracePt t="28038" x="7537450" y="1579563"/>
          <p14:tracePt t="28042" x="7518400" y="1585913"/>
          <p14:tracePt t="28053" x="7493000" y="1585913"/>
          <p14:tracePt t="28057" x="7456488" y="1585913"/>
          <p14:tracePt t="28067" x="7419975" y="1598613"/>
          <p14:tracePt t="28076" x="7369175" y="1598613"/>
          <p14:tracePt t="28084" x="7332663" y="1598613"/>
          <p14:tracePt t="28089" x="7296150" y="1598613"/>
          <p14:tracePt t="28098" x="7245350" y="1598613"/>
          <p14:tracePt t="28104" x="7196138" y="1598613"/>
          <p14:tracePt t="28119" x="7140575" y="1598613"/>
          <p14:tracePt t="28136" x="7035800" y="1585913"/>
          <p14:tracePt t="28154" x="6954838" y="1543050"/>
          <p14:tracePt t="28169" x="6910388" y="1498600"/>
          <p14:tracePt t="28181" x="6892925" y="1481138"/>
          <p14:tracePt t="28187" x="6886575" y="1468438"/>
          <p14:tracePt t="28201" x="6880225" y="1436688"/>
          <p14:tracePt t="28208" x="6880225" y="1419225"/>
          <p14:tracePt t="28218" x="6880225" y="1412875"/>
          <p14:tracePt t="28236" x="6886575" y="1393825"/>
          <p14:tracePt t="28253" x="6923088" y="1368425"/>
          <p14:tracePt t="28258" x="6935788" y="1368425"/>
          <p14:tracePt t="28275" x="6985000" y="1350963"/>
          <p14:tracePt t="28285" x="6997700" y="1350963"/>
          <p14:tracePt t="28295" x="7004050" y="1350963"/>
          <p14:tracePt t="28313" x="7023100" y="1350963"/>
          <p14:tracePt t="28320" x="7029450" y="1368425"/>
          <p14:tracePt t="28337" x="7046913" y="1400175"/>
          <p14:tracePt t="28356" x="7059613" y="1443038"/>
          <p14:tracePt t="28370" x="7078663" y="1468438"/>
          <p14:tracePt t="28379" x="7078663" y="1481138"/>
          <p14:tracePt t="28394" x="7085013" y="1498600"/>
          <p14:tracePt t="28403" x="7085013" y="1504950"/>
          <p14:tracePt t="28413" x="7085013" y="1511300"/>
          <p14:tracePt t="28420" x="7085013" y="1517650"/>
          <p14:tracePt t="28430" x="7085013" y="1524000"/>
          <p14:tracePt t="28438" x="7078663" y="1524000"/>
          <p14:tracePt t="28452" x="7065963" y="1530350"/>
          <p14:tracePt t="28469" x="7053263" y="1549400"/>
          <p14:tracePt t="28474" x="7046913" y="1549400"/>
          <p14:tracePt t="28489" x="7040563" y="1555750"/>
          <p14:tracePt t="28509" x="7029450" y="1566863"/>
          <p14:tracePt t="28512" x="7029450" y="1573213"/>
          <p14:tracePt t="28659" x="7029450" y="1549400"/>
          <p14:tracePt t="28670" x="7029450" y="1536700"/>
          <p14:tracePt t="28684" x="7016750" y="1492250"/>
          <p14:tracePt t="28697" x="6997700" y="1436688"/>
          <p14:tracePt t="28704" x="6991350" y="1419225"/>
          <p14:tracePt t="28717" x="6991350" y="1406525"/>
          <p14:tracePt t="28723" x="6985000" y="1400175"/>
          <p14:tracePt t="28730" x="6985000" y="1393825"/>
          <p14:tracePt t="28738" x="6985000" y="1381125"/>
          <p14:tracePt t="28755" x="6985000" y="1368425"/>
          <p14:tracePt t="28772" x="6985000" y="1363663"/>
          <p14:tracePt t="28786" x="6991350" y="1363663"/>
          <p14:tracePt t="28793" x="6997700" y="1363663"/>
          <p14:tracePt t="28810" x="7004050" y="1363663"/>
          <p14:tracePt t="28826" x="7016750" y="1363663"/>
          <p14:tracePt t="28837" x="7023100" y="1363663"/>
          <p14:tracePt t="28853" x="7040563" y="1381125"/>
          <p14:tracePt t="28857" x="7053263" y="1393825"/>
          <p14:tracePt t="28870" x="7059613" y="1412875"/>
          <p14:tracePt t="28876" x="7072313" y="1430338"/>
          <p14:tracePt t="28894" x="7091363" y="1455738"/>
          <p14:tracePt t="28901" x="7097713" y="1462088"/>
          <p14:tracePt t="28914" x="7121525" y="1487488"/>
          <p14:tracePt t="28921" x="7134225" y="1492250"/>
          <p14:tracePt t="28930" x="7140575" y="1492250"/>
          <p14:tracePt t="28939" x="7146925" y="1492250"/>
          <p14:tracePt t="28959" x="7177088" y="1492250"/>
          <p14:tracePt t="28970" x="7183438" y="1492250"/>
          <p14:tracePt t="28987" x="7245350" y="1468438"/>
          <p14:tracePt t="29004" x="7339013" y="1436688"/>
          <p14:tracePt t="29008" x="7369175" y="1430338"/>
          <p14:tracePt t="29021" x="7394575" y="1419225"/>
          <p14:tracePt t="29025" x="7443788" y="1412875"/>
          <p14:tracePt t="29037" x="7518400" y="1400175"/>
          <p14:tracePt t="29046" x="7605713" y="1374775"/>
          <p14:tracePt t="29058" x="7821613" y="1331913"/>
          <p14:tracePt t="29069" x="7958138" y="1306513"/>
          <p14:tracePt t="29086" x="8274050" y="1263650"/>
          <p14:tracePt t="29105" x="8807450" y="1238250"/>
          <p14:tracePt t="29121" x="9086850" y="1238250"/>
          <p14:tracePt t="29136" x="9366250" y="1238250"/>
          <p14:tracePt t="29154" x="9582150" y="1238250"/>
          <p14:tracePt t="29167" x="9682163" y="1238250"/>
          <p14:tracePt t="29177" x="9818688" y="1244600"/>
          <p14:tracePt t="29186" x="9842500" y="1250950"/>
          <p14:tracePt t="29204" x="9880600" y="1257300"/>
          <p14:tracePt t="29257" x="9880600" y="1263650"/>
          <p14:tracePt t="29275" x="9874250" y="1282700"/>
          <p14:tracePt t="29284" x="9861550" y="1289050"/>
          <p14:tracePt t="29294" x="9842500" y="1301750"/>
          <p14:tracePt t="29301" x="9818688" y="1306513"/>
          <p14:tracePt t="29317" x="9737725" y="1338263"/>
          <p14:tracePt t="29325" x="9669463" y="1350963"/>
          <p14:tracePt t="29329" x="9631363" y="1350963"/>
          <p14:tracePt t="29336" x="9551988" y="1363663"/>
          <p14:tracePt t="29353" x="9334500" y="1374775"/>
          <p14:tracePt t="29364" x="9185275" y="1387475"/>
          <p14:tracePt t="29374" x="9037638" y="1387475"/>
          <p14:tracePt t="29381" x="8856663" y="1387475"/>
          <p14:tracePt t="29390" x="8658225" y="1387475"/>
          <p14:tracePt t="29393" x="8423275" y="1387475"/>
          <p14:tracePt t="29403" x="8218488" y="1387475"/>
          <p14:tracePt t="29410" x="7977188" y="1387475"/>
          <p14:tracePt t="29418" x="7815263" y="1381125"/>
          <p14:tracePt t="29437" x="7437438" y="1319213"/>
          <p14:tracePt t="29444" x="7300913" y="1295400"/>
          <p14:tracePt t="29452" x="7153275" y="1270000"/>
          <p14:tracePt t="29468" x="7023100" y="1214438"/>
          <p14:tracePt t="29473" x="6991350" y="1195388"/>
          <p14:tracePt t="29481" x="6991350" y="1189038"/>
          <p14:tracePt t="29490" x="6991350" y="1176338"/>
          <p14:tracePt t="29504" x="6991350" y="1171575"/>
          <p14:tracePt t="29507" x="6997700" y="1158875"/>
          <p14:tracePt t="29520" x="7023100" y="1139825"/>
          <p14:tracePt t="29524" x="7046913" y="1127125"/>
          <p14:tracePt t="29527" x="7091363" y="1120775"/>
          <p14:tracePt t="29537" x="7177088" y="1096963"/>
          <p14:tracePt t="29552" x="7296150" y="1084263"/>
          <p14:tracePt t="29557" x="7443788" y="1052513"/>
          <p14:tracePt t="29564" x="7573963" y="1041400"/>
          <p14:tracePt t="29571" x="7759700" y="1028700"/>
          <p14:tracePt t="29586" x="8162925" y="1016000"/>
          <p14:tracePt t="29603" x="8547100" y="1022350"/>
          <p14:tracePt t="29620" x="8882063" y="1065213"/>
          <p14:tracePt t="29628" x="9018588" y="1090613"/>
          <p14:tracePt t="29636" x="9136063" y="1114425"/>
          <p14:tracePt t="29650" x="9347200" y="1195388"/>
          <p14:tracePt t="29657" x="9421813" y="1233488"/>
          <p14:tracePt t="29664" x="9477375" y="1257300"/>
          <p14:tracePt t="29679" x="9532938" y="1325563"/>
          <p14:tracePt t="29691" x="9551988" y="1357313"/>
          <p14:tracePt t="29705" x="9564688" y="1374775"/>
          <p14:tracePt t="29722" x="9564688" y="1387475"/>
          <p14:tracePt t="29738" x="9532938" y="1412875"/>
          <p14:tracePt t="29756" x="9428163" y="1443038"/>
          <p14:tracePt t="29777" x="9247188" y="1481138"/>
          <p14:tracePt t="29795" x="9129713" y="1492250"/>
          <p14:tracePt t="29803" x="8999538" y="1492250"/>
          <p14:tracePt t="29810" x="8901113" y="1492250"/>
          <p14:tracePt t="29825" x="8783638" y="1492250"/>
          <p14:tracePt t="29835" x="8664575" y="1492250"/>
          <p14:tracePt t="29842" x="8497888" y="1492250"/>
          <p14:tracePt t="29856" x="8361363" y="1474788"/>
          <p14:tracePt t="29868" x="8335963" y="1462088"/>
          <p14:tracePt t="29872" x="8305800" y="1443038"/>
          <p14:tracePt t="29884" x="8299450" y="1430338"/>
          <p14:tracePt t="29893" x="8299450" y="1425575"/>
          <p14:tracePt t="29904" x="8293100" y="1412875"/>
          <p14:tracePt t="29925" x="8305800" y="1400175"/>
          <p14:tracePt t="29935" x="8348663" y="1381125"/>
          <p14:tracePt t="29940" x="8416925" y="1357313"/>
          <p14:tracePt t="29951" x="8491538" y="1331913"/>
          <p14:tracePt t="29956" x="8516938" y="1331913"/>
          <p14:tracePt t="29962" x="8578850" y="1319213"/>
          <p14:tracePt t="29969" x="8696325" y="1295400"/>
          <p14:tracePt t="29987" x="8931275" y="1270000"/>
          <p14:tracePt t="30004" x="9210675" y="1270000"/>
          <p14:tracePt t="30008" x="9328150" y="1270000"/>
          <p14:tracePt t="30016" x="9458325" y="1276350"/>
          <p14:tracePt t="30029" x="9594850" y="1301750"/>
          <p14:tracePt t="30048" x="9799638" y="1357313"/>
          <p14:tracePt t="30054" x="9874250" y="1381125"/>
          <p14:tracePt t="30064" x="9985375" y="1436688"/>
          <p14:tracePt t="30073" x="10017125" y="1455738"/>
          <p14:tracePt t="30091" x="10028238" y="1487488"/>
          <p14:tracePt t="30104" x="10028238" y="1504950"/>
          <p14:tracePt t="30122" x="10021888" y="1511300"/>
          <p14:tracePt t="30137" x="9929813" y="1560513"/>
          <p14:tracePt t="30155" x="9818688" y="1598613"/>
          <p14:tracePt t="30170" x="9663113" y="1617663"/>
          <p14:tracePt t="30178" x="9558338" y="1628775"/>
          <p14:tracePt t="30185" x="9445625" y="1647825"/>
          <p14:tracePt t="30196" x="9328150" y="1647825"/>
          <p14:tracePt t="30203" x="9229725" y="1647825"/>
          <p14:tracePt t="30219" x="9012238" y="1647825"/>
          <p14:tracePt t="30238" x="8845550" y="1641475"/>
          <p14:tracePt t="30242" x="8788400" y="1628775"/>
          <p14:tracePt t="30255" x="8739188" y="1617663"/>
          <p14:tracePt t="30262" x="8709025" y="1598613"/>
          <p14:tracePt t="30268" x="8677275" y="1573213"/>
          <p14:tracePt t="30274" x="8677275" y="1560513"/>
          <p14:tracePt t="30295" x="8670925" y="1543050"/>
          <p14:tracePt t="30305" x="8683625" y="1511300"/>
          <p14:tracePt t="30317" x="8689975" y="1498600"/>
          <p14:tracePt t="30325" x="8726488" y="1474788"/>
          <p14:tracePt t="30339" x="8807450" y="1436688"/>
          <p14:tracePt t="30353" x="8907463" y="1400175"/>
          <p14:tracePt t="30376" x="9024938" y="1381125"/>
          <p14:tracePt t="30385" x="9093200" y="1368425"/>
          <p14:tracePt t="30394" x="9217025" y="1357313"/>
          <p14:tracePt t="30399" x="9266238" y="1357313"/>
          <p14:tracePt t="30408" x="9321800" y="1357313"/>
          <p14:tracePt t="30420" x="9334500" y="1363663"/>
          <p14:tracePt t="30425" x="9366250" y="1368425"/>
          <p14:tracePt t="30436" x="9377363" y="1387475"/>
          <p14:tracePt t="30440" x="9409113" y="1406525"/>
          <p14:tracePt t="30453" x="9428163" y="1412875"/>
          <p14:tracePt t="30457" x="9445625" y="1430338"/>
          <p14:tracePt t="30468" x="9458325" y="1443038"/>
          <p14:tracePt t="30473" x="9464675" y="1443038"/>
          <p14:tracePt t="30481" x="9477375" y="1449388"/>
          <p14:tracePt t="30841" x="9483725" y="1449388"/>
          <p14:tracePt t="30857" x="9501188" y="1449388"/>
          <p14:tracePt t="30868" x="9507538" y="1449388"/>
          <p14:tracePt t="30874" x="9526588" y="1449388"/>
          <p14:tracePt t="30878" x="9532938" y="1449388"/>
          <p14:tracePt t="30891" x="9539288" y="1449388"/>
          <p14:tracePt t="30901" x="9545638" y="1449388"/>
          <p14:tracePt t="30907" x="9551988" y="1449388"/>
          <p14:tracePt t="30938" x="9558338" y="1449388"/>
          <p14:tracePt t="30946" x="9569450" y="1449388"/>
          <p14:tracePt t="30954" x="9575800" y="1436688"/>
          <p14:tracePt t="30973" x="9582150" y="1430338"/>
          <p14:tracePt t="30981" x="9582150" y="1425575"/>
          <p14:tracePt t="32831" x="9582150" y="1436688"/>
          <p14:tracePt t="32842" x="9569450" y="1449388"/>
          <p14:tracePt t="32848" x="9569450" y="1481138"/>
          <p14:tracePt t="32866" x="9564688" y="1530350"/>
          <p14:tracePt t="32873" x="9564688" y="1560513"/>
          <p14:tracePt t="32897" x="9526588" y="1622425"/>
          <p14:tracePt t="32904" x="9507538" y="1647825"/>
          <p14:tracePt t="32912" x="9490075" y="1666875"/>
          <p14:tracePt t="32920" x="9458325" y="1703388"/>
          <p14:tracePt t="32933" x="9402763" y="1752600"/>
          <p14:tracePt t="32949" x="9278938" y="1876425"/>
          <p14:tracePt t="32955" x="9253538" y="1895475"/>
          <p14:tracePt t="32964" x="9174163" y="1951038"/>
          <p14:tracePt t="32970" x="9080500" y="2000250"/>
          <p14:tracePt t="32978" x="8975725" y="2068513"/>
          <p14:tracePt t="32990" x="8869363" y="2125663"/>
          <p14:tracePt t="33003" x="8596313" y="2230438"/>
          <p14:tracePt t="33021" x="8293100" y="2328863"/>
          <p14:tracePt t="33036" x="8051800" y="2390775"/>
          <p14:tracePt t="33040" x="7748588" y="2465388"/>
          <p14:tracePt t="33053" x="7488238" y="2520950"/>
          <p14:tracePt t="33071" x="6880225" y="2595563"/>
          <p14:tracePt t="33075" x="6600825" y="2614613"/>
          <p14:tracePt t="33087" x="6265863" y="2614613"/>
          <p14:tracePt t="33110" x="5416550" y="2614613"/>
          <p14:tracePt t="33120" x="5151438" y="2614613"/>
          <p14:tracePt t="33135" x="4946650" y="2614613"/>
          <p14:tracePt t="33148" x="4432300" y="2552700"/>
          <p14:tracePt t="33154" x="3922713" y="2484438"/>
          <p14:tracePt t="33167" x="3681413" y="2465388"/>
          <p14:tracePt t="33176" x="3495675" y="2452688"/>
          <p14:tracePt t="33180" x="3346450" y="2441575"/>
          <p14:tracePt t="33188" x="3235325" y="2422525"/>
          <p14:tracePt t="33204" x="2932113" y="2384425"/>
          <p14:tracePt t="33221" x="2714625" y="2360613"/>
          <p14:tracePt t="33227" x="2627313" y="2347913"/>
          <p14:tracePt t="33243" x="2560638" y="2322513"/>
          <p14:tracePt t="33250" x="2528888" y="2311400"/>
          <p14:tracePt t="33258" x="2503488" y="2298700"/>
          <p14:tracePt t="33270" x="2492375" y="2292350"/>
          <p14:tracePt t="33288" x="2479675" y="2266950"/>
          <p14:tracePt t="33304" x="2466975" y="2266950"/>
          <p14:tracePt t="33324" x="2460625" y="2254250"/>
          <p14:tracePt t="33339" x="2454275" y="2254250"/>
          <p14:tracePt t="33354" x="2447925" y="2254250"/>
          <p14:tracePt t="33370" x="2430463" y="2254250"/>
          <p14:tracePt t="33387" x="2424113" y="2249488"/>
          <p14:tracePt t="33410" x="2424113" y="2243138"/>
          <p14:tracePt t="33425" x="2424113" y="2236788"/>
          <p14:tracePt t="33437" x="2424113" y="2224088"/>
          <p14:tracePt t="33443" x="2424113" y="2217738"/>
          <p14:tracePt t="33452" x="2424113" y="2205038"/>
          <p14:tracePt t="33468" x="2447925" y="2181225"/>
          <p14:tracePt t="33478" x="2466975" y="2168525"/>
          <p14:tracePt t="33487" x="2492375" y="2149475"/>
          <p14:tracePt t="33496" x="2522538" y="2143125"/>
          <p14:tracePt t="33506" x="2578100" y="2125663"/>
          <p14:tracePt t="33521" x="2609850" y="2119313"/>
          <p14:tracePt t="33538" x="2652713" y="2119313"/>
          <p14:tracePt t="33554" x="2701925" y="2119313"/>
          <p14:tracePt t="33564" x="2727325" y="2119313"/>
          <p14:tracePt t="33571" x="2795588" y="2119313"/>
          <p14:tracePt t="33583" x="2832100" y="2119313"/>
          <p14:tracePt t="33589" x="2882900" y="2119313"/>
          <p14:tracePt t="33603" x="3000375" y="2119313"/>
          <p14:tracePt t="33620" x="3098800" y="2119313"/>
          <p14:tracePt t="33637" x="3160713" y="2119313"/>
          <p14:tracePt t="33654" x="3198813" y="2119313"/>
          <p14:tracePt t="33662" x="3209925" y="2119313"/>
          <p14:tracePt t="33669" x="3216275" y="2125663"/>
          <p14:tracePt t="33680" x="3228975" y="2125663"/>
          <p14:tracePt t="33689" x="3235325" y="2130425"/>
          <p14:tracePt t="33713" x="3235325" y="2136775"/>
          <p14:tracePt t="33745" x="3235325" y="2143125"/>
          <p14:tracePt t="33765" x="3216275" y="2187575"/>
          <p14:tracePt t="33774" x="3179763" y="2211388"/>
          <p14:tracePt t="33787" x="3173413" y="2217738"/>
          <p14:tracePt t="33790" x="3167063" y="2217738"/>
          <p14:tracePt t="33801" x="3167063" y="2224088"/>
          <p14:tracePt t="33841" x="3192463" y="2224088"/>
          <p14:tracePt t="33852" x="3222625" y="2224088"/>
          <p14:tracePt t="33870" x="3260725" y="2211388"/>
          <p14:tracePt t="33885" x="3482975" y="2174875"/>
          <p14:tracePt t="33894" x="3651250" y="2149475"/>
          <p14:tracePt t="33899" x="3860800" y="2119313"/>
          <p14:tracePt t="33907" x="4251325" y="2057400"/>
          <p14:tracePt t="33915" x="4641850" y="1995488"/>
          <p14:tracePt t="33924" x="5126038" y="1933575"/>
          <p14:tracePt t="33935" x="5689600" y="1814513"/>
          <p14:tracePt t="33940" x="6316663" y="1690688"/>
          <p14:tracePt t="33948" x="6978650" y="1543050"/>
          <p14:tracePt t="33958" x="7605713" y="1425575"/>
          <p14:tracePt t="33963" x="8305800" y="1276350"/>
          <p14:tracePt t="33971" x="8969375" y="1127125"/>
          <p14:tracePt t="33976" x="9564688" y="1009650"/>
          <p14:tracePt t="33988" x="9985375" y="947738"/>
          <p14:tracePt t="33991" x="10407650" y="879475"/>
          <p14:tracePt t="34009" x="10877550" y="836613"/>
          <p14:tracePt t="34018" x="11007725" y="836613"/>
          <p14:tracePt t="34025" x="11107738" y="836613"/>
          <p14:tracePt t="34033" x="11187113" y="836613"/>
          <p14:tracePt t="34041" x="11206163" y="836613"/>
          <p14:tracePt t="34054" x="11212513" y="836613"/>
          <p14:tracePt t="34179" x="11212513" y="842963"/>
          <p14:tracePt t="34190" x="11206163" y="842963"/>
          <p14:tracePt t="34210" x="11187113" y="860425"/>
          <p14:tracePt t="34219" x="11176000" y="879475"/>
          <p14:tracePt t="34231" x="11150600" y="922338"/>
          <p14:tracePt t="34240" x="11125200" y="947738"/>
          <p14:tracePt t="34248" x="11052175" y="1009650"/>
          <p14:tracePt t="34264" x="10983913" y="1071563"/>
          <p14:tracePt t="34283" x="10860088" y="1176338"/>
          <p14:tracePt t="34291" x="10847388" y="1195388"/>
          <p14:tracePt t="34299" x="10779125" y="1238250"/>
          <p14:tracePt t="34305" x="10704513" y="1276350"/>
          <p14:tracePt t="34324" x="10617200" y="1338263"/>
          <p14:tracePt t="34331" x="10567988" y="1357313"/>
          <p14:tracePt t="34337" x="10493375" y="1381125"/>
          <p14:tracePt t="34348" x="10418763" y="1406525"/>
          <p14:tracePt t="34358" x="10350500" y="1425575"/>
          <p14:tracePt t="34371" x="10177463" y="1474788"/>
          <p14:tracePt t="34387" x="10034588" y="1498600"/>
          <p14:tracePt t="34397" x="9966325" y="1511300"/>
          <p14:tracePt t="34404" x="9917113" y="1524000"/>
          <p14:tracePt t="34413" x="9842500" y="1536700"/>
          <p14:tracePt t="34427" x="9793288" y="1543050"/>
          <p14:tracePt t="34431" x="9761538" y="1543050"/>
          <p14:tracePt t="34440" x="9750425" y="1543050"/>
          <p14:tracePt t="34454" x="9731375" y="1549400"/>
          <p14:tracePt t="34457" x="9718675" y="1549400"/>
          <p14:tracePt t="34471" x="9705975" y="1549400"/>
          <p14:tracePt t="34492" x="9699625" y="1549400"/>
          <p14:tracePt t="34563" x="9694863" y="1549400"/>
          <p14:tracePt t="34587" x="9688513" y="1549400"/>
          <p14:tracePt t="34602" x="9656763" y="1549400"/>
          <p14:tracePt t="34608" x="9637713" y="1549400"/>
          <p14:tracePt t="34616" x="9626600" y="1549400"/>
          <p14:tracePt t="34635" x="9594850" y="1549400"/>
          <p14:tracePt t="34645" x="9575800" y="1549400"/>
          <p14:tracePt t="34656" x="9564688" y="1549400"/>
          <p14:tracePt t="34661" x="9532938" y="1549400"/>
          <p14:tracePt t="34666" x="9526588" y="1549400"/>
          <p14:tracePt t="34675" x="9501188" y="1549400"/>
          <p14:tracePt t="34687" x="9496425" y="1549400"/>
          <p14:tracePt t="34705" x="9458325" y="1549400"/>
          <p14:tracePt t="34723" x="9451975" y="1549400"/>
          <p14:tracePt t="34831" x="9445625" y="1549400"/>
          <p14:tracePt t="34861" x="9445625" y="1560513"/>
          <p14:tracePt t="34883" x="9434513" y="1566863"/>
          <p14:tracePt t="34891" x="9415463" y="1566863"/>
          <p14:tracePt t="34899" x="9402763" y="1566863"/>
          <p14:tracePt t="34908" x="9383713" y="1566863"/>
          <p14:tracePt t="34920" x="9340850" y="1566863"/>
          <p14:tracePt t="34939" x="9309100" y="1573213"/>
          <p14:tracePt t="34957" x="9278938" y="1579563"/>
          <p14:tracePt t="34963" x="9272588" y="1579563"/>
          <p14:tracePt t="34978" x="9266238" y="1579563"/>
          <p14:tracePt t="35408" x="9253538" y="1579563"/>
          <p14:tracePt t="35456" x="9247188" y="1579563"/>
          <p14:tracePt t="35486" x="9240838" y="1579563"/>
          <p14:tracePt t="35512" x="9236075" y="1579563"/>
          <p14:tracePt t="35524" x="9229725" y="1592263"/>
          <p14:tracePt t="35529" x="9204325" y="1598613"/>
          <p14:tracePt t="35540" x="9185275" y="1604963"/>
          <p14:tracePt t="35555" x="9155113" y="1617663"/>
          <p14:tracePt t="35572" x="9086850" y="1641475"/>
          <p14:tracePt t="35578" x="9061450" y="1654175"/>
          <p14:tracePt t="35589" x="9012238" y="1660525"/>
          <p14:tracePt t="35595" x="8969375" y="1684338"/>
          <p14:tracePt t="35603" x="8913813" y="1703388"/>
          <p14:tracePt t="35616" x="8839200" y="1741488"/>
          <p14:tracePt t="35625" x="8813800" y="1752600"/>
          <p14:tracePt t="35637" x="8732838" y="1771650"/>
          <p14:tracePt t="35642" x="8634413" y="1814513"/>
          <p14:tracePt t="35649" x="8547100" y="1839913"/>
          <p14:tracePt t="35656" x="8423275" y="1876425"/>
          <p14:tracePt t="35666" x="8274050" y="1920875"/>
          <p14:tracePt t="35674" x="8120063" y="1957388"/>
          <p14:tracePt t="35684" x="8002588" y="1989138"/>
          <p14:tracePt t="35692" x="7853363" y="2012950"/>
          <p14:tracePt t="35703" x="7716838" y="2038350"/>
          <p14:tracePt t="35713" x="7437438" y="2081213"/>
          <p14:tracePt t="35721" x="7251700" y="2106613"/>
          <p14:tracePt t="35734" x="7059613" y="2136775"/>
          <p14:tracePt t="35748" x="6681788" y="2198688"/>
          <p14:tracePt t="35757" x="6427788" y="2230438"/>
          <p14:tracePt t="35775" x="6018213" y="2260600"/>
          <p14:tracePt t="35779" x="5851525" y="2273300"/>
          <p14:tracePt t="35788" x="5653088" y="2273300"/>
          <p14:tracePt t="35795" x="5448300" y="2273300"/>
          <p14:tracePt t="35805" x="5281613" y="2273300"/>
          <p14:tracePt t="35811" x="5083175" y="2273300"/>
          <p14:tracePt t="35820" x="4902200" y="2273300"/>
          <p14:tracePt t="35827" x="4741863" y="2273300"/>
          <p14:tracePt t="35837" x="4537075" y="2273300"/>
          <p14:tracePt t="35850" x="4246563" y="2273300"/>
          <p14:tracePt t="35859" x="4110038" y="2273300"/>
          <p14:tracePt t="35867" x="3979863" y="2273300"/>
          <p14:tracePt t="35875" x="3849688" y="2273300"/>
          <p14:tracePt t="35883" x="3719513" y="2273300"/>
          <p14:tracePt t="35891" x="3600450" y="2273300"/>
          <p14:tracePt t="35901" x="3482975" y="2273300"/>
          <p14:tracePt t="35911" x="3384550" y="2273300"/>
          <p14:tracePt t="35919" x="3284538" y="2273300"/>
          <p14:tracePt t="35933" x="3105150" y="2273300"/>
          <p14:tracePt t="35941" x="3017838" y="2273300"/>
          <p14:tracePt t="35956" x="2951163" y="2273300"/>
          <p14:tracePt t="35964" x="2801938" y="2273300"/>
          <p14:tracePt t="35973" x="2733675" y="2266950"/>
          <p14:tracePt t="35984" x="2578100" y="2243138"/>
          <p14:tracePt t="35997" x="2554288" y="2243138"/>
          <p14:tracePt t="36004" x="2516188" y="2236788"/>
          <p14:tracePt t="36014" x="2486025" y="2224088"/>
          <p14:tracePt t="36026" x="2460625" y="2224088"/>
          <p14:tracePt t="36038" x="2355850" y="2205038"/>
          <p14:tracePt t="36051" x="2249488" y="2205038"/>
          <p14:tracePt t="36064" x="2170113" y="2205038"/>
          <p14:tracePt t="36071" x="2095500" y="2211388"/>
          <p14:tracePt t="36080" x="1927225" y="2249488"/>
          <p14:tracePt t="36090" x="1852613" y="2266950"/>
          <p14:tracePt t="36098" x="1835150" y="2279650"/>
          <p14:tracePt t="36120" x="1779588" y="2322513"/>
          <p14:tracePt t="36136" x="1773238" y="2360613"/>
          <p14:tracePt t="36150" x="1773238" y="2416175"/>
          <p14:tracePt t="36169" x="1773238" y="2490788"/>
          <p14:tracePt t="36185" x="1852613" y="2670175"/>
          <p14:tracePt t="36194" x="1971675" y="2862263"/>
          <p14:tracePt t="36217" x="2138363" y="3048000"/>
          <p14:tracePt t="36236" x="2225675" y="3122613"/>
          <p14:tracePt t="36244" x="2255838" y="3141663"/>
          <p14:tracePt t="36261" x="2300288" y="3159125"/>
          <p14:tracePt t="36273" x="2324100" y="3159125"/>
          <p14:tracePt t="36287" x="2336800" y="3171825"/>
          <p14:tracePt t="36296" x="2343150" y="3178175"/>
          <p14:tracePt t="36309" x="2343150" y="3190875"/>
          <p14:tracePt t="36323" x="2343150" y="3197225"/>
          <p14:tracePt t="36340" x="2336800" y="3203575"/>
          <p14:tracePt t="36346" x="2324100" y="3208338"/>
          <p14:tracePt t="36355" x="2311400" y="3214688"/>
          <p14:tracePt t="36363" x="2300288" y="3240088"/>
          <p14:tracePt t="36376" x="2281238" y="3270250"/>
          <p14:tracePt t="36385" x="2268538" y="3295650"/>
          <p14:tracePt t="36393" x="2249488" y="3363913"/>
          <p14:tracePt t="36404" x="2243138" y="3389313"/>
          <p14:tracePt t="36411" x="2236788" y="3406775"/>
          <p14:tracePt t="36420" x="2236788" y="3432175"/>
          <p14:tracePt t="36427" x="2236788" y="3451225"/>
          <p14:tracePt t="36432" x="2236788" y="3462338"/>
          <p14:tracePt t="36446" x="2236788" y="3468688"/>
          <p14:tracePt t="36460" x="2236788" y="3487738"/>
          <p14:tracePt t="36474" x="2236788" y="3500438"/>
          <p14:tracePt t="36484" x="2236788" y="3506788"/>
          <p14:tracePt t="36489" x="2236788" y="3513138"/>
          <p14:tracePt t="36507" x="2236788" y="3519488"/>
          <p14:tracePt t="36531" x="2236788" y="3524250"/>
          <p14:tracePt t="36595" x="2236788" y="3519488"/>
          <p14:tracePt t="36607" x="2236788" y="3513138"/>
          <p14:tracePt t="36622" x="2236788" y="3506788"/>
          <p14:tracePt t="36629" x="2236788" y="3500438"/>
          <p14:tracePt t="36642" x="2236788" y="3481388"/>
          <p14:tracePt t="36652" x="2236788" y="3475038"/>
          <p14:tracePt t="36657" x="2236788" y="3468688"/>
          <p14:tracePt t="36665" x="2225675" y="3462338"/>
          <p14:tracePt t="36678" x="2219325" y="3457575"/>
          <p14:tracePt t="36685" x="2219325" y="3451225"/>
          <p14:tracePt t="36697" x="2206625" y="3432175"/>
          <p14:tracePt t="36714" x="2206625" y="3425825"/>
          <p14:tracePt t="36724" x="2200275" y="3413125"/>
          <p14:tracePt t="36739" x="2200275" y="3389313"/>
          <p14:tracePt t="36746" x="2200275" y="3382963"/>
          <p14:tracePt t="36755" x="2200275" y="3376613"/>
          <p14:tracePt t="36773" x="2193925" y="3351213"/>
          <p14:tracePt t="36778" x="2193925" y="3338513"/>
          <p14:tracePt t="36785" x="2193925" y="3333750"/>
          <p14:tracePt t="36793" x="2193925" y="3327400"/>
          <p14:tracePt t="36803" x="2193925" y="3314700"/>
          <p14:tracePt t="36808" x="2193925" y="3308350"/>
          <p14:tracePt t="36822" x="2193925" y="3302000"/>
          <p14:tracePt t="36828" x="2200275" y="3295650"/>
          <p14:tracePt t="36835" x="2206625" y="3289300"/>
          <p14:tracePt t="36845" x="2212975" y="3270250"/>
          <p14:tracePt t="36850" x="2232025" y="3270250"/>
          <p14:tracePt t="36859" x="2236788" y="3259138"/>
          <p14:tracePt t="36872" x="2243138" y="3259138"/>
          <p14:tracePt t="36881" x="2274888" y="3240088"/>
          <p14:tracePt t="36888" x="2293938" y="3233738"/>
          <p14:tracePt t="36907" x="2336800" y="3214688"/>
          <p14:tracePt t="36926" x="2373313" y="3208338"/>
          <p14:tracePt t="36939" x="2392363" y="3197225"/>
          <p14:tracePt t="36946" x="2398713" y="3197225"/>
          <p14:tracePt t="36955" x="2405063" y="3197225"/>
          <p14:tracePt t="36977" x="2424113" y="3197225"/>
          <p14:tracePt t="36984" x="2430463" y="3197225"/>
          <p14:tracePt t="36995" x="2435225" y="3197225"/>
          <p14:tracePt t="37012" x="2447925" y="3197225"/>
          <p14:tracePt t="37026" x="2473325" y="3197225"/>
          <p14:tracePt t="37033" x="2486025" y="3197225"/>
          <p14:tracePt t="37041" x="2503488" y="3197225"/>
          <p14:tracePt t="37052" x="2528888" y="3208338"/>
          <p14:tracePt t="37066" x="2616200" y="3282950"/>
          <p14:tracePt t="37072" x="2659063" y="3333750"/>
          <p14:tracePt t="37086" x="2740025" y="3406775"/>
          <p14:tracePt t="37096" x="2832100" y="3468688"/>
          <p14:tracePt t="37104" x="2894013" y="3530600"/>
          <p14:tracePt t="37114" x="2968625" y="3568700"/>
          <p14:tracePt t="37122" x="3006725" y="3587750"/>
          <p14:tracePt t="37133" x="3049588" y="3611563"/>
          <p14:tracePt t="37139" x="3086100" y="3617913"/>
          <p14:tracePt t="37148" x="3124200" y="3630613"/>
          <p14:tracePt t="37154" x="3154363" y="3630613"/>
          <p14:tracePt t="37161" x="3167063" y="3630613"/>
          <p14:tracePt t="37178" x="3173413" y="3630613"/>
          <p14:tracePt t="37194" x="3173413" y="3611563"/>
          <p14:tracePt t="37208" x="3167063" y="3587750"/>
          <p14:tracePt t="37219" x="3148013" y="3575050"/>
          <p14:tracePt t="37226" x="3130550" y="3556000"/>
          <p14:tracePt t="37241" x="3086100" y="3519488"/>
          <p14:tracePt t="37247" x="3043238" y="3487738"/>
          <p14:tracePt t="37258" x="3017838" y="3468688"/>
          <p14:tracePt t="37265" x="2987675" y="3438525"/>
          <p14:tracePt t="37275" x="2944813" y="3419475"/>
          <p14:tracePt t="37285" x="2906713" y="3400425"/>
          <p14:tracePt t="37293" x="2863850" y="3376613"/>
          <p14:tracePt t="37299" x="2789238" y="3327400"/>
          <p14:tracePt t="37309" x="2733675" y="3308350"/>
          <p14:tracePt t="37322" x="2678113" y="3270250"/>
          <p14:tracePt t="37338" x="2616200" y="3221038"/>
          <p14:tracePt t="37354" x="2590800" y="3178175"/>
          <p14:tracePt t="37372" x="2560638" y="3122613"/>
          <p14:tracePt t="37379" x="2554288" y="3103563"/>
          <p14:tracePt t="37392" x="2547938" y="3084513"/>
          <p14:tracePt t="37404" x="2535238" y="3060700"/>
          <p14:tracePt t="37421" x="2535238" y="3054350"/>
          <p14:tracePt t="37515" x="2541588" y="3067050"/>
          <p14:tracePt t="37530" x="2584450" y="3103563"/>
          <p14:tracePt t="37540" x="2603500" y="3122613"/>
          <p14:tracePt t="37556" x="2633663" y="3146425"/>
          <p14:tracePt t="37562" x="2646363" y="3152775"/>
          <p14:tracePt t="37578" x="2665413" y="3152775"/>
          <p14:tracePt t="37588" x="2684463" y="3152775"/>
          <p14:tracePt t="37597" x="2690813" y="3152775"/>
          <p14:tracePt t="37608" x="2701925" y="3152775"/>
          <p14:tracePt t="37619" x="2740025" y="3141663"/>
          <p14:tracePt t="37629" x="2752725" y="3135313"/>
          <p14:tracePt t="37642" x="2789238" y="3097213"/>
          <p14:tracePt t="37654" x="2808288" y="3090863"/>
          <p14:tracePt t="37671" x="2832100" y="3073400"/>
          <p14:tracePt t="37675" x="2832100" y="3067050"/>
          <p14:tracePt t="37688" x="2838450" y="3067050"/>
          <p14:tracePt t="37774" x="2844800" y="3060700"/>
          <p14:tracePt t="37787" x="2887663" y="3041650"/>
          <p14:tracePt t="37803" x="2944813" y="3016250"/>
          <p14:tracePt t="37810" x="2994025" y="2992438"/>
          <p14:tracePt t="37821" x="3079750" y="2967038"/>
          <p14:tracePt t="37831" x="3167063" y="2954338"/>
          <p14:tracePt t="37839" x="3284538" y="2930525"/>
          <p14:tracePt t="37852" x="3600450" y="2917825"/>
          <p14:tracePt t="37864" x="3781425" y="2917825"/>
          <p14:tracePt t="37870" x="3990975" y="2954338"/>
          <p14:tracePt t="37874" x="4295775" y="3028950"/>
          <p14:tracePt t="37885" x="4568825" y="3122613"/>
          <p14:tracePt t="37894" x="4754563" y="3203575"/>
          <p14:tracePt t="37906" x="5262563" y="3438525"/>
          <p14:tracePt t="37913" x="5411788" y="3506788"/>
          <p14:tracePt t="37921" x="5591175" y="3592513"/>
          <p14:tracePt t="37940" x="5851525" y="3729038"/>
          <p14:tracePt t="37946" x="5956300" y="3797300"/>
          <p14:tracePt t="37956" x="6030913" y="3846513"/>
          <p14:tracePt t="37961" x="6124575" y="3903663"/>
          <p14:tracePt t="37970" x="6142038" y="3927475"/>
          <p14:tracePt t="37979" x="6167438" y="3946525"/>
          <p14:tracePt t="37988" x="6186488" y="3952875"/>
          <p14:tracePt t="38005" x="6186488" y="3965575"/>
          <p14:tracePt t="38026" x="6180138" y="3965575"/>
          <p14:tracePt t="38040" x="6154738" y="3965575"/>
          <p14:tracePt t="38051" x="6148388" y="3965575"/>
          <p14:tracePt t="38069" x="6142038" y="3965575"/>
          <p14:tracePt t="38085" x="6135688" y="3965575"/>
          <p14:tracePt t="38093" x="6129338" y="3965575"/>
          <p14:tracePt t="38139" x="6105525" y="3965575"/>
          <p14:tracePt t="38148" x="6099175" y="3965575"/>
          <p14:tracePt t="38155" x="6080125" y="3965575"/>
          <p14:tracePt t="38173" x="6043613" y="3952875"/>
          <p14:tracePt t="38189" x="5975350" y="3914775"/>
          <p14:tracePt t="38209" x="5907088" y="3865563"/>
          <p14:tracePt t="38220" x="5864225" y="3829050"/>
          <p14:tracePt t="38227" x="5832475" y="3790950"/>
          <p14:tracePt t="38238" x="5789613" y="3754438"/>
          <p14:tracePt t="38240" x="5757863" y="3729038"/>
          <p14:tracePt t="38249" x="5734050" y="3698875"/>
          <p14:tracePt t="38257" x="5715000" y="3673475"/>
          <p14:tracePt t="38272" x="5676900" y="3643313"/>
          <p14:tracePt t="38290" x="5653088" y="3611563"/>
          <p14:tracePt t="38297" x="5646738" y="3605213"/>
          <p14:tracePt t="38305" x="5627688" y="3587750"/>
          <p14:tracePt t="38322" x="5614988" y="3575050"/>
          <p14:tracePt t="38335" x="5610225" y="3568700"/>
          <p14:tracePt t="38343" x="5610225" y="3562350"/>
          <p14:tracePt t="38357" x="5603875" y="3562350"/>
          <p14:tracePt t="38371" x="5603875" y="3549650"/>
          <p14:tracePt t="38389" x="5603875" y="3536950"/>
          <p14:tracePt t="38409" x="5603875" y="3530600"/>
          <p14:tracePt t="38425" x="5614988" y="3519488"/>
          <p14:tracePt t="38435" x="5621338" y="3513138"/>
          <p14:tracePt t="38440" x="5627688" y="3500438"/>
          <p14:tracePt t="38450" x="5653088" y="3494088"/>
          <p14:tracePt t="38459" x="5659438" y="3487738"/>
          <p14:tracePt t="38473" x="5721350" y="3468688"/>
          <p14:tracePt t="38491" x="5789613" y="3451225"/>
          <p14:tracePt t="38508" x="5851525" y="3432175"/>
          <p14:tracePt t="38526" x="5932488" y="3413125"/>
          <p14:tracePt t="38530" x="5956300" y="3406775"/>
          <p14:tracePt t="38538" x="5988050" y="3395663"/>
          <p14:tracePt t="38545" x="5994400" y="3395663"/>
          <p14:tracePt t="38565" x="6005513" y="3395663"/>
          <p14:tracePt t="38572" x="6011863" y="3389313"/>
          <p14:tracePt t="38616" x="6024563" y="3389313"/>
          <p14:tracePt t="38637" x="6030913" y="3389313"/>
          <p14:tracePt t="38649" x="6037263" y="3389313"/>
          <p14:tracePt t="38665" x="6043613" y="3389313"/>
          <p14:tracePt t="38675" x="6049963" y="3382963"/>
          <p14:tracePt t="38688" x="6056313" y="3376613"/>
          <p14:tracePt t="38708" x="6067425" y="3370263"/>
          <p14:tracePt t="38714" x="6080125" y="3370263"/>
          <p14:tracePt t="38721" x="6086475" y="3357563"/>
          <p14:tracePt t="38731" x="6099175" y="3351213"/>
          <p14:tracePt t="38738" x="6118225" y="3351213"/>
          <p14:tracePt t="38743" x="6124575" y="3344863"/>
          <p14:tracePt t="38753" x="6148388" y="3338513"/>
          <p14:tracePt t="38764" x="6173788" y="3327400"/>
          <p14:tracePt t="38773" x="6216650" y="3308350"/>
          <p14:tracePt t="38778" x="6265863" y="3295650"/>
          <p14:tracePt t="38789" x="6310313" y="3276600"/>
          <p14:tracePt t="38805" x="6378575" y="3252788"/>
          <p14:tracePt t="38811" x="6384925" y="3233738"/>
          <p14:tracePt t="38816" x="6402388" y="3221038"/>
          <p14:tracePt t="38825" x="6408738" y="3214688"/>
          <p14:tracePt t="38842" x="6415088" y="3208338"/>
          <p14:tracePt t="38851" x="6421438" y="3197225"/>
          <p14:tracePt t="38865" x="6421438" y="3178175"/>
          <p14:tracePt t="38874" x="6427788" y="3171825"/>
          <p14:tracePt t="38889" x="6427788" y="3135313"/>
          <p14:tracePt t="38905" x="6427788" y="3122613"/>
          <p14:tracePt t="38908" x="6427788" y="3116263"/>
          <p14:tracePt t="38926" x="6427788" y="3103563"/>
          <p14:tracePt t="39445" x="6434138" y="3103563"/>
          <p14:tracePt t="39460" x="6453188" y="3103563"/>
          <p14:tracePt t="39467" x="6483350" y="3122613"/>
          <p14:tracePt t="39481" x="6519863" y="3141663"/>
          <p14:tracePt t="39496" x="6545263" y="3146425"/>
          <p14:tracePt t="39594" x="6519863" y="3146425"/>
          <p14:tracePt t="39604" x="6470650" y="3146425"/>
          <p14:tracePt t="39609" x="6402388" y="3146425"/>
          <p14:tracePt t="39628" x="6303963" y="3146425"/>
          <p14:tracePt t="39641" x="6148388" y="3171825"/>
          <p14:tracePt t="39665" x="5999163" y="3233738"/>
          <p14:tracePt t="39684" x="5894388" y="3314700"/>
          <p14:tracePt t="39690" x="5868988" y="3333750"/>
          <p14:tracePt t="39705" x="5738813" y="3389313"/>
          <p14:tracePt t="39723" x="5565775" y="3468688"/>
          <p14:tracePt t="39730" x="5441950" y="3506788"/>
          <p14:tracePt t="39738" x="5343525" y="3543300"/>
          <p14:tracePt t="39755" x="5100638" y="3624263"/>
          <p14:tracePt t="39771" x="4983163" y="3654425"/>
          <p14:tracePt t="39789" x="4748213" y="3705225"/>
          <p14:tracePt t="39794" x="4641850" y="3729038"/>
          <p14:tracePt t="39805" x="4524375" y="3741738"/>
          <p14:tracePt t="39814" x="4406900" y="3754438"/>
          <p14:tracePt t="39828" x="4140200" y="3773488"/>
          <p14:tracePt t="39835" x="4010025" y="3773488"/>
          <p14:tracePt t="39843" x="3879850" y="3773488"/>
          <p14:tracePt t="39851" x="3713163" y="3760788"/>
          <p14:tracePt t="39858" x="3551238" y="3748088"/>
          <p14:tracePt t="39872" x="3403600" y="3735388"/>
          <p14:tracePt t="39880" x="3216275" y="3705225"/>
          <p14:tracePt t="39885" x="3049588" y="3692525"/>
          <p14:tracePt t="39894" x="2863850" y="3660775"/>
          <p14:tracePt t="39906" x="2466975" y="3575050"/>
          <p14:tracePt t="39922" x="2112963" y="3487738"/>
          <p14:tracePt t="39940" x="1841500" y="3376613"/>
          <p14:tracePt t="39946" x="1704975" y="3308350"/>
          <p14:tracePt t="39959" x="1598613" y="3227388"/>
          <p14:tracePt t="39970" x="1524000" y="3165475"/>
          <p14:tracePt t="39979" x="1338263" y="2992438"/>
          <p14:tracePt t="39989" x="1270000" y="2887663"/>
          <p14:tracePt t="40005" x="1184275" y="2706688"/>
          <p14:tracePt t="40010" x="1158875" y="2633663"/>
          <p14:tracePt t="40021" x="1146175" y="2552700"/>
          <p14:tracePt t="40027" x="1146175" y="2497138"/>
          <p14:tracePt t="40040" x="1146175" y="2379663"/>
          <p14:tracePt t="40061" x="1184275" y="2286000"/>
          <p14:tracePt t="40073" x="1227138" y="2230438"/>
          <p14:tracePt t="40091" x="1276350" y="2187575"/>
          <p14:tracePt t="40106" x="1295400" y="2174875"/>
          <p14:tracePt t="40110" x="1320800" y="2155825"/>
          <p14:tracePt t="40122" x="1363663" y="2130425"/>
          <p14:tracePt t="40140" x="1406525" y="2112963"/>
          <p14:tracePt t="40157" x="1462088" y="2112963"/>
          <p14:tracePt t="40165" x="1500188" y="2112963"/>
          <p14:tracePt t="40174" x="1555750" y="2149475"/>
          <p14:tracePt t="40180" x="1630363" y="2187575"/>
          <p14:tracePt t="40185" x="1673225" y="2205038"/>
          <p14:tracePt t="40200" x="1779588" y="2260600"/>
          <p14:tracePt t="40213" x="2039938" y="2379663"/>
          <p14:tracePt t="40221" x="2157413" y="2446338"/>
          <p14:tracePt t="40242" x="2541588" y="2695575"/>
          <p14:tracePt t="40251" x="2690813" y="2843213"/>
          <p14:tracePt t="40270" x="2938463" y="3135313"/>
          <p14:tracePt t="40281" x="3006725" y="3270250"/>
          <p14:tracePt t="40288" x="3062288" y="3406775"/>
          <p14:tracePt t="40307" x="3098800" y="3630613"/>
          <p14:tracePt t="40326" x="3092450" y="3784600"/>
          <p14:tracePt t="40330" x="3068638" y="3810000"/>
          <p14:tracePt t="40338" x="3024188" y="3852863"/>
          <p14:tracePt t="40354" x="2981325" y="3890963"/>
          <p14:tracePt t="40362" x="2925763" y="3933825"/>
          <p14:tracePt t="40385" x="2887663" y="3952875"/>
          <p14:tracePt t="40389" x="2870200" y="3952875"/>
          <p14:tracePt t="40400" x="2838450" y="3952875"/>
          <p14:tracePt t="40411" x="2825750" y="3952875"/>
          <p14:tracePt t="40421" x="2820988" y="3952875"/>
          <p14:tracePt t="40425" x="2795588" y="3952875"/>
          <p14:tracePt t="40440" x="2763838" y="3952875"/>
          <p14:tracePt t="40444" x="2727325" y="3927475"/>
          <p14:tracePt t="40460" x="2671763" y="3921125"/>
          <p14:tracePt t="40470" x="2659063" y="3914775"/>
          <p14:tracePt t="40475" x="2640013" y="3903663"/>
          <p14:tracePt t="40485" x="2633663" y="3897313"/>
          <p14:tracePt t="40494" x="2616200" y="3890963"/>
          <p14:tracePt t="40508" x="2603500" y="3884613"/>
          <p14:tracePt t="40512" x="2597150" y="3871913"/>
          <p14:tracePt t="40523" x="2597150" y="3865563"/>
          <p14:tracePt t="40539" x="2584450" y="3865563"/>
          <p14:tracePt t="40553" x="2584450" y="3859213"/>
          <p14:tracePt t="40562" x="2571750" y="3859213"/>
          <p14:tracePt t="40593" x="2571750" y="3852863"/>
          <p14:tracePt t="40602" x="2571750" y="3846513"/>
          <p14:tracePt t="40608" x="2565400" y="3846513"/>
          <p14:tracePt t="40622" x="2565400" y="3841750"/>
          <p14:tracePt t="40627" x="2560638" y="3835400"/>
          <p14:tracePt t="40639" x="2554288" y="3829050"/>
          <p14:tracePt t="40660" x="2541588" y="3810000"/>
          <p14:tracePt t="40677" x="2522538" y="3803650"/>
          <p14:tracePt t="40684" x="2516188" y="3803650"/>
          <p14:tracePt t="40691" x="2509838" y="3797300"/>
          <p14:tracePt t="40704" x="2503488" y="3797300"/>
          <p14:tracePt t="40714" x="2492375" y="3790950"/>
          <p14:tracePt t="40728" x="2460625" y="3778250"/>
          <p14:tracePt t="40738" x="2441575" y="3778250"/>
          <p14:tracePt t="40760" x="2392363" y="3773488"/>
          <p14:tracePt t="40774" x="2386013" y="3773488"/>
          <p14:tracePt t="40778" x="2379663" y="3773488"/>
          <p14:tracePt t="40794" x="2373313" y="3773488"/>
          <p14:tracePt t="40806" x="2366963" y="3773488"/>
          <p14:tracePt t="40826" x="2355850" y="3773488"/>
          <p14:tracePt t="40856" x="2349500" y="3773488"/>
          <p14:tracePt t="40871" x="2343150" y="3773488"/>
          <p14:tracePt t="40881" x="2336800" y="3773488"/>
          <p14:tracePt t="40888" x="2324100" y="3773488"/>
          <p14:tracePt t="40906" x="2300288" y="3773488"/>
          <p14:tracePt t="40916" x="2293938" y="3773488"/>
          <p14:tracePt t="40923" x="2274888" y="3773488"/>
          <p14:tracePt t="40937" x="2262188" y="3767138"/>
          <p14:tracePt t="40946" x="2236788" y="3741738"/>
          <p14:tracePt t="40959" x="2219325" y="3735388"/>
          <p14:tracePt t="40973" x="2193925" y="3705225"/>
          <p14:tracePt t="40989" x="2181225" y="3692525"/>
          <p14:tracePt t="41007" x="2174875" y="3673475"/>
          <p14:tracePt t="41011" x="2170113" y="3660775"/>
          <p14:tracePt t="41024" x="2170113" y="3643313"/>
          <p14:tracePt t="41034" x="2157413" y="3636963"/>
          <p14:tracePt t="41045" x="2151063" y="3630613"/>
          <p14:tracePt t="41058" x="2151063" y="3611563"/>
          <p14:tracePt t="41064" x="2144713" y="3592513"/>
          <p14:tracePt t="41075" x="2144713" y="3587750"/>
          <p14:tracePt t="41085" x="2144713" y="3581400"/>
          <p14:tracePt t="41094" x="2144713" y="3575050"/>
          <p14:tracePt t="41105" x="2144713" y="3562350"/>
          <p14:tracePt t="41111" x="2144713" y="3549650"/>
          <p14:tracePt t="41114" x="2144713" y="3543300"/>
          <p14:tracePt t="41121" x="2144713" y="3536950"/>
          <p14:tracePt t="41131" x="2144713" y="3530600"/>
          <p14:tracePt t="41140" x="2144713" y="3524250"/>
          <p14:tracePt t="41227" x="2151063" y="3524250"/>
          <p14:tracePt t="41236" x="2170113" y="3530600"/>
          <p14:tracePt t="41245" x="2187575" y="3549650"/>
          <p14:tracePt t="41257" x="2232025" y="3605213"/>
          <p14:tracePt t="41265" x="2243138" y="3624263"/>
          <p14:tracePt t="41273" x="2287588" y="3692525"/>
          <p14:tracePt t="41281" x="2311400" y="3716338"/>
          <p14:tracePt t="41290" x="2324100" y="3735388"/>
          <p14:tracePt t="41306" x="2343150" y="3778250"/>
          <p14:tracePt t="41317" x="2349500" y="3790950"/>
          <p14:tracePt t="41324" x="2362200" y="3822700"/>
          <p14:tracePt t="41339" x="2379663" y="3865563"/>
          <p14:tracePt t="41357" x="2379663" y="3890963"/>
          <p14:tracePt t="41373" x="2379663" y="3897313"/>
          <p14:tracePt t="41390" x="2379663" y="3903663"/>
          <p14:tracePt t="41409" x="2373313" y="3903663"/>
          <p14:tracePt t="41435" x="2362200" y="3903663"/>
          <p14:tracePt t="41449" x="2317750" y="3878263"/>
          <p14:tracePt t="41458" x="2300288" y="3865563"/>
          <p14:tracePt t="41475" x="2255838" y="3829050"/>
          <p14:tracePt t="41479" x="2236788" y="3810000"/>
          <p14:tracePt t="41490" x="2219325" y="3790950"/>
          <p14:tracePt t="41507" x="2181225" y="3735388"/>
          <p14:tracePt t="41527" x="2144713" y="3692525"/>
          <p14:tracePt t="41530" x="2138363" y="3673475"/>
          <p14:tracePt t="41540" x="2125663" y="3654425"/>
          <p14:tracePt t="41555" x="2112963" y="3611563"/>
          <p14:tracePt t="41573" x="2101850" y="3581400"/>
          <p14:tracePt t="41576" x="2101850" y="3556000"/>
          <p14:tracePt t="41589" x="2095500" y="3536950"/>
          <p14:tracePt t="41598" x="2076450" y="3468688"/>
          <p14:tracePt t="41606" x="2076450" y="3444875"/>
          <p14:tracePt t="41615" x="2057400" y="3406775"/>
          <p14:tracePt t="41624" x="2057400" y="3376613"/>
          <p14:tracePt t="41639" x="2039938" y="3344863"/>
          <p14:tracePt t="41656" x="2033588" y="3327400"/>
          <p14:tracePt t="41757" x="2033588" y="3351213"/>
          <p14:tracePt t="41765" x="2063750" y="3400425"/>
          <p14:tracePt t="41779" x="2108200" y="3500438"/>
          <p14:tracePt t="41793" x="2170113" y="3630613"/>
          <p14:tracePt t="41805" x="2187575" y="3654425"/>
          <p14:tracePt t="41810" x="2206625" y="3686175"/>
          <p14:tracePt t="41820" x="2225675" y="3722688"/>
          <p14:tracePt t="41827" x="2243138" y="3754438"/>
          <p14:tracePt t="41835" x="2249488" y="3767138"/>
          <p14:tracePt t="41843" x="2255838" y="3773488"/>
          <p14:tracePt t="41859" x="2255838" y="3784600"/>
          <p14:tracePt t="41870" x="2255838" y="3790950"/>
          <p14:tracePt t="41919" x="2249488" y="3778250"/>
          <p14:tracePt t="41929" x="2219325" y="3760788"/>
          <p14:tracePt t="41946" x="2212975" y="3741738"/>
          <p14:tracePt t="41958" x="2212975" y="3729038"/>
          <p14:tracePt t="41974" x="2193925" y="3692525"/>
          <p14:tracePt t="41978" x="2187575" y="3679825"/>
          <p14:tracePt t="41985" x="2174875" y="3649663"/>
          <p14:tracePt t="41992" x="2170113" y="3624263"/>
          <p14:tracePt t="42001" x="2170113" y="3587750"/>
          <p14:tracePt t="42009" x="2157413" y="3562350"/>
          <p14:tracePt t="42012" x="2151063" y="3519488"/>
          <p14:tracePt t="42024" x="2151063" y="3494088"/>
          <p14:tracePt t="42039" x="2138363" y="3468688"/>
          <p14:tracePt t="42056" x="2112963" y="3395663"/>
          <p14:tracePt t="42072" x="2101850" y="3370263"/>
          <p14:tracePt t="42090" x="2095500" y="3370263"/>
          <p14:tracePt t="42156" x="2095500" y="3382963"/>
          <p14:tracePt t="42166" x="2108200" y="3406775"/>
          <p14:tracePt t="42171" x="2138363" y="3475038"/>
          <p14:tracePt t="42181" x="2170113" y="3543300"/>
          <p14:tracePt t="42193" x="2187575" y="3581400"/>
          <p14:tracePt t="42209" x="2219325" y="3636963"/>
          <p14:tracePt t="42216" x="2225675" y="3660775"/>
          <p14:tracePt t="42225" x="2236788" y="3692525"/>
          <p14:tracePt t="42236" x="2243138" y="3716338"/>
          <p14:tracePt t="42245" x="2249488" y="3735388"/>
          <p14:tracePt t="42249" x="2249488" y="3754438"/>
          <p14:tracePt t="42261" x="2249488" y="3760788"/>
          <p14:tracePt t="42273" x="2249488" y="3767138"/>
          <p14:tracePt t="42364" x="2243138" y="3754438"/>
          <p14:tracePt t="42376" x="2212975" y="3735388"/>
          <p14:tracePt t="42382" x="2200275" y="3711575"/>
          <p14:tracePt t="42387" x="2174875" y="3667125"/>
          <p14:tracePt t="42397" x="2170113" y="3630613"/>
          <p14:tracePt t="42412" x="2132013" y="3524250"/>
          <p14:tracePt t="42425" x="2132013" y="3457575"/>
          <p14:tracePt t="42435" x="2125663" y="3432175"/>
          <p14:tracePt t="42441" x="2125663" y="3406775"/>
          <p14:tracePt t="42454" x="2125663" y="3400425"/>
          <p14:tracePt t="42461" x="2125663" y="3382963"/>
          <p14:tracePt t="42465" x="2125663" y="3370263"/>
          <p14:tracePt t="42476" x="2125663" y="3357563"/>
          <p14:tracePt t="42551" x="2125663" y="3370263"/>
          <p14:tracePt t="42563" x="2138363" y="3406775"/>
          <p14:tracePt t="42568" x="2157413" y="3451225"/>
          <p14:tracePt t="42585" x="2187575" y="3543300"/>
          <p14:tracePt t="42603" x="2206625" y="3605213"/>
          <p14:tracePt t="42609" x="2219325" y="3660775"/>
          <p14:tracePt t="42620" x="2225675" y="3698875"/>
          <p14:tracePt t="42628" x="2236788" y="3735388"/>
          <p14:tracePt t="42634" x="2243138" y="3760788"/>
          <p14:tracePt t="42641" x="2255838" y="3778250"/>
          <p14:tracePt t="42652" x="2255838" y="3797300"/>
          <p14:tracePt t="42661" x="2262188" y="3803650"/>
          <p14:tracePt t="42667" x="2262188" y="3810000"/>
          <p14:tracePt t="42743" x="2255838" y="3810000"/>
          <p14:tracePt t="42753" x="2232025" y="3797300"/>
          <p14:tracePt t="42760" x="2225675" y="3790950"/>
          <p14:tracePt t="42773" x="2219325" y="3778250"/>
          <p14:tracePt t="42776" x="2206625" y="3748088"/>
          <p14:tracePt t="42789" x="2200275" y="3722688"/>
          <p14:tracePt t="42795" x="2181225" y="3667125"/>
          <p14:tracePt t="42813" x="2151063" y="3605213"/>
          <p14:tracePt t="42828" x="2144713" y="3562350"/>
          <p14:tracePt t="42839" x="2132013" y="3524250"/>
          <p14:tracePt t="42851" x="2125663" y="3500438"/>
          <p14:tracePt t="42856" x="2112963" y="3468688"/>
          <p14:tracePt t="42865" x="2112963" y="3432175"/>
          <p14:tracePt t="42873" x="2112963" y="3419475"/>
          <p14:tracePt t="42881" x="2112963" y="3400425"/>
          <p14:tracePt t="42896" x="2112963" y="3395663"/>
          <p14:tracePt t="42962" x="2112963" y="3413125"/>
          <p14:tracePt t="42976" x="2119313" y="3451225"/>
          <p14:tracePt t="42980" x="2125663" y="3506788"/>
          <p14:tracePt t="42986" x="2138363" y="3562350"/>
          <p14:tracePt t="42994" x="2163763" y="3630613"/>
          <p14:tracePt t="43004" x="2187575" y="3686175"/>
          <p14:tracePt t="43011" x="2212975" y="3760788"/>
          <p14:tracePt t="43024" x="2243138" y="3884613"/>
          <p14:tracePt t="43036" x="2249488" y="3908425"/>
          <p14:tracePt t="43043" x="2249488" y="3927475"/>
          <p14:tracePt t="43050" x="2262188" y="3946525"/>
          <p14:tracePt t="43057" x="2262188" y="3952875"/>
          <p14:tracePt t="43066" x="2262188" y="3959225"/>
          <p14:tracePt t="43156" x="2249488" y="3946525"/>
          <p14:tracePt t="43171" x="2225675" y="3903663"/>
          <p14:tracePt t="43188" x="2206625" y="3841750"/>
          <p14:tracePt t="43194" x="2181225" y="3773488"/>
          <p14:tracePt t="43201" x="2163763" y="3698875"/>
          <p14:tracePt t="43211" x="2151063" y="3630613"/>
          <p14:tracePt t="43224" x="2138363" y="3592513"/>
          <p14:tracePt t="43234" x="2132013" y="3549650"/>
          <p14:tracePt t="43241" x="2132013" y="3524250"/>
          <p14:tracePt t="43249" x="2119313" y="3494088"/>
          <p14:tracePt t="43257" x="2119313" y="3481388"/>
          <p14:tracePt t="43279" x="2119313" y="3451225"/>
          <p14:tracePt t="43354" x="2119313" y="3457575"/>
          <p14:tracePt t="43368" x="2132013" y="3536950"/>
          <p14:tracePt t="43380" x="2132013" y="3562350"/>
          <p14:tracePt t="43390" x="2144713" y="3598863"/>
          <p14:tracePt t="43396" x="2157413" y="3654425"/>
          <p14:tracePt t="43405" x="2163763" y="3711575"/>
          <p14:tracePt t="43414" x="2187575" y="3767138"/>
          <p14:tracePt t="43421" x="2200275" y="3816350"/>
          <p14:tracePt t="43428" x="2206625" y="3846513"/>
          <p14:tracePt t="43436" x="2219325" y="3871913"/>
          <p14:tracePt t="43444" x="2225675" y="3890963"/>
          <p14:tracePt t="43450" x="2225675" y="3897313"/>
          <p14:tracePt t="43461" x="2225675" y="3908425"/>
          <p14:tracePt t="43474" x="2225675" y="3921125"/>
          <p14:tracePt t="43491" x="2225675" y="3927475"/>
          <p14:tracePt t="43507" x="2219325" y="3927475"/>
          <p14:tracePt t="43524" x="2193925" y="3927475"/>
          <p14:tracePt t="43532" x="2187575" y="3927475"/>
          <p14:tracePt t="43538" x="2181225" y="3914775"/>
          <p14:tracePt t="43548" x="2163763" y="3903663"/>
          <p14:tracePt t="43556" x="2157413" y="3897313"/>
          <p14:tracePt t="43573" x="2144713" y="3841750"/>
          <p14:tracePt t="43579" x="2132013" y="3816350"/>
          <p14:tracePt t="43589" x="2125663" y="3778250"/>
          <p14:tracePt t="43593" x="2101850" y="3722688"/>
          <p14:tracePt t="43614" x="2089150" y="3649663"/>
          <p14:tracePt t="43621" x="2089150" y="3624263"/>
          <p14:tracePt t="43628" x="2082800" y="3568700"/>
          <p14:tracePt t="43632" x="2082800" y="3519488"/>
          <p14:tracePt t="43642" x="2070100" y="3494088"/>
          <p14:tracePt t="43656" x="2070100" y="3438525"/>
          <p14:tracePt t="43676" x="2070100" y="3406775"/>
          <p14:tracePt t="43681" x="2070100" y="3400425"/>
          <p14:tracePt t="43760" x="2082800" y="3444875"/>
          <p14:tracePt t="43778" x="2101850" y="3536950"/>
          <p14:tracePt t="43793" x="2101850" y="3562350"/>
          <p14:tracePt t="43797" x="2112963" y="3611563"/>
          <p14:tracePt t="43807" x="2138363" y="3686175"/>
          <p14:tracePt t="43812" x="2151063" y="3754438"/>
          <p14:tracePt t="43823" x="2174875" y="3829050"/>
          <p14:tracePt t="43837" x="2181225" y="3852863"/>
          <p14:tracePt t="43841" x="2200275" y="3897313"/>
          <p14:tracePt t="43851" x="2206625" y="3927475"/>
          <p14:tracePt t="43865" x="2219325" y="3933825"/>
          <p14:tracePt t="43924" x="2212975" y="3933825"/>
          <p14:tracePt t="43934" x="2163763" y="3846513"/>
          <p14:tracePt t="43945" x="2144713" y="3810000"/>
          <p14:tracePt t="43963" x="2101850" y="3711575"/>
          <p14:tracePt t="43968" x="2089150" y="3673475"/>
          <p14:tracePt t="43980" x="2082800" y="3630613"/>
          <p14:tracePt t="43993" x="2057400" y="3506788"/>
          <p14:tracePt t="44001" x="2044700" y="3457575"/>
          <p14:tracePt t="44014" x="2020888" y="3370263"/>
          <p14:tracePt t="44025" x="2008188" y="3289300"/>
          <p14:tracePt t="44042" x="2008188" y="3276600"/>
          <p14:tracePt t="44057" x="2008188" y="3265488"/>
          <p14:tracePt t="44104" x="2008188" y="3270250"/>
          <p14:tracePt t="44108" x="2008188" y="3282950"/>
          <p14:tracePt t="44118" x="2008188" y="3344863"/>
          <p14:tracePt t="44126" x="2027238" y="3400425"/>
          <p14:tracePt t="44141" x="2076450" y="3530600"/>
          <p14:tracePt t="44150" x="2082800" y="3598863"/>
          <p14:tracePt t="44166" x="2119313" y="3748088"/>
          <p14:tracePt t="44173" x="2132013" y="3784600"/>
          <p14:tracePt t="44185" x="2132013" y="3816350"/>
          <p14:tracePt t="44193" x="2138363" y="3822700"/>
          <p14:tracePt t="44200" x="2138363" y="3829050"/>
          <p14:tracePt t="44210" x="2138363" y="3835400"/>
          <p14:tracePt t="44267" x="2132013" y="3810000"/>
          <p14:tracePt t="44277" x="2125663" y="3784600"/>
          <p14:tracePt t="44281" x="2112963" y="3754438"/>
          <p14:tracePt t="44293" x="2108200" y="3741738"/>
          <p14:tracePt t="44307" x="2108200" y="3686175"/>
          <p14:tracePt t="44310" x="2108200" y="3673475"/>
          <p14:tracePt t="44324" x="2101850" y="3630613"/>
          <p14:tracePt t="44330" x="2101850" y="3581400"/>
          <p14:tracePt t="44340" x="2101850" y="3556000"/>
          <p14:tracePt t="44349" x="2101850" y="3530600"/>
          <p14:tracePt t="44356" x="2101850" y="3519488"/>
          <p14:tracePt t="44370" x="2101850" y="3500438"/>
          <p14:tracePt t="44380" x="2101850" y="3487738"/>
          <p14:tracePt t="44384" x="2101850" y="3481388"/>
          <p14:tracePt t="44556" x="2101850" y="3494088"/>
          <p14:tracePt t="44570" x="2101850" y="3513138"/>
          <p14:tracePt t="44587" x="2108200" y="3530600"/>
          <p14:tracePt t="44594" x="2112963" y="3536950"/>
          <p14:tracePt t="44599" x="2112963" y="3543300"/>
          <p14:tracePt t="44622" x="2112963" y="3549650"/>
          <p14:tracePt t="45227" x="2112963" y="3530600"/>
          <p14:tracePt t="45236" x="2112963" y="3519488"/>
          <p14:tracePt t="45247" x="2101850" y="3500438"/>
          <p14:tracePt t="45262" x="2101850" y="3487738"/>
          <p14:tracePt t="45311" x="2125663" y="3556000"/>
          <p14:tracePt t="45323" x="2144713" y="3598863"/>
          <p14:tracePt t="45333" x="2170113" y="3636963"/>
          <p14:tracePt t="45341" x="2174875" y="3667125"/>
          <p14:tracePt t="45357" x="2193925" y="3716338"/>
          <p14:tracePt t="45360" x="2200275" y="3748088"/>
          <p14:tracePt t="45374" x="2200275" y="3760788"/>
          <p14:tracePt t="45379" x="2212975" y="3778250"/>
          <p14:tracePt t="45390" x="2212975" y="3797300"/>
          <p14:tracePt t="45396" x="2219325" y="3810000"/>
          <p14:tracePt t="45411" x="2219325" y="3816350"/>
          <p14:tracePt t="45499" x="2212975" y="3810000"/>
          <p14:tracePt t="45509" x="2200275" y="3784600"/>
          <p14:tracePt t="45526" x="2163763" y="3729038"/>
          <p14:tracePt t="45542" x="2112963" y="3643313"/>
          <p14:tracePt t="45560" x="2101850" y="3617913"/>
          <p14:tracePt t="45576" x="2101850" y="3611563"/>
          <p14:tracePt t="45677" x="2101850" y="3649663"/>
          <p14:tracePt t="45692" x="2125663" y="3760788"/>
          <p14:tracePt t="45700" x="2132013" y="3784600"/>
          <p14:tracePt t="45707" x="2132013" y="3810000"/>
          <p14:tracePt t="45713" x="2144713" y="3841750"/>
          <p14:tracePt t="45724" x="2144713" y="3890963"/>
          <p14:tracePt t="45726" x="2144713" y="3927475"/>
          <p14:tracePt t="45741" x="2144713" y="3952875"/>
          <p14:tracePt t="45747" x="2144713" y="3959225"/>
          <p14:tracePt t="45756" x="2144713" y="3965575"/>
          <p14:tracePt t="45819" x="2132013" y="3959225"/>
          <p14:tracePt t="45830" x="2125663" y="3914775"/>
          <p14:tracePt t="45842" x="2089150" y="3810000"/>
          <p14:tracePt t="45859" x="2070100" y="3698875"/>
          <p14:tracePt t="45865" x="2057400" y="3649663"/>
          <p14:tracePt t="45874" x="2057400" y="3611563"/>
          <p14:tracePt t="45886" x="2027238" y="3519488"/>
          <p14:tracePt t="45895" x="2027238" y="3487738"/>
          <p14:tracePt t="45907" x="2020888" y="3475038"/>
          <p14:tracePt t="45923" x="2020888" y="3457575"/>
          <p14:tracePt t="45986" x="2020888" y="3468688"/>
          <p14:tracePt t="45995" x="2020888" y="3506788"/>
          <p14:tracePt t="46008" x="2044700" y="3562350"/>
          <p14:tracePt t="46027" x="2082800" y="3667125"/>
          <p14:tracePt t="46046" x="2112963" y="3722688"/>
          <p14:tracePt t="46060" x="2132013" y="3767138"/>
          <p14:tracePt t="46065" x="2132013" y="3797300"/>
          <p14:tracePt t="46080" x="2144713" y="3841750"/>
          <p14:tracePt t="46091" x="2144713" y="3846513"/>
          <p14:tracePt t="46161" x="2144713" y="3835400"/>
          <p14:tracePt t="46172" x="2144713" y="3797300"/>
          <p14:tracePt t="46189" x="2112963" y="3705225"/>
          <p14:tracePt t="46199" x="2108200" y="3679825"/>
          <p14:tracePt t="46213" x="2089150" y="3611563"/>
          <p14:tracePt t="46237" x="2082800" y="3581400"/>
          <p14:tracePt t="46240" x="2082800" y="3575050"/>
          <p14:tracePt t="46248" x="2076450" y="3575050"/>
          <p14:tracePt t="46301" x="2076450" y="3581400"/>
          <p14:tracePt t="46311" x="2082800" y="3611563"/>
          <p14:tracePt t="46316" x="2095500" y="3630613"/>
          <p14:tracePt t="46324" x="2101850" y="3679825"/>
          <p14:tracePt t="46328" x="2112963" y="3716338"/>
          <p14:tracePt t="46342" x="2125663" y="3773488"/>
          <p14:tracePt t="46346" x="2132013" y="3797300"/>
          <p14:tracePt t="46357" x="2144713" y="3859213"/>
          <p14:tracePt t="46380" x="2144713" y="3884613"/>
          <p14:tracePt t="46385" x="2151063" y="3890963"/>
          <p14:tracePt t="46396" x="2151063" y="3897313"/>
          <p14:tracePt t="46453" x="2138363" y="3878263"/>
          <p14:tracePt t="46466" x="2132013" y="3865563"/>
          <p14:tracePt t="46469" x="2101850" y="3822700"/>
          <p14:tracePt t="46490" x="2082800" y="3754438"/>
          <p14:tracePt t="46504" x="2076450" y="3735388"/>
          <p14:tracePt t="46514" x="2063750" y="3711575"/>
          <p14:tracePt t="46518" x="2063750" y="3698875"/>
          <p14:tracePt t="46525" x="2063750" y="3692525"/>
          <p14:tracePt t="46545" x="2063750" y="3679825"/>
          <p14:tracePt t="46610" x="2070100" y="3686175"/>
          <p14:tracePt t="46618" x="2101850" y="3711575"/>
          <p14:tracePt t="46628" x="2112963" y="3716338"/>
          <p14:tracePt t="46641" x="2157413" y="3790950"/>
          <p14:tracePt t="46650" x="2174875" y="3816350"/>
          <p14:tracePt t="46660" x="2181225" y="3846513"/>
          <p14:tracePt t="46664" x="2193925" y="3884613"/>
          <p14:tracePt t="46677" x="2200275" y="3908425"/>
          <p14:tracePt t="46691" x="2212975" y="3946525"/>
          <p14:tracePt t="46708" x="2212975" y="3952875"/>
          <p14:tracePt t="46774" x="2206625" y="3927475"/>
          <p14:tracePt t="46788" x="2187575" y="3859213"/>
          <p14:tracePt t="46801" x="2170113" y="3767138"/>
          <p14:tracePt t="46814" x="2163763" y="3748088"/>
          <p14:tracePt t="46827" x="2144713" y="3649663"/>
          <p14:tracePt t="46838" x="2144713" y="3624263"/>
          <p14:tracePt t="46849" x="2144713" y="3605213"/>
          <p14:tracePt t="46900" x="2157413" y="3630613"/>
          <p14:tracePt t="46914" x="2193925" y="3705225"/>
          <p14:tracePt t="46927" x="2212975" y="3784600"/>
          <p14:tracePt t="46942" x="2225675" y="3822700"/>
          <p14:tracePt t="46948" x="2232025" y="3846513"/>
          <p14:tracePt t="46952" x="2243138" y="3884613"/>
          <p14:tracePt t="46962" x="2243138" y="3903663"/>
          <p14:tracePt t="46968" x="2243138" y="3921125"/>
          <p14:tracePt t="46974" x="2243138" y="3927475"/>
          <p14:tracePt t="46994" x="2243138" y="3933825"/>
          <p14:tracePt t="47048" x="2232025" y="3933825"/>
          <p14:tracePt t="47059" x="2200275" y="3903663"/>
          <p14:tracePt t="47063" x="2181225" y="3878263"/>
          <p14:tracePt t="47074" x="2151063" y="3835400"/>
          <p14:tracePt t="47078" x="2132013" y="3778250"/>
          <p14:tracePt t="47088" x="2119313" y="3741738"/>
          <p14:tracePt t="47094" x="2095500" y="3667125"/>
          <p14:tracePt t="47114" x="2076450" y="3562350"/>
          <p14:tracePt t="47122" x="2076450" y="3536950"/>
          <p14:tracePt t="47130" x="2076450" y="3500438"/>
          <p14:tracePt t="47150" x="2076450" y="3432175"/>
          <p14:tracePt t="47200" x="2076450" y="3468688"/>
          <p14:tracePt t="47215" x="2082800" y="3519488"/>
          <p14:tracePt t="47218" x="2101850" y="3575050"/>
          <p14:tracePt t="47232" x="2112963" y="3679825"/>
          <p14:tracePt t="47243" x="2125663" y="3735388"/>
          <p14:tracePt t="47261" x="2132013" y="3810000"/>
          <p14:tracePt t="47269" x="2132013" y="3835400"/>
          <p14:tracePt t="47273" x="2144713" y="3859213"/>
          <p14:tracePt t="47289" x="2151063" y="3890963"/>
          <p14:tracePt t="47295" x="2157413" y="3914775"/>
          <p14:tracePt t="47314" x="2157413" y="3921125"/>
          <p14:tracePt t="47366" x="2157413" y="3908425"/>
          <p14:tracePt t="47377" x="2157413" y="3884613"/>
          <p14:tracePt t="47390" x="2138363" y="3803650"/>
          <p14:tracePt t="47401" x="2125663" y="3754438"/>
          <p14:tracePt t="47409" x="2112963" y="3698875"/>
          <p14:tracePt t="47415" x="2112963" y="3649663"/>
          <p14:tracePt t="47424" x="2108200" y="3592513"/>
          <p14:tracePt t="47434" x="2108200" y="3568700"/>
          <p14:tracePt t="47446" x="2095500" y="3530600"/>
          <p14:tracePt t="47464" x="2095500" y="3524250"/>
          <p14:tracePt t="47530" x="2095500" y="3536950"/>
          <p14:tracePt t="47545" x="2108200" y="3611563"/>
          <p14:tracePt t="47558" x="2119313" y="3667125"/>
          <p14:tracePt t="47565" x="2119313" y="3716338"/>
          <p14:tracePt t="47581" x="2132013" y="3784600"/>
          <p14:tracePt t="47591" x="2132013" y="3810000"/>
          <p14:tracePt t="47596" x="2138363" y="3835400"/>
          <p14:tracePt t="47607" x="2138363" y="3841750"/>
          <p14:tracePt t="47692" x="2125663" y="3822700"/>
          <p14:tracePt t="47704" x="2108200" y="3790950"/>
          <p14:tracePt t="47708" x="2089150" y="3754438"/>
          <p14:tracePt t="47714" x="2082800" y="3729038"/>
          <p14:tracePt t="47724" x="2070100" y="3692525"/>
          <p14:tracePt t="47727" x="2063750" y="3660775"/>
          <p14:tracePt t="47745" x="2051050" y="3598863"/>
          <p14:tracePt t="47752" x="2051050" y="3568700"/>
          <p14:tracePt t="47769" x="2051050" y="3530600"/>
          <p14:tracePt t="47788" x="2051050" y="3506788"/>
          <p14:tracePt t="47794" x="2051050" y="3500438"/>
          <p14:tracePt t="47891" x="2051050" y="3506788"/>
          <p14:tracePt t="47907" x="2051050" y="3513138"/>
          <p14:tracePt t="47917" x="2051050" y="3519488"/>
          <p14:tracePt t="48029" x="2051050" y="3524250"/>
          <p14:tracePt t="48350" x="2051050" y="3519488"/>
          <p14:tracePt t="48365" x="2051050" y="3513138"/>
          <p14:tracePt t="48376" x="2057400" y="3513138"/>
          <p14:tracePt t="48385" x="2057400" y="3506788"/>
          <p14:tracePt t="48425" x="2057400" y="3500438"/>
          <p14:tracePt t="48448" x="2057400" y="3494088"/>
          <p14:tracePt t="48459" x="2057400" y="3487738"/>
          <p14:tracePt t="48478" x="2057400" y="3468688"/>
          <p14:tracePt t="48483" x="2057400" y="3462338"/>
          <p14:tracePt t="48488" x="2057400" y="3457575"/>
          <p14:tracePt t="48502" x="2057400" y="3451225"/>
          <p14:tracePt t="48519" x="2057400" y="3444875"/>
          <p14:tracePt t="48550" x="2057400" y="3438525"/>
          <p14:tracePt t="48559" x="2070100" y="3438525"/>
          <p14:tracePt t="48575" x="2076450" y="3425825"/>
          <p14:tracePt t="48580" x="2082800" y="3419475"/>
          <p14:tracePt t="48615" x="2089150" y="3419475"/>
          <p14:tracePt t="48623" x="2095500" y="3432175"/>
          <p14:tracePt t="48632" x="2101850" y="3438525"/>
          <p14:tracePt t="48641" x="2101850" y="3444875"/>
          <p14:tracePt t="48662" x="2108200" y="3475038"/>
          <p14:tracePt t="48670" x="2119313" y="3475038"/>
          <p14:tracePt t="48676" x="2119313" y="3481388"/>
          <p14:tracePt t="48686" x="2119313" y="3487738"/>
          <p14:tracePt t="49189" x="2125663" y="3487738"/>
          <p14:tracePt t="49912" x="2125663" y="3481388"/>
          <p14:tracePt t="49924" x="2125663" y="3468688"/>
          <p14:tracePt t="49939" x="2125663" y="3462338"/>
          <p14:tracePt t="49949" x="2125663" y="3457575"/>
          <p14:tracePt t="49958" x="2125663" y="3451225"/>
          <p14:tracePt t="49977" x="2125663" y="3438525"/>
          <p14:tracePt t="50001" x="2132013" y="3432175"/>
          <p14:tracePt t="50025" x="2138363" y="3419475"/>
          <p14:tracePt t="50045" x="2144713" y="3419475"/>
          <p14:tracePt t="50059" x="2144713" y="3413125"/>
          <p14:tracePt t="50069" x="2157413" y="3406775"/>
          <p14:tracePt t="50079" x="2170113" y="3400425"/>
          <p14:tracePt t="50092" x="2174875" y="3395663"/>
          <p14:tracePt t="50116" x="2181225" y="3389313"/>
          <p14:tracePt t="50126" x="2187575" y="3389313"/>
          <p14:tracePt t="50143" x="2193925" y="3389313"/>
          <p14:tracePt t="50166" x="2200275" y="3382963"/>
          <p14:tracePt t="50228" x="2200275" y="3370263"/>
          <p14:tracePt t="50259" x="2206625" y="3370263"/>
          <p14:tracePt t="50435" x="2206625" y="3363913"/>
          <p14:tracePt t="50449" x="2219325" y="3357563"/>
          <p14:tracePt t="50465" x="2219325" y="3351213"/>
          <p14:tracePt t="50628" x="2225675" y="3351213"/>
          <p14:tracePt t="50640" x="2236788" y="3351213"/>
          <p14:tracePt t="50655" x="2311400" y="3351213"/>
          <p14:tracePt t="50661" x="2349500" y="3351213"/>
          <p14:tracePt t="50671" x="2386013" y="3351213"/>
          <p14:tracePt t="50685" x="2516188" y="3351213"/>
          <p14:tracePt t="50694" x="2633663" y="3370263"/>
          <p14:tracePt t="50707" x="2994025" y="3506788"/>
          <p14:tracePt t="50712" x="3209925" y="3605213"/>
          <p14:tracePt t="50728" x="3563938" y="3773488"/>
          <p14:tracePt t="50737" x="3922713" y="3940175"/>
          <p14:tracePt t="50745" x="4308475" y="4113213"/>
          <p14:tracePt t="50757" x="4754563" y="4292600"/>
          <p14:tracePt t="50760" x="5138738" y="4460875"/>
          <p14:tracePt t="50774" x="5907088" y="4800600"/>
          <p14:tracePt t="50792" x="6613525" y="5116513"/>
          <p14:tracePt t="50798" x="6861175" y="5222875"/>
          <p14:tracePt t="50814" x="7332663" y="5432425"/>
          <p14:tracePt t="50826" x="7475538" y="5483225"/>
          <p14:tracePt t="50836" x="7629525" y="5545138"/>
          <p14:tracePt t="50854" x="7704138" y="5575300"/>
          <p14:tracePt t="50867" x="7742238" y="5607050"/>
          <p14:tracePt t="50875" x="7748588" y="5613400"/>
          <p14:tracePt t="50894" x="7753350" y="5624513"/>
          <p14:tracePt t="50908" x="7766050" y="5637213"/>
          <p14:tracePt t="50935" x="7785100" y="5668963"/>
          <p14:tracePt t="50945" x="7791450" y="5668963"/>
          <p14:tracePt t="50955" x="7797800" y="5675313"/>
          <p14:tracePt t="50964" x="7797800" y="5681663"/>
          <p14:tracePt t="50978" x="7797800" y="5686425"/>
          <p14:tracePt t="50989" x="7797800" y="5699125"/>
          <p14:tracePt t="51005" x="7797800" y="5705475"/>
          <p14:tracePt t="51031" x="7785100" y="5711825"/>
          <p14:tracePt t="51039" x="7772400" y="5718175"/>
          <p14:tracePt t="51048" x="7753350" y="5718175"/>
          <p14:tracePt t="51059" x="7716838" y="5730875"/>
          <p14:tracePt t="51063" x="7642225" y="5754688"/>
          <p14:tracePt t="51077" x="7505700" y="5767388"/>
          <p14:tracePt t="51085" x="7481888" y="5767388"/>
          <p14:tracePt t="51100" x="7394575" y="5767388"/>
          <p14:tracePt t="51107" x="7277100" y="5767388"/>
          <p14:tracePt t="51124" x="7046913" y="5767388"/>
          <p14:tracePt t="51144" x="6626225" y="5718175"/>
          <p14:tracePt t="51159" x="6378575" y="5662613"/>
          <p14:tracePt t="51165" x="6272213" y="5649913"/>
          <p14:tracePt t="51176" x="6192838" y="5637213"/>
          <p14:tracePt t="51185" x="6118225" y="5624513"/>
          <p14:tracePt t="51193" x="6037263" y="5613400"/>
          <p14:tracePt t="51202" x="5932488" y="5600700"/>
          <p14:tracePt t="51208" x="5845175" y="5588000"/>
          <p14:tracePt t="51216" x="5776913" y="5581650"/>
          <p14:tracePt t="51229" x="5708650" y="5568950"/>
          <p14:tracePt t="51243" x="5627688" y="5545138"/>
          <p14:tracePt t="51258" x="5572125" y="5538788"/>
          <p14:tracePt t="51275" x="5516563" y="5519738"/>
          <p14:tracePt t="51281" x="5510213" y="5519738"/>
          <p14:tracePt t="51289" x="5497513" y="5513388"/>
          <p14:tracePt t="51296" x="5480050" y="5507038"/>
          <p14:tracePt t="51304" x="5473700" y="5494338"/>
          <p14:tracePt t="51311" x="5454650" y="5483225"/>
          <p14:tracePt t="51316" x="5448300" y="5476875"/>
          <p14:tracePt t="51334" x="5416550" y="5451475"/>
          <p14:tracePt t="51341" x="5411788" y="5445125"/>
          <p14:tracePt t="51356" x="5405438" y="5432425"/>
          <p14:tracePt t="51360" x="5386388" y="5427663"/>
          <p14:tracePt t="51365" x="5380038" y="5421313"/>
          <p14:tracePt t="51382" x="5354638" y="5395913"/>
          <p14:tracePt t="51388" x="5337175" y="5389563"/>
          <p14:tracePt t="51401" x="5330825" y="5383213"/>
          <p14:tracePt t="51410" x="5318125" y="5370513"/>
          <p14:tracePt t="51426" x="5292725" y="5359400"/>
          <p14:tracePt t="51445" x="5268913" y="5353050"/>
          <p14:tracePt t="51452" x="5262563" y="5340350"/>
          <p14:tracePt t="51459" x="5249863" y="5334000"/>
          <p14:tracePt t="51466" x="5237163" y="5321300"/>
          <p14:tracePt t="51472" x="5219700" y="5308600"/>
          <p14:tracePt t="51481" x="5213350" y="5308600"/>
          <p14:tracePt t="51493" x="5207000" y="5302250"/>
          <p14:tracePt t="51517" x="5200650" y="5297488"/>
          <p14:tracePt t="51533" x="5194300" y="5291138"/>
          <p14:tracePt t="51544" x="5187950" y="5291138"/>
          <p14:tracePt t="51559" x="5181600" y="5284788"/>
          <p14:tracePt t="51576" x="5168900" y="5284788"/>
          <p14:tracePt t="51584" x="5162550" y="5272088"/>
          <p14:tracePt t="51590" x="5156200" y="5272088"/>
          <p14:tracePt t="51601" x="5151438" y="5272088"/>
          <p14:tracePt t="51610" x="5145088" y="5265738"/>
          <p14:tracePt t="51613" x="5138738" y="5259388"/>
          <p14:tracePt t="51621" x="5132388" y="5259388"/>
          <p14:tracePt t="51637" x="5126038" y="5253038"/>
          <p14:tracePt t="51645" x="5113338" y="5253038"/>
          <p14:tracePt t="51658" x="5106988" y="5253038"/>
          <p14:tracePt t="51662" x="5106988" y="5246688"/>
          <p14:tracePt t="51677" x="5100638" y="5246688"/>
          <p14:tracePt t="51695" x="5094288" y="5240338"/>
          <p14:tracePt t="51710" x="5089525" y="5240338"/>
          <p14:tracePt t="51725" x="5076825" y="5240338"/>
          <p14:tracePt t="51744" x="5064125" y="5240338"/>
          <p14:tracePt t="51747" x="5057775" y="5235575"/>
          <p14:tracePt t="51751" x="5045075" y="5235575"/>
          <p14:tracePt t="51763" x="5038725" y="5235575"/>
          <p14:tracePt t="51773" x="5021263" y="5235575"/>
          <p14:tracePt t="51777" x="4995863" y="5235575"/>
          <p14:tracePt t="51786" x="4976813" y="5235575"/>
          <p14:tracePt t="51795" x="4964113" y="5235575"/>
          <p14:tracePt t="51803" x="4921250" y="5235575"/>
          <p14:tracePt t="51813" x="4908550" y="5235575"/>
          <p14:tracePt t="51826" x="4878388" y="5235575"/>
          <p14:tracePt t="51830" x="4865688" y="5235575"/>
          <p14:tracePt t="51843" x="4846638" y="5235575"/>
          <p14:tracePt t="51860" x="4810125" y="5235575"/>
          <p14:tracePt t="51869" x="4803775" y="5235575"/>
          <p14:tracePt t="51876" x="4797425" y="5235575"/>
          <p14:tracePt t="51923" x="4784725" y="5235575"/>
          <p14:tracePt t="51935" x="4778375" y="5235575"/>
          <p14:tracePt t="51945" x="4778375" y="5240338"/>
          <p14:tracePt t="51960" x="4767263" y="5246688"/>
          <p14:tracePt t="51985" x="4760913" y="5253038"/>
          <p14:tracePt t="52031" x="4760913" y="5259388"/>
          <p14:tracePt t="52042" x="4760913" y="5265738"/>
          <p14:tracePt t="52054" x="4760913" y="5284788"/>
          <p14:tracePt t="52060" x="4778375" y="5291138"/>
          <p14:tracePt t="52076" x="4822825" y="5291138"/>
          <p14:tracePt t="52092" x="4852988" y="5291138"/>
          <p14:tracePt t="52112" x="4902200" y="5291138"/>
          <p14:tracePt t="52116" x="4933950" y="5291138"/>
          <p14:tracePt t="52135" x="4946650" y="5291138"/>
          <p14:tracePt t="52144" x="4964113" y="5291138"/>
          <p14:tracePt t="52239" x="4976813" y="5291138"/>
          <p14:tracePt t="52248" x="5002213" y="5291138"/>
          <p14:tracePt t="52260" x="5057775" y="5291138"/>
          <p14:tracePt t="52276" x="5145088" y="5291138"/>
          <p14:tracePt t="52284" x="5181600" y="5291138"/>
          <p14:tracePt t="52296" x="5230813" y="5291138"/>
          <p14:tracePt t="52312" x="5286375" y="5291138"/>
          <p14:tracePt t="52340" x="5354638" y="5302250"/>
          <p14:tracePt t="52359" x="5360988" y="5308600"/>
          <p14:tracePt t="52364" x="5367338" y="5308600"/>
          <p14:tracePt t="52370" x="5380038" y="5308600"/>
          <p14:tracePt t="52980" x="5373688" y="5308600"/>
          <p14:tracePt t="52985" x="5367338" y="5308600"/>
          <p14:tracePt t="53003" x="5330825" y="5314950"/>
          <p14:tracePt t="53021" x="5286375" y="5321300"/>
          <p14:tracePt t="53029" x="5262563" y="5321300"/>
          <p14:tracePt t="53034" x="5237163" y="5334000"/>
          <p14:tracePt t="53043" x="5230813" y="5334000"/>
          <p14:tracePt t="53046" x="5213350" y="5340350"/>
          <p14:tracePt t="53148" x="5207000" y="5340350"/>
          <p14:tracePt t="53177" x="5207000" y="5346700"/>
          <p14:tracePt t="53410" x="5200650" y="5346700"/>
          <p14:tracePt t="53431" x="5194300" y="5346700"/>
          <p14:tracePt t="53442" x="5194300" y="5353050"/>
          <p14:tracePt t="53451" x="5187950" y="5353050"/>
          <p14:tracePt t="53461" x="5175250" y="5359400"/>
          <p14:tracePt t="53480" x="5168900" y="5370513"/>
          <p14:tracePt t="53491" x="5162550" y="5370513"/>
          <p14:tracePt t="53500" x="5156200" y="5376863"/>
          <p14:tracePt t="53516" x="5151438" y="5383213"/>
          <p14:tracePt t="53525" x="5145088" y="5383213"/>
          <p14:tracePt t="53542" x="5145088" y="5389563"/>
          <p14:tracePt t="53575" x="5138738" y="5389563"/>
          <p14:tracePt t="53804" x="5138738" y="5383213"/>
          <p14:tracePt t="53815" x="5138738" y="5376863"/>
          <p14:tracePt t="53829" x="5138738" y="5359400"/>
          <p14:tracePt t="53845" x="5138738" y="5346700"/>
          <p14:tracePt t="53864" x="5138738" y="5340350"/>
          <p14:tracePt t="53961" x="5138738" y="5334000"/>
          <p14:tracePt t="54096" x="5138738" y="5327650"/>
          <p14:tracePt t="54108" x="5138738" y="5314950"/>
          <p14:tracePt t="54118" x="5138738" y="5308600"/>
          <p14:tracePt t="54125" x="5138738" y="5302250"/>
          <p14:tracePt t="54158" x="5138738" y="5297488"/>
          <p14:tracePt t="54230" x="5126038" y="5291138"/>
          <p14:tracePt t="54248" x="5113338" y="5278438"/>
          <p14:tracePt t="54253" x="5100638" y="5278438"/>
          <p14:tracePt t="54270" x="5083175" y="5278438"/>
          <p14:tracePt t="54278" x="5076825" y="5278438"/>
          <p14:tracePt t="54303" x="5057775" y="5278438"/>
          <p14:tracePt t="54515" x="5051425" y="5278438"/>
          <p14:tracePt t="54647" x="5045075" y="5278438"/>
          <p14:tracePt t="54658" x="5045075" y="5284788"/>
          <p14:tracePt t="54664" x="5045075" y="5291138"/>
          <p14:tracePt t="54670" x="5045075" y="5297488"/>
          <p14:tracePt t="54681" x="5045075" y="5302250"/>
          <p14:tracePt t="54706" x="5045075" y="5308600"/>
          <p14:tracePt t="54731" x="5045075" y="5321300"/>
          <p14:tracePt t="54828" x="5045075" y="5327650"/>
          <p14:tracePt t="54861" x="5045075" y="5334000"/>
          <p14:tracePt t="55871" x="5026025" y="5340350"/>
          <p14:tracePt t="55883" x="5002213" y="5353050"/>
          <p14:tracePt t="55896" x="4940300" y="5353050"/>
          <p14:tracePt t="55911" x="4859338" y="5353050"/>
          <p14:tracePt t="55928" x="4760913" y="5346700"/>
          <p14:tracePt t="55946" x="4699000" y="5334000"/>
          <p14:tracePt t="55952" x="4679950" y="5334000"/>
          <p14:tracePt t="55960" x="4660900" y="5327650"/>
          <p14:tracePt t="55971" x="4648200" y="5327650"/>
          <p14:tracePt t="55981" x="4630738" y="5314950"/>
          <p14:tracePt t="55993" x="4624388" y="5314950"/>
          <p14:tracePt t="55998" x="4618038" y="5314950"/>
          <p14:tracePt t="56021" x="4611688" y="5308600"/>
          <p14:tracePt t="56045" x="4605338" y="5308600"/>
          <p14:tracePt t="56359" x="4624388" y="5308600"/>
          <p14:tracePt t="56375" x="4648200" y="5308600"/>
          <p14:tracePt t="56392" x="4710113" y="5308600"/>
          <p14:tracePt t="56403" x="4741863" y="5308600"/>
          <p14:tracePt t="56409" x="4754563" y="5308600"/>
          <p14:tracePt t="56425" x="4772025" y="5308600"/>
          <p14:tracePt t="56430" x="4791075" y="5308600"/>
          <p14:tracePt t="56439" x="4810125" y="5308600"/>
          <p14:tracePt t="56444" x="4833938" y="5308600"/>
          <p14:tracePt t="56453" x="4852988" y="5297488"/>
          <p14:tracePt t="56459" x="4865688" y="5297488"/>
          <p14:tracePt t="56479" x="4895850" y="5297488"/>
          <p14:tracePt t="56497" x="4933950" y="5291138"/>
          <p14:tracePt t="56515" x="4953000" y="5291138"/>
          <p14:tracePt t="56525" x="4970463" y="5291138"/>
          <p14:tracePt t="56530" x="4983163" y="5291138"/>
          <p14:tracePt t="56537" x="5002213" y="5291138"/>
          <p14:tracePt t="56545" x="5008563" y="5291138"/>
          <p14:tracePt t="56560" x="5032375" y="5291138"/>
          <p14:tracePt t="56577" x="5051425" y="5291138"/>
          <p14:tracePt t="56580" x="5057775" y="5291138"/>
          <p14:tracePt t="56592" x="5064125" y="5297488"/>
          <p14:tracePt t="57342" x="5076825" y="5297488"/>
          <p14:tracePt t="57407" x="5083175" y="5291138"/>
          <p14:tracePt t="57417" x="5089525" y="5291138"/>
          <p14:tracePt t="57429" x="5094288" y="5284788"/>
          <p14:tracePt t="57448" x="5106988" y="5278438"/>
          <p14:tracePt t="57463" x="5113338" y="5278438"/>
          <p14:tracePt t="57863" x="5100638" y="5284788"/>
          <p14:tracePt t="57875" x="5076825" y="5284788"/>
          <p14:tracePt t="57888" x="4940300" y="5308600"/>
          <p14:tracePt t="57901" x="4833938" y="5327650"/>
          <p14:tracePt t="57914" x="4797425" y="5327650"/>
          <p14:tracePt t="57934" x="4729163" y="5327650"/>
          <p14:tracePt t="57941" x="4716463" y="5327650"/>
          <p14:tracePt t="57947" x="4699000" y="5327650"/>
          <p14:tracePt t="57952" x="4692650" y="5327650"/>
          <p14:tracePt t="58165" x="4692650" y="5321300"/>
          <p14:tracePt t="58180" x="4692650" y="5308600"/>
          <p14:tracePt t="58209" x="4692650" y="5302250"/>
          <p14:tracePt t="58467" x="4692650" y="5297488"/>
          <p14:tracePt t="58480" x="4692650" y="5291138"/>
          <p14:tracePt t="58496" x="4699000" y="5284788"/>
          <p14:tracePt t="58513" x="4703763" y="5278438"/>
          <p14:tracePt t="58531" x="4710113" y="5272088"/>
          <p14:tracePt t="58559" x="4722813" y="5259388"/>
          <p14:tracePt t="58575" x="4735513" y="5253038"/>
          <p14:tracePt t="58584" x="4754563" y="5253038"/>
          <p14:tracePt t="58594" x="4767263" y="5246688"/>
          <p14:tracePt t="58607" x="4791075" y="5240338"/>
          <p14:tracePt t="58615" x="4810125" y="5240338"/>
          <p14:tracePt t="58628" x="4822825" y="5240338"/>
          <p14:tracePt t="58644" x="4829175" y="5240338"/>
          <p14:tracePt t="58661" x="4833938" y="5240338"/>
          <p14:tracePt t="58850" x="4840288" y="5240338"/>
          <p14:tracePt t="58869" x="4865688" y="5240338"/>
          <p14:tracePt t="58879" x="4872038" y="5240338"/>
          <p14:tracePt t="58885" x="4872038" y="5235575"/>
          <p14:tracePt t="58898" x="4884738" y="5235575"/>
          <p14:tracePt t="58913" x="4908550" y="5235575"/>
          <p14:tracePt t="58921" x="4921250" y="5235575"/>
          <p14:tracePt t="58928" x="4940300" y="5235575"/>
          <p14:tracePt t="58938" x="4953000" y="5235575"/>
          <p14:tracePt t="58944" x="4970463" y="5235575"/>
          <p14:tracePt t="58960" x="5014913" y="5235575"/>
          <p14:tracePt t="58976" x="5045075" y="5235575"/>
          <p14:tracePt t="58979" x="5064125" y="5222875"/>
          <p14:tracePt t="58995" x="5076825" y="5222875"/>
          <p14:tracePt t="59002" x="5083175" y="5222875"/>
          <p14:tracePt t="59014" x="5089525" y="5222875"/>
          <p14:tracePt t="59300" x="5100638" y="5216525"/>
          <p14:tracePt t="59314" x="5113338" y="5216525"/>
          <p14:tracePt t="59332" x="5119688" y="5216525"/>
          <p14:tracePt t="59337" x="5126038" y="5216525"/>
          <p14:tracePt t="59352" x="5132388" y="5216525"/>
          <p14:tracePt t="59359" x="5138738" y="5216525"/>
          <p14:tracePt t="59376" x="5145088" y="5216525"/>
          <p14:tracePt t="59389" x="5156200" y="5216525"/>
          <p14:tracePt t="59406" x="5162550" y="5216525"/>
          <p14:tracePt t="59422" x="5168900" y="5216525"/>
          <p14:tracePt t="59439" x="5175250" y="5216525"/>
          <p14:tracePt t="59461" x="5181600" y="5222875"/>
          <p14:tracePt t="59888" x="5181600" y="5235575"/>
          <p14:tracePt t="60062" x="5175250" y="5240338"/>
          <p14:tracePt t="60075" x="5168900" y="5240338"/>
          <p14:tracePt t="60082" x="5162550" y="5240338"/>
          <p14:tracePt t="60087" x="5162550" y="5246688"/>
          <p14:tracePt t="60095" x="5151438" y="5246688"/>
          <p14:tracePt t="60931" x="5145088" y="5246688"/>
          <p14:tracePt t="60967" x="5138738" y="5246688"/>
          <p14:tracePt t="60990" x="5132388" y="5246688"/>
          <p14:tracePt t="61000" x="5119688" y="5253038"/>
          <p14:tracePt t="61014" x="5094288" y="5253038"/>
          <p14:tracePt t="61023" x="5089525" y="5253038"/>
          <p14:tracePt t="61032" x="5083175" y="5253038"/>
          <p14:tracePt t="61045" x="5064125" y="5253038"/>
          <p14:tracePt t="61159" x="5057775" y="5253038"/>
          <p14:tracePt t="61255" x="5076825" y="5240338"/>
          <p14:tracePt t="61266" x="5119688" y="5222875"/>
          <p14:tracePt t="61281" x="5194300" y="5191125"/>
          <p14:tracePt t="61287" x="5224463" y="5191125"/>
          <p14:tracePt t="61304" x="5354638" y="5173663"/>
          <p14:tracePt t="61316" x="5441950" y="5160963"/>
          <p14:tracePt t="61326" x="5510213" y="5148263"/>
          <p14:tracePt t="61332" x="5695950" y="5135563"/>
          <p14:tracePt t="61354" x="5832475" y="5135563"/>
          <p14:tracePt t="61368" x="5881688" y="5135563"/>
          <p14:tracePt t="61376" x="5932488" y="5135563"/>
          <p14:tracePt t="61384" x="5999163" y="5148263"/>
          <p14:tracePt t="61394" x="6024563" y="5148263"/>
          <p14:tracePt t="61405" x="6062663" y="5154613"/>
          <p14:tracePt t="61413" x="6129338" y="5167313"/>
          <p14:tracePt t="61421" x="6223000" y="5167313"/>
          <p14:tracePt t="61430" x="6259513" y="5167313"/>
          <p14:tracePt t="61445" x="6359525" y="5167313"/>
          <p14:tracePt t="61463" x="6457950" y="5167313"/>
          <p14:tracePt t="61477" x="6526213" y="5178425"/>
          <p14:tracePt t="61498" x="6545263" y="5184775"/>
          <p14:tracePt t="61508" x="6557963" y="5191125"/>
          <p14:tracePt t="61519" x="6564313" y="5191125"/>
          <p14:tracePt t="61567" x="6564313" y="5197475"/>
          <p14:tracePt t="61578" x="6570663" y="5216525"/>
          <p14:tracePt t="61588" x="6600825" y="5240338"/>
          <p14:tracePt t="61595" x="6619875" y="5246688"/>
          <p14:tracePt t="61605" x="6638925" y="5259388"/>
          <p14:tracePt t="61614" x="6656388" y="5265738"/>
          <p14:tracePt t="61626" x="6681788" y="5278438"/>
          <p14:tracePt t="61631" x="6688138" y="5284788"/>
          <p14:tracePt t="61641" x="6707188" y="5284788"/>
          <p14:tracePt t="61651" x="6737350" y="5297488"/>
          <p14:tracePt t="61661" x="6756400" y="5308600"/>
          <p14:tracePt t="61677" x="6811963" y="5327650"/>
          <p14:tracePt t="61694" x="6824663" y="5327650"/>
          <p14:tracePt t="61787" x="6831013" y="5327650"/>
          <p14:tracePt t="61800" x="6854825" y="5321300"/>
          <p14:tracePt t="61815" x="6916738" y="5314950"/>
          <p14:tracePt t="61821" x="6985000" y="5314950"/>
          <p14:tracePt t="61835" x="7010400" y="5314950"/>
          <p14:tracePt t="61838" x="7078663" y="5302250"/>
          <p14:tracePt t="61851" x="7127875" y="5297488"/>
          <p14:tracePt t="61858" x="7183438" y="5284788"/>
          <p14:tracePt t="61869" x="7258050" y="5284788"/>
          <p14:tracePt t="61878" x="7270750" y="5284788"/>
          <p14:tracePt t="62545" x="7264400" y="5284788"/>
          <p14:tracePt t="62556" x="7258050" y="5284788"/>
          <p14:tracePt t="62573" x="7251700" y="5278438"/>
          <p14:tracePt t="62584" x="7227888" y="5265738"/>
          <p14:tracePt t="62592" x="7221538" y="5265738"/>
          <p14:tracePt t="62605" x="7208838" y="5265738"/>
          <p14:tracePt t="62612" x="7189788" y="5265738"/>
          <p14:tracePt t="62619" x="7153275" y="5265738"/>
          <p14:tracePt t="62630" x="7121525" y="5265738"/>
          <p14:tracePt t="62646" x="7059613" y="5272088"/>
          <p14:tracePt t="62664" x="6985000" y="5272088"/>
          <p14:tracePt t="62679" x="6880225" y="5278438"/>
          <p14:tracePt t="62686" x="6831013" y="5278438"/>
          <p14:tracePt t="62694" x="6780213" y="5278438"/>
          <p14:tracePt t="62705" x="6743700" y="5278438"/>
          <p14:tracePt t="62711" x="6694488" y="5278438"/>
          <p14:tracePt t="62719" x="6645275" y="5278438"/>
          <p14:tracePt t="62728" x="6557963" y="5278438"/>
          <p14:tracePt t="62736" x="6489700" y="5278438"/>
          <p14:tracePt t="62741" x="6427788" y="5278438"/>
          <p14:tracePt t="62749" x="6372225" y="5278438"/>
          <p14:tracePt t="62758" x="6323013" y="5278438"/>
          <p14:tracePt t="62767" x="6272213" y="5278438"/>
          <p14:tracePt t="62777" x="6248400" y="5278438"/>
          <p14:tracePt t="62781" x="6216650" y="5278438"/>
          <p14:tracePt t="62795" x="6210300" y="5278438"/>
          <p14:tracePt t="62799" x="6203950" y="5278438"/>
          <p14:tracePt t="62811" x="6197600" y="5278438"/>
          <p14:tracePt t="62815" x="6192838" y="5278438"/>
          <p14:tracePt t="62828" x="6186488" y="5278438"/>
          <p14:tracePt t="62845" x="6173788" y="5291138"/>
          <p14:tracePt t="62863" x="6154738" y="5291138"/>
          <p14:tracePt t="62874" x="6148388" y="5291138"/>
          <p14:tracePt t="62881" x="6142038" y="5291138"/>
          <p14:tracePt t="62895" x="6118225" y="5291138"/>
          <p14:tracePt t="62904" x="6111875" y="5291138"/>
          <p14:tracePt t="62912" x="6105525" y="5291138"/>
          <p14:tracePt t="63015" x="6099175" y="5291138"/>
          <p14:tracePt t="63040" x="6092825" y="5291138"/>
          <p14:tracePt t="63052" x="6080125" y="5291138"/>
          <p14:tracePt t="63089" x="6073775" y="5291138"/>
          <p14:tracePt t="63101" x="6073775" y="5284788"/>
          <p14:tracePt t="63111" x="6073775" y="5278438"/>
          <p14:tracePt t="63130" x="6073775" y="5272088"/>
          <p14:tracePt t="63137" x="6067425" y="5259388"/>
          <p14:tracePt t="63144" x="6067425" y="5253038"/>
          <p14:tracePt t="63154" x="6062663" y="5240338"/>
          <p14:tracePt t="63159" x="6062663" y="5235575"/>
          <p14:tracePt t="63167" x="6056313" y="5229225"/>
          <p14:tracePt t="63178" x="6056313" y="5222875"/>
          <p14:tracePt t="63183" x="6049963" y="5222875"/>
          <p14:tracePt t="63187" x="6049963" y="5216525"/>
          <p14:tracePt t="63198" x="6037263" y="5216525"/>
          <p14:tracePt t="63455" x="6043613" y="5216525"/>
          <p14:tracePt t="63470" x="6073775" y="5197475"/>
          <p14:tracePt t="63480" x="6105525" y="5191125"/>
          <p14:tracePt t="63493" x="6129338" y="5191125"/>
          <p14:tracePt t="63506" x="6197600" y="5184775"/>
          <p14:tracePt t="63517" x="6223000" y="5184775"/>
          <p14:tracePt t="63521" x="6259513" y="5184775"/>
          <p14:tracePt t="63532" x="6310313" y="5184775"/>
          <p14:tracePt t="63544" x="6323013" y="5184775"/>
          <p14:tracePt t="64216" x="6327775" y="5184775"/>
          <p14:tracePt t="64230" x="6340475" y="5184775"/>
          <p14:tracePt t="64234" x="6346825" y="5184775"/>
          <p14:tracePt t="64244" x="6353175" y="5184775"/>
          <p14:tracePt t="64261" x="6372225" y="5173663"/>
          <p14:tracePt t="64277" x="6389688" y="5167313"/>
          <p14:tracePt t="64295" x="6402388" y="5167313"/>
          <p14:tracePt t="64304" x="6415088" y="5167313"/>
          <p14:tracePt t="64321" x="6427788" y="5160963"/>
          <p14:tracePt t="64329" x="6434138" y="5160963"/>
          <p14:tracePt t="64345" x="6440488" y="5160963"/>
          <p14:tracePt t="64563" x="6434138" y="5184775"/>
          <p14:tracePt t="64574" x="6434138" y="5191125"/>
          <p14:tracePt t="64586" x="6434138" y="5203825"/>
          <p14:tracePt t="64594" x="6427788" y="5216525"/>
          <p14:tracePt t="64610" x="6421438" y="5240338"/>
          <p14:tracePt t="64615" x="6408738" y="5246688"/>
          <p14:tracePt t="64625" x="6402388" y="5253038"/>
          <p14:tracePt t="64631" x="6396038" y="5253038"/>
          <p14:tracePt t="64639" x="6389688" y="5253038"/>
          <p14:tracePt t="64648" x="6384925" y="5265738"/>
          <p14:tracePt t="64663" x="6378575" y="5265738"/>
          <p14:tracePt t="64693" x="6372225" y="5265738"/>
          <p14:tracePt t="64726" x="6359525" y="5265738"/>
          <p14:tracePt t="64742" x="6353175" y="5265738"/>
          <p14:tracePt t="64751" x="6346825" y="5265738"/>
          <p14:tracePt t="64773" x="6340475" y="5265738"/>
          <p14:tracePt t="64946" x="6340475" y="5259388"/>
          <p14:tracePt t="64960" x="6359525" y="5246688"/>
          <p14:tracePt t="64969" x="6372225" y="5240338"/>
          <p14:tracePt t="64977" x="6384925" y="5235575"/>
          <p14:tracePt t="65001" x="6421438" y="5210175"/>
          <p14:tracePt t="65006" x="6434138" y="5210175"/>
          <p14:tracePt t="65013" x="6440488" y="5203825"/>
          <p14:tracePt t="65021" x="6457950" y="5203825"/>
          <p14:tracePt t="65036" x="6464300" y="5203825"/>
          <p14:tracePt t="65045" x="6489700" y="5191125"/>
          <p14:tracePt t="65064" x="6502400" y="5184775"/>
          <p14:tracePt t="65080" x="6508750" y="5184775"/>
          <p14:tracePt t="65093" x="6515100" y="5184775"/>
          <p14:tracePt t="65556" x="6508750" y="5184775"/>
          <p14:tracePt t="65570" x="6502400" y="5197475"/>
          <p14:tracePt t="65586" x="6502400" y="5203825"/>
          <p14:tracePt t="65592" x="6496050" y="5203825"/>
          <p14:tracePt t="65604" x="6496050" y="5210175"/>
          <p14:tracePt t="65613" x="6496050" y="5216525"/>
          <p14:tracePt t="65631" x="6489700" y="5216525"/>
          <p14:tracePt t="65654" x="6489700" y="5222875"/>
          <p14:tracePt t="65669" x="6483350" y="5229225"/>
          <p14:tracePt t="65685" x="6483350" y="5235575"/>
          <p14:tracePt t="65696" x="6470650" y="5235575"/>
          <p14:tracePt t="65714" x="6470650" y="5246688"/>
          <p14:tracePt t="65731" x="6464300" y="5246688"/>
          <p14:tracePt t="65861" x="6477000" y="5240338"/>
          <p14:tracePt t="65871" x="6489700" y="5235575"/>
          <p14:tracePt t="65882" x="6515100" y="5229225"/>
          <p14:tracePt t="65896" x="6551613" y="5216525"/>
          <p14:tracePt t="65901" x="6577013" y="5216525"/>
          <p14:tracePt t="65920" x="6607175" y="5210175"/>
          <p14:tracePt t="65928" x="6613525" y="5203825"/>
          <p14:tracePt t="65938" x="6626225" y="5203825"/>
          <p14:tracePt t="65949" x="6638925" y="5197475"/>
          <p14:tracePt t="65960" x="6638925" y="5191125"/>
          <p14:tracePt t="65963" x="6645275" y="5191125"/>
          <p14:tracePt t="66145" x="6645275" y="5178425"/>
          <p14:tracePt t="66157" x="6656388" y="5173663"/>
          <p14:tracePt t="66402" x="6662738" y="5173663"/>
          <p14:tracePt t="66416" x="6675438" y="5173663"/>
          <p14:tracePt t="66432" x="6681788" y="5173663"/>
          <p14:tracePt t="66449" x="6688138" y="5173663"/>
          <p14:tracePt t="66469" x="6694488" y="5173663"/>
          <p14:tracePt t="66479" x="6694488" y="5184775"/>
          <p14:tracePt t="66513" x="6700838" y="5184775"/>
          <p14:tracePt t="66536" x="6707188" y="5184775"/>
          <p14:tracePt t="66551" x="6711950" y="5184775"/>
          <p14:tracePt t="66563" x="6718300" y="5184775"/>
          <p14:tracePt t="66574" x="6731000" y="5184775"/>
          <p14:tracePt t="66658" x="6737350" y="5184775"/>
          <p14:tracePt t="66766" x="6737350" y="5191125"/>
          <p14:tracePt t="66782" x="6724650" y="5191125"/>
          <p14:tracePt t="66792" x="6707188" y="5197475"/>
          <p14:tracePt t="66801" x="6694488" y="5203825"/>
          <p14:tracePt t="66815" x="6662738" y="5203825"/>
          <p14:tracePt t="66820" x="6645275" y="5203825"/>
          <p14:tracePt t="66832" x="6626225" y="5203825"/>
          <p14:tracePt t="66848" x="6594475" y="5203825"/>
          <p14:tracePt t="66864" x="6570663" y="5203825"/>
          <p14:tracePt t="66873" x="6564313" y="5203825"/>
          <p14:tracePt t="66967" x="6557963" y="5203825"/>
          <p14:tracePt t="66978" x="6545263" y="5203825"/>
          <p14:tracePt t="66993" x="6532563" y="5203825"/>
          <p14:tracePt t="67005" x="6519863" y="5197475"/>
          <p14:tracePt t="67014" x="6508750" y="5197475"/>
          <p14:tracePt t="67030" x="6489700" y="5197475"/>
          <p14:tracePt t="67054" x="6489700" y="5191125"/>
          <p14:tracePt t="67071" x="6483350" y="5191125"/>
          <p14:tracePt t="67114" x="6483350" y="5178425"/>
          <p14:tracePt t="67134" x="6477000" y="5173663"/>
          <p14:tracePt t="67149" x="6470650" y="5173663"/>
          <p14:tracePt t="67166" x="6470650" y="5167313"/>
          <p14:tracePt t="67175" x="6464300" y="5167313"/>
          <p14:tracePt t="67215" x="6464300" y="5160963"/>
          <p14:tracePt t="67230" x="6457950" y="5160963"/>
          <p14:tracePt t="67254" x="6457950" y="5154613"/>
          <p14:tracePt t="67278" x="6457950" y="5148263"/>
          <p14:tracePt t="67427" x="6464300" y="5148263"/>
          <p14:tracePt t="67437" x="6470650" y="5148263"/>
          <p14:tracePt t="67450" x="6489700" y="5148263"/>
          <p14:tracePt t="67464" x="6519863" y="5148263"/>
          <p14:tracePt t="67479" x="6538913" y="5148263"/>
          <p14:tracePt t="67487" x="6557963" y="5148263"/>
          <p14:tracePt t="67494" x="6564313" y="5148263"/>
          <p14:tracePt t="67506" x="6577013" y="5148263"/>
          <p14:tracePt t="67512" x="6594475" y="5148263"/>
          <p14:tracePt t="67524" x="6613525" y="5148263"/>
          <p14:tracePt t="67529" x="6619875" y="5148263"/>
          <p14:tracePt t="67534" x="6632575" y="5148263"/>
          <p14:tracePt t="67554" x="6638925" y="5148263"/>
          <p14:tracePt t="67575" x="6645275" y="5148263"/>
          <p14:tracePt t="67601" x="6656388" y="5148263"/>
          <p14:tracePt t="67610" x="6656388" y="5154613"/>
          <p14:tracePt t="67618" x="6662738" y="5154613"/>
          <p14:tracePt t="67629" x="6669088" y="5154613"/>
          <p14:tracePt t="67645" x="6675438" y="5154613"/>
          <p14:tracePt t="67649" x="6681788" y="5154613"/>
          <p14:tracePt t="67653" x="6688138" y="5154613"/>
          <p14:tracePt t="67664" x="6694488" y="5154613"/>
          <p14:tracePt t="67678" x="6711950" y="5154613"/>
          <p14:tracePt t="67697" x="6724650" y="5154613"/>
          <p14:tracePt t="67707" x="6731000" y="5154613"/>
          <p14:tracePt t="67721" x="6737350" y="5154613"/>
          <p14:tracePt t="67730" x="6737350" y="5160963"/>
          <p14:tracePt t="67747" x="6743700" y="5160963"/>
          <p14:tracePt t="67750" x="6750050" y="5160963"/>
          <p14:tracePt t="67764" x="6769100" y="5167313"/>
          <p14:tracePt t="67778" x="6775450" y="5167313"/>
          <p14:tracePt t="67796" x="6805613" y="5167313"/>
          <p14:tracePt t="67814" x="6892925" y="5167313"/>
          <p14:tracePt t="67835" x="6967538" y="5167313"/>
          <p14:tracePt t="67839" x="7004050" y="5167313"/>
          <p14:tracePt t="67848" x="7040563" y="5167313"/>
          <p14:tracePt t="67863" x="7115175" y="5167313"/>
          <p14:tracePt t="67867" x="7121525" y="5167313"/>
          <p14:tracePt t="67879" x="7159625" y="5167313"/>
          <p14:tracePt t="67896" x="7196138" y="5167313"/>
          <p14:tracePt t="67903" x="7215188" y="5167313"/>
          <p14:tracePt t="67920" x="7227888" y="5167313"/>
          <p14:tracePt t="68131" x="7227888" y="5173663"/>
          <p14:tracePt t="68149" x="7183438" y="5191125"/>
          <p14:tracePt t="68165" x="7108825" y="5203825"/>
          <p14:tracePt t="68180" x="7004050" y="5222875"/>
          <p14:tracePt t="68193" x="6935788" y="5222875"/>
          <p14:tracePt t="68201" x="6861175" y="5235575"/>
          <p14:tracePt t="68209" x="6792913" y="5235575"/>
          <p14:tracePt t="68217" x="6724650" y="5235575"/>
          <p14:tracePt t="68225" x="6626225" y="5235575"/>
          <p14:tracePt t="68231" x="6526213" y="5235575"/>
          <p14:tracePt t="68240" x="6446838" y="5235575"/>
          <p14:tracePt t="68254" x="6180138" y="5235575"/>
          <p14:tracePt t="68263" x="6062663" y="5235575"/>
          <p14:tracePt t="68276" x="5783263" y="5235575"/>
          <p14:tracePt t="68284" x="5683250" y="5235575"/>
          <p14:tracePt t="68294" x="5565775" y="5229225"/>
          <p14:tracePt t="68304" x="5484813" y="5216525"/>
          <p14:tracePt t="68313" x="5399088" y="5203825"/>
          <p14:tracePt t="68317" x="5367338" y="5191125"/>
          <p14:tracePt t="68330" x="5330825" y="5184775"/>
          <p14:tracePt t="68334" x="5318125" y="5173663"/>
          <p14:tracePt t="68347" x="5305425" y="5160963"/>
          <p14:tracePt t="68390" x="5305425" y="5154613"/>
          <p14:tracePt t="68399" x="5305425" y="5148263"/>
          <p14:tracePt t="68416" x="5299075" y="5141913"/>
          <p14:tracePt t="68431" x="5299075" y="5129213"/>
          <p14:tracePt t="68448" x="5299075" y="5116513"/>
          <p14:tracePt t="68464" x="5318125" y="5105400"/>
          <p14:tracePt t="68479" x="5367338" y="5086350"/>
          <p14:tracePt t="68485" x="5416550" y="5080000"/>
          <p14:tracePt t="68495" x="5473700" y="5080000"/>
          <p14:tracePt t="68500" x="5522913" y="5067300"/>
          <p14:tracePt t="68513" x="5546725" y="5067300"/>
          <p14:tracePt t="68519" x="5597525" y="5067300"/>
          <p14:tracePt t="68529" x="5665788" y="5067300"/>
          <p14:tracePt t="68535" x="5751513" y="5067300"/>
          <p14:tracePt t="68545" x="5851525" y="5067300"/>
          <p14:tracePt t="68554" x="5932488" y="5067300"/>
          <p14:tracePt t="68561" x="6030913" y="5067300"/>
          <p14:tracePt t="68565" x="6148388" y="5067300"/>
          <p14:tracePt t="68577" x="6248400" y="5073650"/>
          <p14:tracePt t="68584" x="6334125" y="5086350"/>
          <p14:tracePt t="68591" x="6421438" y="5099050"/>
          <p14:tracePt t="68604" x="6470650" y="5105400"/>
          <p14:tracePt t="68609" x="6545263" y="5129213"/>
          <p14:tracePt t="68615" x="6551613" y="5135563"/>
          <p14:tracePt t="68620" x="6588125" y="5148263"/>
          <p14:tracePt t="68631" x="6600825" y="5148263"/>
          <p14:tracePt t="68645" x="6638925" y="5154613"/>
          <p14:tracePt t="68663" x="6650038" y="5154613"/>
          <p14:tracePt t="68668" x="6656388" y="5160963"/>
          <p14:tracePt t="68686" x="6662738" y="5160963"/>
          <p14:tracePt t="68702" x="6694488" y="5160963"/>
          <p14:tracePt t="68719" x="6724650" y="5160963"/>
          <p14:tracePt t="68735" x="6780213" y="5154613"/>
          <p14:tracePt t="68744" x="6799263" y="5141913"/>
          <p14:tracePt t="68749" x="6837363" y="5141913"/>
          <p14:tracePt t="68759" x="6848475" y="5141913"/>
          <p14:tracePt t="68771" x="6867525" y="5141913"/>
          <p14:tracePt t="68856" x="6861175" y="5148263"/>
          <p14:tracePt t="68871" x="6837363" y="5160963"/>
          <p14:tracePt t="68885" x="6811963" y="5160963"/>
          <p14:tracePt t="68897" x="6718300" y="5178425"/>
          <p14:tracePt t="68914" x="6600825" y="5191125"/>
          <p14:tracePt t="68919" x="6483350" y="5203825"/>
          <p14:tracePt t="68934" x="6248400" y="5229225"/>
          <p14:tracePt t="68949" x="6099175" y="5229225"/>
          <p14:tracePt t="68967" x="5672138" y="5240338"/>
          <p14:tracePt t="68977" x="5541963" y="5240338"/>
          <p14:tracePt t="68982" x="5422900" y="5240338"/>
          <p14:tracePt t="68990" x="5262563" y="5240338"/>
          <p14:tracePt t="69000" x="5156200" y="5240338"/>
          <p14:tracePt t="69010" x="5057775" y="5240338"/>
          <p14:tracePt t="69018" x="4959350" y="5240338"/>
          <p14:tracePt t="69028" x="4895850" y="5240338"/>
          <p14:tracePt t="69034" x="4829175" y="5240338"/>
          <p14:tracePt t="69046" x="4791075" y="5240338"/>
          <p14:tracePt t="69063" x="4778375" y="5240338"/>
          <p14:tracePt t="69143" x="4772025" y="5235575"/>
          <p14:tracePt t="69157" x="4767263" y="5222875"/>
          <p14:tracePt t="69224" x="4760913" y="5222875"/>
          <p14:tracePt t="69234" x="4754563" y="5222875"/>
          <p14:tracePt t="69248" x="4716463" y="5229225"/>
          <p14:tracePt t="69254" x="4703763" y="5229225"/>
          <p14:tracePt t="69267" x="4679950" y="5229225"/>
          <p14:tracePt t="69280" x="4637088" y="5229225"/>
          <p14:tracePt t="69285" x="4598988" y="5229225"/>
          <p14:tracePt t="69296" x="4573588" y="5229225"/>
          <p14:tracePt t="69302" x="4556125" y="5229225"/>
          <p14:tracePt t="69307" x="4543425" y="5229225"/>
          <p14:tracePt t="69325" x="4537075" y="5229225"/>
          <p14:tracePt t="69610" x="4543425" y="5216525"/>
          <p14:tracePt t="69623" x="4618038" y="5197475"/>
          <p14:tracePt t="69630" x="4686300" y="5191125"/>
          <p14:tracePt t="69637" x="4716463" y="5191125"/>
          <p14:tracePt t="69654" x="4927600" y="5167313"/>
          <p14:tracePt t="69663" x="5057775" y="5154613"/>
          <p14:tracePt t="69672" x="5237163" y="5135563"/>
          <p14:tracePt t="69676" x="5448300" y="5105400"/>
          <p14:tracePt t="69685" x="5695950" y="5092700"/>
          <p14:tracePt t="69697" x="5919788" y="5060950"/>
          <p14:tracePt t="69714" x="6297613" y="5030788"/>
          <p14:tracePt t="69718" x="6457950" y="5018088"/>
          <p14:tracePt t="69731" x="6743700" y="4975225"/>
          <p14:tracePt t="69745" x="6861175" y="4962525"/>
          <p14:tracePt t="69750" x="6929438" y="4962525"/>
          <p14:tracePt t="69755" x="6978650" y="4962525"/>
          <p14:tracePt t="69765" x="6997700" y="4956175"/>
          <p14:tracePt t="69774" x="7004050" y="4956175"/>
          <p14:tracePt t="69780" x="7010400" y="4956175"/>
          <p14:tracePt t="69877" x="7016750" y="4956175"/>
          <p14:tracePt t="69895" x="7023100" y="4956175"/>
          <p14:tracePt t="69912" x="7035800" y="4962525"/>
          <p14:tracePt t="69921" x="7040563" y="4962525"/>
          <p14:tracePt t="69930" x="7040563" y="4968875"/>
          <p14:tracePt t="69938" x="7046913" y="4975225"/>
          <p14:tracePt t="69952" x="7053263" y="4981575"/>
          <p14:tracePt t="69965" x="7059613" y="4992688"/>
          <p14:tracePt t="69983" x="7072313" y="5005388"/>
          <p14:tracePt t="70004" x="7091363" y="5024438"/>
          <p14:tracePt t="70012" x="7108825" y="5037138"/>
          <p14:tracePt t="70043" x="7146925" y="5067300"/>
          <p14:tracePt t="70055" x="7159625" y="5080000"/>
          <p14:tracePt t="70067" x="7165975" y="5080000"/>
          <p14:tracePt t="70076" x="7165975" y="5086350"/>
          <p14:tracePt t="70087" x="7177088" y="5099050"/>
          <p14:tracePt t="70096" x="7183438" y="5099050"/>
          <p14:tracePt t="70106" x="7189788" y="5099050"/>
          <p14:tracePt t="70130" x="7196138" y="5099050"/>
          <p14:tracePt t="70173" x="7202488" y="5099050"/>
          <p14:tracePt t="70243" x="7208838" y="5092700"/>
          <p14:tracePt t="70255" x="7215188" y="5092700"/>
          <p14:tracePt t="70264" x="7232650" y="5092700"/>
          <p14:tracePt t="70268" x="7239000" y="5092700"/>
          <p14:tracePt t="70465" x="7239000" y="5086350"/>
          <p14:tracePt t="70480" x="7245350" y="5080000"/>
          <p14:tracePt t="70487" x="7245350" y="5073650"/>
          <p14:tracePt t="71254" x="7208838" y="5086350"/>
          <p14:tracePt t="71263" x="7146925" y="5086350"/>
          <p14:tracePt t="71271" x="7108825" y="5086350"/>
          <p14:tracePt t="71281" x="7029450" y="5086350"/>
          <p14:tracePt t="71289" x="6916738" y="5086350"/>
          <p14:tracePt t="71293" x="6799263" y="5086350"/>
          <p14:tracePt t="71301" x="6662738" y="5067300"/>
          <p14:tracePt t="71317" x="6545263" y="5037138"/>
          <p14:tracePt t="71320" x="6427788" y="4999038"/>
          <p14:tracePt t="71325" x="6303963" y="4943475"/>
          <p14:tracePt t="71337" x="6186488" y="4887913"/>
          <p14:tracePt t="71348" x="6092825" y="4826000"/>
          <p14:tracePt t="71367" x="5864225" y="4621213"/>
          <p14:tracePt t="71374" x="5597525" y="4324350"/>
          <p14:tracePt t="71381" x="5473700" y="4151313"/>
          <p14:tracePt t="71394" x="5373688" y="4014788"/>
          <p14:tracePt t="71406" x="5286375" y="3871913"/>
          <p14:tracePt t="71412" x="5219700" y="3698875"/>
          <p14:tracePt t="71416" x="5162550" y="3592513"/>
          <p14:tracePt t="71430" x="5106988" y="3457575"/>
          <p14:tracePt t="71440" x="5083175" y="3338513"/>
          <p14:tracePt t="71448" x="5045075" y="3152775"/>
          <p14:tracePt t="71454" x="5045075" y="3122613"/>
          <p14:tracePt t="71465" x="5045075" y="3097213"/>
          <p14:tracePt t="71471" x="5045075" y="3073400"/>
          <p14:tracePt t="71479" x="5057775" y="3041650"/>
          <p14:tracePt t="71491" x="5070475" y="3022600"/>
          <p14:tracePt t="71503" x="5089525" y="3011488"/>
          <p14:tracePt t="71514" x="5106988" y="3005138"/>
          <p14:tracePt t="71519" x="5119688" y="2992438"/>
          <p14:tracePt t="71529" x="5138738" y="2992438"/>
          <p14:tracePt t="71547" x="5194300" y="2986088"/>
          <p14:tracePt t="71553" x="5219700" y="2986088"/>
          <p14:tracePt t="71569" x="5281613" y="2986088"/>
          <p14:tracePt t="71586" x="5337175" y="3011488"/>
          <p14:tracePt t="71590" x="5416550" y="3048000"/>
          <p14:tracePt t="71603" x="5461000" y="3084513"/>
          <p14:tracePt t="71611" x="5503863" y="3103563"/>
          <p14:tracePt t="71618" x="5529263" y="3135313"/>
          <p14:tracePt t="71622" x="5572125" y="3178175"/>
          <p14:tracePt t="71636" x="5614988" y="3246438"/>
          <p14:tracePt t="71646" x="5653088" y="3333750"/>
          <p14:tracePt t="71657" x="5689600" y="3419475"/>
          <p14:tracePt t="71666" x="5745163" y="3556000"/>
          <p14:tracePt t="71681" x="5819775" y="3778250"/>
          <p14:tracePt t="71697" x="5875338" y="3970338"/>
          <p14:tracePt t="71717" x="5894388" y="4106863"/>
          <p14:tracePt t="71730" x="5894388" y="4125913"/>
          <p14:tracePt t="71732" x="5894388" y="4151313"/>
          <p14:tracePt t="71742" x="5894388" y="4181475"/>
          <p14:tracePt t="71750" x="5888038" y="4187825"/>
          <p14:tracePt t="71760" x="5868988" y="4200525"/>
          <p14:tracePt t="71767" x="5851525" y="4219575"/>
          <p14:tracePt t="71779" x="5807075" y="4237038"/>
          <p14:tracePt t="71791" x="5770563" y="4249738"/>
          <p14:tracePt t="71799" x="5715000" y="4268788"/>
          <p14:tracePt t="71813" x="5665788" y="4268788"/>
          <p14:tracePt t="71820" x="5572125" y="4281488"/>
          <p14:tracePt t="71832" x="5546725" y="4281488"/>
          <p14:tracePt t="71838" x="5484813" y="4281488"/>
          <p14:tracePt t="71854" x="5380038" y="4281488"/>
          <p14:tracePt t="71862" x="5330825" y="4275138"/>
          <p14:tracePt t="71870" x="5275263" y="4262438"/>
          <p14:tracePt t="71879" x="5219700" y="4256088"/>
          <p14:tracePt t="71890" x="5151438" y="4219575"/>
          <p14:tracePt t="71897" x="5119688" y="4200525"/>
          <p14:tracePt t="71901" x="5051425" y="4157663"/>
          <p14:tracePt t="71910" x="4976813" y="4089400"/>
          <p14:tracePt t="71918" x="4946650" y="4064000"/>
          <p14:tracePt t="71925" x="4902200" y="4002088"/>
          <p14:tracePt t="71936" x="4852988" y="3946525"/>
          <p14:tracePt t="71942" x="4784725" y="3852863"/>
          <p14:tracePt t="71950" x="4735513" y="3760788"/>
          <p14:tracePt t="71957" x="4699000" y="3673475"/>
          <p14:tracePt t="71966" x="4660900" y="3587750"/>
          <p14:tracePt t="71980" x="4592638" y="3363913"/>
          <p14:tracePt t="71996" x="4568825" y="3259138"/>
          <p14:tracePt t="72009" x="4556125" y="3109913"/>
          <p14:tracePt t="72025" x="4556125" y="2973388"/>
          <p14:tracePt t="72030" x="4562475" y="2905125"/>
          <p14:tracePt t="72045" x="4573588" y="2849563"/>
          <p14:tracePt t="72049" x="4586288" y="2794000"/>
          <p14:tracePt t="72055" x="4592638" y="2781300"/>
          <p14:tracePt t="72071" x="4611688" y="2757488"/>
          <p14:tracePt t="72084" x="4618038" y="2757488"/>
          <p14:tracePt t="72103" x="4624388" y="2757488"/>
          <p14:tracePt t="72116" x="4630738" y="2757488"/>
          <p14:tracePt t="72120" x="4637088" y="2757488"/>
          <p14:tracePt t="72126" x="4648200" y="2757488"/>
          <p14:tracePt t="72132" x="4654550" y="2757488"/>
          <p14:tracePt t="72146" x="4660900" y="2757488"/>
          <p14:tracePt t="72158" x="4667250" y="2757488"/>
          <p14:tracePt t="72167" x="4673600" y="2762250"/>
          <p14:tracePt t="72182" x="4699000" y="2781300"/>
          <p14:tracePt t="72208" x="4735513" y="2800350"/>
          <p14:tracePt t="72217" x="4741863" y="2800350"/>
          <p14:tracePt t="72228" x="4748213" y="2806700"/>
          <p14:tracePt t="72244" x="4760913" y="2819400"/>
          <p14:tracePt t="72354" x="4754563" y="2813050"/>
          <p14:tracePt t="72370" x="4722813" y="2800350"/>
          <p14:tracePt t="72383" x="4699000" y="2787650"/>
          <p14:tracePt t="72398" x="4611688" y="2744788"/>
          <p14:tracePt t="72407" x="4586288" y="2713038"/>
          <p14:tracePt t="72415" x="4556125" y="2689225"/>
          <p14:tracePt t="72428" x="4524375" y="2657475"/>
          <p14:tracePt t="72434" x="4518025" y="2638425"/>
          <p14:tracePt t="72443" x="4500563" y="2608263"/>
          <p14:tracePt t="72457" x="4494213" y="2589213"/>
          <p14:tracePt t="72464" x="4494213" y="2582863"/>
          <p14:tracePt t="72480" x="4494213" y="2559050"/>
          <p14:tracePt t="72497" x="4494213" y="2546350"/>
          <p14:tracePt t="72514" x="4494213" y="2540000"/>
          <p14:tracePt t="72535" x="4506913" y="2540000"/>
          <p14:tracePt t="72549" x="4549775" y="2540000"/>
          <p14:tracePt t="72564" x="4586288" y="2552700"/>
          <p14:tracePt t="72581" x="4735513" y="2614613"/>
          <p14:tracePt t="72598" x="4927600" y="2744788"/>
          <p14:tracePt t="72618" x="5021263" y="2819400"/>
          <p14:tracePt t="72635" x="5219700" y="2967038"/>
          <p14:tracePt t="72641" x="5311775" y="3028950"/>
          <p14:tracePt t="72649" x="5386388" y="3090863"/>
          <p14:tracePt t="72661" x="5461000" y="3171825"/>
          <p14:tracePt t="72670" x="5614988" y="3327400"/>
          <p14:tracePt t="72680" x="5683250" y="3400425"/>
          <p14:tracePt t="72697" x="5807075" y="3556000"/>
          <p14:tracePt t="72701" x="5857875" y="3630613"/>
          <p14:tracePt t="72713" x="5919788" y="3705225"/>
          <p14:tracePt t="72717" x="5969000" y="3767138"/>
          <p14:tracePt t="72731" x="6037263" y="3822700"/>
          <p14:tracePt t="72747" x="6105525" y="3859213"/>
          <p14:tracePt t="72765" x="6192838" y="3908425"/>
          <p14:tracePt t="72775" x="6216650" y="3914775"/>
          <p14:tracePt t="72781" x="6248400" y="3921125"/>
          <p14:tracePt t="72795" x="6259513" y="3921125"/>
          <p14:tracePt t="72805" x="6291263" y="3933825"/>
          <p14:tracePt t="72812" x="6334125" y="3940175"/>
          <p14:tracePt t="72821" x="6346825" y="3952875"/>
          <p14:tracePt t="72830" x="6365875" y="3959225"/>
          <p14:tracePt t="72840" x="6384925" y="3965575"/>
          <p14:tracePt t="72850" x="6389688" y="3965575"/>
          <p14:tracePt t="72864" x="6402388" y="3983038"/>
          <p14:tracePt t="72867" x="6408738" y="3983038"/>
          <p14:tracePt t="72879" x="6408738" y="3989388"/>
          <p14:tracePt t="72898" x="6415088" y="3995738"/>
          <p14:tracePt t="72901" x="6415088" y="4002088"/>
          <p14:tracePt t="72916" x="6415088" y="4008438"/>
          <p14:tracePt t="72933" x="6408738" y="4014788"/>
          <p14:tracePt t="72947" x="6384925" y="4027488"/>
          <p14:tracePt t="72963" x="6323013" y="4044950"/>
          <p14:tracePt t="72966" x="6291263" y="4044950"/>
          <p14:tracePt t="72980" x="6223000" y="4044950"/>
          <p14:tracePt t="72998" x="6062663" y="4044950"/>
          <p14:tracePt t="73004" x="5975350" y="4044950"/>
          <p14:tracePt t="73024" x="5795963" y="4044950"/>
          <p14:tracePt t="73030" x="5676900" y="4038600"/>
          <p14:tracePt t="73045" x="5578475" y="4027488"/>
          <p14:tracePt t="73054" x="5491163" y="4002088"/>
          <p14:tracePt t="73059" x="5343525" y="3952875"/>
          <p14:tracePt t="73069" x="5275263" y="3914775"/>
          <p14:tracePt t="73081" x="5213350" y="3865563"/>
          <p14:tracePt t="73098" x="5106988" y="3773488"/>
          <p14:tracePt t="73101" x="5064125" y="3716338"/>
          <p14:tracePt t="73116" x="4976813" y="3581400"/>
          <p14:tracePt t="73124" x="4940300" y="3494088"/>
          <p14:tracePt t="73144" x="4878388" y="3351213"/>
          <p14:tracePt t="73157" x="4840288" y="3208338"/>
          <p14:tracePt t="73167" x="4833938" y="3152775"/>
          <p14:tracePt t="73179" x="4822825" y="3084513"/>
          <p14:tracePt t="73197" x="4810125" y="2967038"/>
          <p14:tracePt t="73216" x="4810125" y="2936875"/>
          <p14:tracePt t="73233" x="4810125" y="2924175"/>
          <p14:tracePt t="73254" x="4816475" y="2917825"/>
          <p14:tracePt t="73273" x="4822825" y="2917825"/>
          <p14:tracePt t="73283" x="4840288" y="2917825"/>
          <p14:tracePt t="73298" x="4891088" y="2917825"/>
          <p14:tracePt t="73311" x="4927600" y="2917825"/>
          <p14:tracePt t="73329" x="5045075" y="2967038"/>
          <p14:tracePt t="73337" x="5119688" y="2992438"/>
          <p14:tracePt t="73349" x="5175250" y="3016250"/>
          <p14:tracePt t="73359" x="5318125" y="3067050"/>
          <p14:tracePt t="73366" x="5411788" y="3103563"/>
          <p14:tracePt t="73375" x="5480050" y="3141663"/>
          <p14:tracePt t="73385" x="5541963" y="3159125"/>
          <p14:tracePt t="73398" x="5627688" y="3240088"/>
          <p14:tracePt t="73414" x="5708650" y="3357563"/>
          <p14:tracePt t="73432" x="5795963" y="3487738"/>
          <p14:tracePt t="73441" x="5819775" y="3562350"/>
          <p14:tracePt t="73446" x="5826125" y="3587750"/>
          <p14:tracePt t="73463" x="5857875" y="3667125"/>
          <p14:tracePt t="73469" x="5857875" y="3692525"/>
          <p14:tracePt t="73476" x="5868988" y="3716338"/>
          <p14:tracePt t="73484" x="5868988" y="3729038"/>
          <p14:tracePt t="73501" x="5875338" y="3741738"/>
          <p14:tracePt t="73513" x="5875338" y="3748088"/>
          <p14:tracePt t="73531" x="5881688" y="3754438"/>
          <p14:tracePt t="73547" x="5888038" y="3760788"/>
          <p14:tracePt t="73567" x="5894388" y="3778250"/>
          <p14:tracePt t="73581" x="5894388" y="3784600"/>
          <p14:tracePt t="73598" x="5894388" y="3803650"/>
          <p14:tracePt t="73616" x="5894388" y="3810000"/>
          <p14:tracePt t="73623" x="5888038" y="3822700"/>
          <p14:tracePt t="73630" x="5881688" y="3829050"/>
          <p14:tracePt t="73646" x="5875338" y="3835400"/>
          <p14:tracePt t="73654" x="5851525" y="3841750"/>
          <p14:tracePt t="73665" x="5813425" y="3852863"/>
          <p14:tracePt t="73669" x="5770563" y="3859213"/>
          <p14:tracePt t="73681" x="5721350" y="3859213"/>
          <p14:tracePt t="73685" x="5672138" y="3859213"/>
          <p14:tracePt t="73702" x="5535613" y="3859213"/>
          <p14:tracePt t="73709" x="5416550" y="3859213"/>
          <p14:tracePt t="73722" x="5305425" y="3859213"/>
          <p14:tracePt t="73730" x="5187950" y="3852863"/>
          <p14:tracePt t="73750" x="4878388" y="3760788"/>
          <p14:tracePt t="73755" x="4760913" y="3711575"/>
          <p14:tracePt t="73766" x="4667250" y="3654425"/>
          <p14:tracePt t="73781" x="4511675" y="3530600"/>
          <p14:tracePt t="73797" x="4432300" y="3413125"/>
          <p14:tracePt t="73814" x="4370388" y="3240088"/>
          <p14:tracePt t="73833" x="4344988" y="3067050"/>
          <p14:tracePt t="73839" x="4344988" y="2998788"/>
          <p14:tracePt t="73845" x="4344988" y="2936875"/>
          <p14:tracePt t="73859" x="4344988" y="2881313"/>
          <p14:tracePt t="73871" x="4364038" y="2843213"/>
          <p14:tracePt t="73878" x="4400550" y="2781300"/>
          <p14:tracePt t="73893" x="4419600" y="2757488"/>
          <p14:tracePt t="73902" x="4462463" y="2719388"/>
          <p14:tracePt t="73912" x="4506913" y="2695575"/>
          <p14:tracePt t="73920" x="4543425" y="2676525"/>
          <p14:tracePt t="73929" x="4598988" y="2663825"/>
          <p14:tracePt t="73935" x="4667250" y="2657475"/>
          <p14:tracePt t="73943" x="4722813" y="2644775"/>
          <p14:tracePt t="73950" x="4760913" y="2644775"/>
          <p14:tracePt t="73963" x="4810125" y="2644775"/>
          <p14:tracePt t="73970" x="4878388" y="2644775"/>
          <p14:tracePt t="73976" x="4976813" y="2651125"/>
          <p14:tracePt t="73990" x="5113338" y="2689225"/>
          <p14:tracePt t="74003" x="5354638" y="2787650"/>
          <p14:tracePt t="74011" x="5441950" y="2836863"/>
          <p14:tracePt t="74029" x="5591175" y="2949575"/>
          <p14:tracePt t="74034" x="5653088" y="3011488"/>
          <p14:tracePt t="74038" x="5715000" y="3084513"/>
          <p14:tracePt t="74056" x="5826125" y="3208338"/>
          <p14:tracePt t="74069" x="5926138" y="3338513"/>
          <p14:tracePt t="74080" x="5975350" y="3413125"/>
          <p14:tracePt t="74086" x="6018213" y="3475038"/>
          <p14:tracePt t="74094" x="6056313" y="3530600"/>
          <p14:tracePt t="74103" x="6073775" y="3562350"/>
          <p14:tracePt t="74118" x="6080125" y="3605213"/>
          <p14:tracePt t="74125" x="6092825" y="3617913"/>
          <p14:tracePt t="74138" x="6092825" y="3649663"/>
          <p14:tracePt t="74142" x="6092825" y="3673475"/>
          <p14:tracePt t="74152" x="6092825" y="3692525"/>
          <p14:tracePt t="74164" x="6092825" y="3722688"/>
          <p14:tracePt t="74181" x="6080125" y="3735388"/>
          <p14:tracePt t="74197" x="6018213" y="3790950"/>
          <p14:tracePt t="74216" x="5956300" y="3816350"/>
          <p14:tracePt t="74232" x="5864225" y="3841750"/>
          <p14:tracePt t="74248" x="5751513" y="3859213"/>
          <p14:tracePt t="74265" x="5676900" y="3871913"/>
          <p14:tracePt t="74287" x="5522913" y="3871913"/>
          <p14:tracePt t="74291" x="5473700" y="3871913"/>
          <p14:tracePt t="74302" x="5405438" y="3871913"/>
          <p14:tracePt t="74316" x="5256213" y="3871913"/>
          <p14:tracePt t="74324" x="5168900" y="3871913"/>
          <p14:tracePt t="74336" x="5100638" y="3865563"/>
          <p14:tracePt t="74349" x="4983163" y="3852863"/>
          <p14:tracePt t="74358" x="4927600" y="3841750"/>
          <p14:tracePt t="74364" x="4852988" y="3822700"/>
          <p14:tracePt t="74374" x="4829175" y="3810000"/>
          <p14:tracePt t="74381" x="4810125" y="3790950"/>
          <p14:tracePt t="74387" x="4784725" y="3773488"/>
          <p14:tracePt t="74398" x="4772025" y="3767138"/>
          <p14:tracePt t="74412" x="4767263" y="3754438"/>
          <p14:tracePt t="74424" x="4760913" y="3735388"/>
          <p14:tracePt t="74431" x="4760913" y="3729038"/>
          <p14:tracePt t="74448" x="4760913" y="3711575"/>
          <p14:tracePt t="74466" x="4760913" y="3673475"/>
          <p14:tracePt t="74475" x="4772025" y="3667125"/>
          <p14:tracePt t="74485" x="4772025" y="3660775"/>
          <p14:tracePt t="74690" x="4772025" y="3667125"/>
          <p14:tracePt t="74700" x="4772025" y="3679825"/>
          <p14:tracePt t="74718" x="4772025" y="3698875"/>
          <p14:tracePt t="74727" x="4772025" y="3705225"/>
          <p14:tracePt t="74744" x="4772025" y="3711575"/>
          <p14:tracePt t="74816" x="4778375" y="3711575"/>
          <p14:tracePt t="74828" x="4803775" y="3705225"/>
          <p14:tracePt t="74832" x="4829175" y="3673475"/>
          <p14:tracePt t="74839" x="4891088" y="3636963"/>
          <p14:tracePt t="74853" x="4933950" y="3605213"/>
          <p14:tracePt t="74857" x="4989513" y="3575050"/>
          <p14:tracePt t="74870" x="5230813" y="3438525"/>
          <p14:tracePt t="74885" x="5614988" y="3302000"/>
          <p14:tracePt t="74895" x="5888038" y="3208338"/>
          <p14:tracePt t="74901" x="6129338" y="3141663"/>
          <p14:tracePt t="74921" x="6515100" y="3016250"/>
          <p14:tracePt t="74944" x="6619875" y="2979738"/>
          <p14:tracePt t="74950" x="6724650" y="2943225"/>
          <p14:tracePt t="75054" x="6711950" y="2943225"/>
          <p14:tracePt t="75065" x="6694488" y="2943225"/>
          <p14:tracePt t="75071" x="6669088" y="2954338"/>
          <p14:tracePt t="75081" x="6650038" y="2954338"/>
          <p14:tracePt t="75103" x="6545263" y="2992438"/>
          <p14:tracePt t="75114" x="6470650" y="3016250"/>
          <p14:tracePt t="75126" x="6346825" y="3060700"/>
          <p14:tracePt t="75137" x="6291263" y="3084513"/>
          <p14:tracePt t="75153" x="6180138" y="3128963"/>
          <p14:tracePt t="75172" x="6049963" y="3190875"/>
          <p14:tracePt t="75184" x="5994400" y="3208338"/>
          <p14:tracePt t="75188" x="5932488" y="3246438"/>
          <p14:tracePt t="75197" x="5802313" y="3338513"/>
          <p14:tracePt t="75216" x="5715000" y="3406775"/>
          <p14:tracePt t="75230" x="5653088" y="3462338"/>
          <p14:tracePt t="75248" x="5565775" y="3556000"/>
          <p14:tracePt t="75264" x="5473700" y="3643313"/>
          <p14:tracePt t="75280" x="5416550" y="3692525"/>
          <p14:tracePt t="75285" x="5392738" y="3722688"/>
          <p14:tracePt t="75297" x="5360988" y="3748088"/>
          <p14:tracePt t="75320" x="5330825" y="3767138"/>
          <p14:tracePt t="75325" x="5324475" y="3767138"/>
          <p14:tracePt t="75343" x="5324475" y="3773488"/>
          <p14:tracePt t="75430" x="5324475" y="3760788"/>
          <p14:tracePt t="75441" x="5324475" y="3722688"/>
          <p14:tracePt t="75449" x="5360988" y="3667125"/>
          <p14:tracePt t="75466" x="5484813" y="3530600"/>
          <p14:tracePt t="75473" x="5559425" y="3468688"/>
          <p14:tracePt t="75480" x="5603875" y="3432175"/>
          <p14:tracePt t="75489" x="5676900" y="3370263"/>
          <p14:tracePt t="75494" x="5770563" y="3308350"/>
          <p14:tracePt t="75506" x="5875338" y="3240088"/>
          <p14:tracePt t="75514" x="5999163" y="3159125"/>
          <p14:tracePt t="75530" x="6197600" y="3041650"/>
          <p14:tracePt t="75549" x="6303963" y="2973388"/>
          <p14:tracePt t="75671" x="6265863" y="2992438"/>
          <p14:tracePt t="75687" x="6259513" y="2998788"/>
          <p14:tracePt t="75701" x="6186488" y="3048000"/>
          <p14:tracePt t="75707" x="6142038" y="3079750"/>
          <p14:tracePt t="75714" x="6099175" y="3109913"/>
          <p14:tracePt t="75725" x="6043613" y="3146425"/>
          <p14:tracePt t="75731" x="5969000" y="3184525"/>
          <p14:tracePt t="75742" x="5864225" y="3240088"/>
          <p14:tracePt t="75755" x="5802313" y="3270250"/>
          <p14:tracePt t="75759" x="5770563" y="3289300"/>
          <p14:tracePt t="75779" x="5676900" y="3344863"/>
          <p14:tracePt t="75786" x="5634038" y="3363913"/>
          <p14:tracePt t="75795" x="5578475" y="3389313"/>
          <p14:tracePt t="75805" x="5522913" y="3419475"/>
          <p14:tracePt t="75813" x="5491163" y="3438525"/>
          <p14:tracePt t="75818" x="5448300" y="3468688"/>
          <p14:tracePt t="75834" x="5416550" y="3475038"/>
          <p14:tracePt t="75848" x="5405438" y="3481388"/>
          <p14:tracePt t="75863" x="5399088" y="3487738"/>
          <p14:tracePt t="75940" x="5429250" y="3432175"/>
          <p14:tracePt t="75949" x="5448300" y="3400425"/>
          <p14:tracePt t="75966" x="5559425" y="3270250"/>
          <p14:tracePt t="75983" x="5745163" y="3116263"/>
          <p14:tracePt t="76002" x="5975350" y="2967038"/>
          <p14:tracePt t="76015" x="6216650" y="2843213"/>
          <p14:tracePt t="76021" x="6323013" y="2794000"/>
          <p14:tracePt t="76032" x="6408738" y="2757488"/>
          <p14:tracePt t="76046" x="6453188" y="2738438"/>
          <p14:tracePt t="76063" x="6457950" y="2738438"/>
          <p14:tracePt t="76328" x="6446838" y="2738438"/>
          <p14:tracePt t="76340" x="6427788" y="2738438"/>
          <p14:tracePt t="76354" x="6384925" y="2787650"/>
          <p14:tracePt t="76368" x="6323013" y="2843213"/>
          <p14:tracePt t="76391" x="6216650" y="2973388"/>
          <p14:tracePt t="76398" x="6186488" y="3005138"/>
          <p14:tracePt t="76412" x="6167438" y="3028950"/>
          <p14:tracePt t="76425" x="6124575" y="3084513"/>
          <p14:tracePt t="76442" x="6092825" y="3122613"/>
          <p14:tracePt t="76453" x="6080125" y="3146425"/>
          <p14:tracePt t="76470" x="6080125" y="3152775"/>
          <p14:tracePt t="76512" x="6073775" y="3152775"/>
          <p14:tracePt t="76526" x="6067425" y="3152775"/>
          <p14:tracePt t="76549" x="6062663" y="3146425"/>
          <p14:tracePt t="76561" x="6049963" y="3146425"/>
          <p14:tracePt t="76575" x="6049963" y="3128963"/>
          <p14:tracePt t="76581" x="6049963" y="3109913"/>
          <p14:tracePt t="76591" x="6056313" y="3079750"/>
          <p14:tracePt t="76601" x="6062663" y="3060700"/>
          <p14:tracePt t="76608" x="6080125" y="3022600"/>
          <p14:tracePt t="76614" x="6099175" y="3005138"/>
          <p14:tracePt t="76627" x="6118225" y="2967038"/>
          <p14:tracePt t="76630" x="6154738" y="2924175"/>
          <p14:tracePt t="76639" x="6173788" y="2905125"/>
          <p14:tracePt t="76648" x="6180138" y="2887663"/>
          <p14:tracePt t="76666" x="6186488" y="2881313"/>
          <p14:tracePt t="76716" x="6186488" y="2892425"/>
          <p14:tracePt t="76727" x="6180138" y="2979738"/>
          <p14:tracePt t="76740" x="6161088" y="3035300"/>
          <p14:tracePt t="76749" x="6135688" y="3159125"/>
          <p14:tracePt t="76764" x="6129338" y="3197225"/>
          <p14:tracePt t="76771" x="6080125" y="3338513"/>
          <p14:tracePt t="76782" x="6056313" y="3406775"/>
          <p14:tracePt t="76800" x="6011863" y="3524250"/>
          <p14:tracePt t="76806" x="5999163" y="3549650"/>
          <p14:tracePt t="76816" x="5999163" y="3562350"/>
          <p14:tracePt t="76834" x="5994400" y="3598863"/>
          <p14:tracePt t="76838" x="5994400" y="3605213"/>
          <p14:tracePt t="76847" x="5994400" y="3617913"/>
          <p14:tracePt t="76865" x="5994400" y="3643313"/>
          <p14:tracePt t="76884" x="5994400" y="3711575"/>
          <p14:tracePt t="76895" x="5994400" y="3735388"/>
          <p14:tracePt t="76902" x="6005513" y="3767138"/>
          <p14:tracePt t="76912" x="6024563" y="3803650"/>
          <p14:tracePt t="76925" x="6043613" y="3835400"/>
          <p14:tracePt t="76929" x="6062663" y="3846513"/>
          <p14:tracePt t="76934" x="6092825" y="3878263"/>
          <p14:tracePt t="76945" x="6118225" y="3897313"/>
          <p14:tracePt t="76954" x="6154738" y="3914775"/>
          <p14:tracePt t="76965" x="6229350" y="3927475"/>
          <p14:tracePt t="76981" x="6316663" y="3927475"/>
          <p14:tracePt t="76998" x="6415088" y="3927475"/>
          <p14:tracePt t="77015" x="6477000" y="3940175"/>
          <p14:tracePt t="77023" x="6502400" y="3940175"/>
          <p14:tracePt t="77033" x="6519863" y="3946525"/>
          <p14:tracePt t="77048" x="6526213" y="3946525"/>
          <p14:tracePt t="77055" x="6526213" y="3952875"/>
          <p14:tracePt t="77316" x="6526213" y="3959225"/>
          <p14:tracePt t="77331" x="6526213" y="3965575"/>
          <p14:tracePt t="77350" x="6526213" y="3970338"/>
          <p14:tracePt t="77443" x="6526213" y="3983038"/>
          <p14:tracePt t="77454" x="6515100" y="3983038"/>
          <p14:tracePt t="77466" x="6477000" y="3989388"/>
          <p14:tracePt t="77471" x="6446838" y="3989388"/>
          <p14:tracePt t="77486" x="6327775" y="4014788"/>
          <p14:tracePt t="77499" x="6303963" y="4014788"/>
          <p14:tracePt t="77515" x="6161088" y="4014788"/>
          <p14:tracePt t="77532" x="6111875" y="4014788"/>
          <p14:tracePt t="77548" x="6037263" y="4014788"/>
          <p14:tracePt t="77572" x="5919788" y="3989388"/>
          <p14:tracePt t="77578" x="5881688" y="3976688"/>
          <p14:tracePt t="77591" x="5807075" y="3970338"/>
          <p14:tracePt t="77597" x="5789613" y="3970338"/>
          <p14:tracePt t="77606" x="5727700" y="3959225"/>
          <p14:tracePt t="77623" x="5695950" y="3959225"/>
          <p14:tracePt t="77631" x="5672138" y="3952875"/>
          <p14:tracePt t="77648" x="5603875" y="3940175"/>
          <p14:tracePt t="77653" x="5578475" y="3940175"/>
          <p14:tracePt t="77665" x="5541963" y="3933825"/>
          <p14:tracePt t="77669" x="5516563" y="3933825"/>
          <p14:tracePt t="77677" x="5480050" y="3933825"/>
          <p14:tracePt t="77687" x="5441950" y="3933825"/>
          <p14:tracePt t="77697" x="5392738" y="3933825"/>
          <p14:tracePt t="77702" x="5360988" y="3933825"/>
          <p14:tracePt t="77709" x="5337175" y="3933825"/>
          <p14:tracePt t="77715" x="5299075" y="3933825"/>
          <p14:tracePt t="77725" x="5262563" y="3933825"/>
          <p14:tracePt t="77733" x="5224463" y="3933825"/>
          <p14:tracePt t="77740" x="5187950" y="3921125"/>
          <p14:tracePt t="77750" x="5132388" y="3908425"/>
          <p14:tracePt t="77771" x="5051425" y="3890963"/>
          <p14:tracePt t="77782" x="4970463" y="3841750"/>
          <p14:tracePt t="77793" x="4946650" y="3822700"/>
          <p14:tracePt t="77818" x="4884738" y="3767138"/>
          <p14:tracePt t="77833" x="4784725" y="3643313"/>
          <p14:tracePt t="77846" x="4748213" y="3581400"/>
          <p14:tracePt t="77863" x="4699000" y="3513138"/>
          <p14:tracePt t="77874" x="4630738" y="3400425"/>
          <p14:tracePt t="77879" x="4611688" y="3376613"/>
          <p14:tracePt t="77885" x="4592638" y="3333750"/>
          <p14:tracePt t="77892" x="4573588" y="3295650"/>
          <p14:tracePt t="77902" x="4549775" y="3252788"/>
          <p14:tracePt t="77911" x="4543425" y="3227388"/>
          <p14:tracePt t="77922" x="4530725" y="3197225"/>
          <p14:tracePt t="77931" x="4530725" y="3165475"/>
          <p14:tracePt t="77949" x="4530725" y="3135313"/>
          <p14:tracePt t="77970" x="4530725" y="3109913"/>
          <p14:tracePt t="77980" x="4530725" y="3103563"/>
          <p14:tracePt t="77993" x="4530725" y="3097213"/>
          <p14:tracePt t="78012" x="4530725" y="3090863"/>
          <p14:tracePt t="78044" x="4530725" y="3084513"/>
          <p14:tracePt t="78078" x="4530725" y="3079750"/>
          <p14:tracePt t="78094" x="4530725" y="3067050"/>
          <p14:tracePt t="78103" x="4537075" y="3067050"/>
          <p14:tracePt t="78115" x="4537075" y="3060700"/>
          <p14:tracePt t="78133" x="4537075" y="3054350"/>
          <p14:tracePt t="78149" x="4543425" y="3054350"/>
          <p14:tracePt t="78173" x="4549775" y="3054350"/>
          <p14:tracePt t="78181" x="4562475" y="3054350"/>
          <p14:tracePt t="78198" x="4586288" y="3054350"/>
          <p14:tracePt t="78209" x="4598988" y="3054350"/>
          <p14:tracePt t="78216" x="4630738" y="3060700"/>
          <p14:tracePt t="78224" x="4641850" y="3060700"/>
          <p14:tracePt t="78239" x="4686300" y="3067050"/>
          <p14:tracePt t="78248" x="4760913" y="3079750"/>
          <p14:tracePt t="78260" x="4884738" y="3109913"/>
          <p14:tracePt t="78270" x="4989513" y="3152775"/>
          <p14:tracePt t="78283" x="5076825" y="3178175"/>
          <p14:tracePt t="78299" x="5286375" y="3265488"/>
          <p14:tracePt t="78318" x="5584825" y="3425825"/>
          <p14:tracePt t="78328" x="5676900" y="3475038"/>
          <p14:tracePt t="78334" x="5751513" y="3524250"/>
          <p14:tracePt t="78340" x="5857875" y="3592513"/>
          <p14:tracePt t="78350" x="5932488" y="3643313"/>
          <p14:tracePt t="78365" x="6024563" y="3692525"/>
          <p14:tracePt t="78384" x="6086475" y="3729038"/>
          <p14:tracePt t="78405" x="6135688" y="3748088"/>
          <p14:tracePt t="78411" x="6167438" y="3748088"/>
          <p14:tracePt t="78417" x="6192838" y="3754438"/>
          <p14:tracePt t="78422" x="6216650" y="3754438"/>
          <p14:tracePt t="78441" x="6248400" y="3754438"/>
          <p14:tracePt t="78448" x="6265863" y="3754438"/>
          <p14:tracePt t="78454" x="6272213" y="3754438"/>
          <p14:tracePt t="78460" x="6291263" y="3754438"/>
          <p14:tracePt t="78469" x="6303963" y="3767138"/>
          <p14:tracePt t="78482" x="6310313" y="3773488"/>
          <p14:tracePt t="78498" x="6334125" y="3784600"/>
          <p14:tracePt t="78518" x="6384925" y="3822700"/>
          <p14:tracePt t="78525" x="6402388" y="3829050"/>
          <p14:tracePt t="78531" x="6434138" y="3859213"/>
          <p14:tracePt t="78545" x="6457950" y="3865563"/>
          <p14:tracePt t="78555" x="6477000" y="3878263"/>
          <p14:tracePt t="78559" x="6502400" y="3884613"/>
          <p14:tracePt t="78567" x="6526213" y="3890963"/>
          <p14:tracePt t="78583" x="6551613" y="3903663"/>
          <p14:tracePt t="78600" x="6570663" y="3914775"/>
          <p14:tracePt t="78617" x="6577013" y="3914775"/>
          <p14:tracePt t="78624" x="6577013" y="3921125"/>
          <p14:tracePt t="78628" x="6581775" y="3927475"/>
          <p14:tracePt t="78639" x="6581775" y="3940175"/>
          <p14:tracePt t="78650" x="6588125" y="3946525"/>
          <p14:tracePt t="78666" x="6588125" y="3952875"/>
          <p14:tracePt t="78674" x="6594475" y="3952875"/>
          <p14:tracePt t="78725" x="6594475" y="3959225"/>
          <p14:tracePt t="79166" x="6581775" y="3965575"/>
          <p14:tracePt t="79174" x="6570663" y="3970338"/>
          <p14:tracePt t="79180" x="6564313" y="3970338"/>
          <p14:tracePt t="79191" x="6545263" y="3976688"/>
          <p14:tracePt t="79198" x="6538913" y="3976688"/>
          <p14:tracePt t="79221" x="6538913" y="3989388"/>
          <p14:tracePt t="79232" x="6526213" y="3989388"/>
          <p14:tracePt t="79440" x="6519863" y="3989388"/>
          <p14:tracePt t="79525" x="6515100" y="3989388"/>
          <p14:tracePt t="79544" x="6515100" y="3983038"/>
          <p14:tracePt t="79557" x="6508750" y="3976688"/>
          <p14:tracePt t="79575" x="6508750" y="3970338"/>
          <p14:tracePt t="80070" x="6515100" y="3959225"/>
          <p14:tracePt t="80078" x="6519863" y="3952875"/>
          <p14:tracePt t="80084" x="6532563" y="3946525"/>
          <p14:tracePt t="80095" x="6532563" y="3927475"/>
          <p14:tracePt t="80104" x="6538913" y="3921125"/>
          <p14:tracePt t="80121" x="6538913" y="3890963"/>
          <p14:tracePt t="80135" x="6545263" y="3878263"/>
          <p14:tracePt t="80157" x="6545263" y="3871913"/>
          <p14:tracePt t="80178" x="6545263" y="3835400"/>
          <p14:tracePt t="80192" x="6532563" y="3803650"/>
          <p14:tracePt t="80578" x="6532563" y="3810000"/>
          <p14:tracePt t="80600" x="6532563" y="3878263"/>
          <p14:tracePt t="80613" x="6526213" y="3890963"/>
          <p14:tracePt t="80621" x="6519863" y="3908425"/>
          <p14:tracePt t="80633" x="6519863" y="3914775"/>
          <p14:tracePt t="80638" x="6515100" y="3933825"/>
          <p14:tracePt t="80655" x="6483350" y="3965575"/>
          <p14:tracePt t="80666" x="6477000" y="3970338"/>
          <p14:tracePt t="80674" x="6470650" y="3989388"/>
          <p14:tracePt t="80681" x="6470650" y="3995738"/>
          <p14:tracePt t="80695" x="6464300" y="4002088"/>
          <p14:tracePt t="80700" x="6453188" y="4014788"/>
          <p14:tracePt t="80711" x="6440488" y="4032250"/>
          <p14:tracePt t="80719" x="6434138" y="4038600"/>
          <p14:tracePt t="80732" x="6427788" y="4038600"/>
          <p14:tracePt t="80749" x="6421438" y="4044950"/>
          <p14:tracePt t="80766" x="6415088" y="4051300"/>
          <p14:tracePt t="80776" x="6408738" y="4051300"/>
          <p14:tracePt t="80796" x="6402388" y="4051300"/>
          <p14:tracePt t="80807" x="6389688" y="4057650"/>
          <p14:tracePt t="80816" x="6384925" y="4057650"/>
          <p14:tracePt t="80835" x="6378575" y="4057650"/>
          <p14:tracePt t="80841" x="6372225" y="4057650"/>
          <p14:tracePt t="80855" x="6359525" y="4064000"/>
          <p14:tracePt t="80867" x="6353175" y="4064000"/>
          <p14:tracePt t="80884" x="6340475" y="4064000"/>
          <p14:tracePt t="80976" x="6346825" y="4057650"/>
          <p14:tracePt t="80987" x="6372225" y="4038600"/>
          <p14:tracePt t="80990" x="6402388" y="4008438"/>
          <p14:tracePt t="81004" x="6440488" y="3989388"/>
          <p14:tracePt t="81007" x="6470650" y="3970338"/>
          <p14:tracePt t="81020" x="6532563" y="3952875"/>
          <p14:tracePt t="81032" x="6551613" y="3952875"/>
          <p14:tracePt t="81039" x="6570663" y="3952875"/>
          <p14:tracePt t="81050" x="6577013" y="3952875"/>
          <p14:tracePt t="81069" x="6581775" y="3952875"/>
          <p14:tracePt t="81085" x="6588125" y="3952875"/>
          <p14:tracePt t="81101" x="6594475" y="3952875"/>
          <p14:tracePt t="81117" x="6594475" y="3959225"/>
          <p14:tracePt t="81134" x="6594475" y="3970338"/>
          <p14:tracePt t="81152" x="6600825" y="3983038"/>
          <p14:tracePt t="81166" x="6600825" y="3995738"/>
          <p14:tracePt t="81185" x="6607175" y="4008438"/>
          <p14:tracePt t="81199" x="6613525" y="4021138"/>
          <p14:tracePt t="81215" x="6613525" y="4027488"/>
          <p14:tracePt t="81233" x="6613525" y="4032250"/>
          <p14:tracePt t="81253" x="6626225" y="4032250"/>
          <p14:tracePt t="81265" x="6626225" y="4038600"/>
          <p14:tracePt t="81287" x="6626225" y="4044950"/>
          <p14:tracePt t="81305" x="6632575" y="4051300"/>
          <p14:tracePt t="81329" x="6632575" y="4057650"/>
          <p14:tracePt t="81340" x="6638925" y="4057650"/>
          <p14:tracePt t="81671" x="6632575" y="4057650"/>
          <p14:tracePt t="81685" x="6613525" y="4057650"/>
          <p14:tracePt t="81695" x="6607175" y="4057650"/>
          <p14:tracePt t="81710" x="6551613" y="4057650"/>
          <p14:tracePt t="81720" x="6502400" y="4057650"/>
          <p14:tracePt t="81733" x="6396038" y="4057650"/>
          <p14:tracePt t="81745" x="6323013" y="4057650"/>
          <p14:tracePt t="81754" x="6203950" y="4057650"/>
          <p14:tracePt t="81760" x="6086475" y="4057650"/>
          <p14:tracePt t="81769" x="5919788" y="4038600"/>
          <p14:tracePt t="81782" x="5565775" y="3965575"/>
          <p14:tracePt t="81800" x="5213350" y="3865563"/>
          <p14:tracePt t="81805" x="5021263" y="3803650"/>
          <p14:tracePt t="81817" x="4884738" y="3754438"/>
          <p14:tracePt t="81822" x="4722813" y="3667125"/>
          <p14:tracePt t="81831" x="4586288" y="3581400"/>
          <p14:tracePt t="81840" x="4494213" y="3519488"/>
          <p14:tracePt t="81847" x="4419600" y="3438525"/>
          <p14:tracePt t="81855" x="4370388" y="3382963"/>
          <p14:tracePt t="81862" x="4332288" y="3308350"/>
          <p14:tracePt t="81875" x="4313238" y="3252788"/>
          <p14:tracePt t="81880" x="4313238" y="3227388"/>
          <p14:tracePt t="81891" x="4302125" y="3197225"/>
          <p14:tracePt t="81901" x="4302125" y="3152775"/>
          <p14:tracePt t="81917" x="4302125" y="3135313"/>
          <p14:tracePt t="81933" x="4302125" y="3109913"/>
          <p14:tracePt t="81952" x="4308475" y="3079750"/>
          <p14:tracePt t="81961" x="4308475" y="3073400"/>
          <p14:tracePt t="81966" x="4308475" y="3054350"/>
          <p14:tracePt t="81977" x="4308475" y="3048000"/>
          <p14:tracePt t="81997" x="4313238" y="3028950"/>
          <p14:tracePt t="82006" x="4313238" y="3016250"/>
          <p14:tracePt t="82016" x="4313238" y="3011488"/>
          <p14:tracePt t="82032" x="4313238" y="3005138"/>
          <p14:tracePt t="82049" x="4319588" y="3005138"/>
          <p14:tracePt t="82070" x="4357688" y="2998788"/>
          <p14:tracePt t="82077" x="4381500" y="2998788"/>
          <p14:tracePt t="82090" x="4419600" y="2998788"/>
          <p14:tracePt t="82099" x="4487863" y="3005138"/>
          <p14:tracePt t="82114" x="4524375" y="3011488"/>
          <p14:tracePt t="82120" x="4579938" y="3022600"/>
          <p14:tracePt t="82127" x="4660900" y="3067050"/>
          <p14:tracePt t="82137" x="4699000" y="3084513"/>
          <p14:tracePt t="82148" x="4754563" y="3109913"/>
          <p14:tracePt t="82166" x="4927600" y="3197225"/>
          <p14:tracePt t="82183" x="5026025" y="3240088"/>
          <p14:tracePt t="82190" x="5083175" y="3276600"/>
          <p14:tracePt t="82198" x="5138738" y="3314700"/>
          <p14:tracePt t="82207" x="5168900" y="3333750"/>
          <p14:tracePt t="82221" x="5281613" y="3406775"/>
          <p14:tracePt t="82230" x="5305425" y="3425825"/>
          <p14:tracePt t="82236" x="5337175" y="3457575"/>
          <p14:tracePt t="82247" x="5360988" y="3481388"/>
          <p14:tracePt t="82256" x="5392738" y="3500438"/>
          <p14:tracePt t="82265" x="5422900" y="3530600"/>
          <p14:tracePt t="82282" x="5553075" y="3611563"/>
          <p14:tracePt t="82301" x="5727700" y="3716338"/>
          <p14:tracePt t="82317" x="5819775" y="3748088"/>
          <p14:tracePt t="82334" x="5857875" y="3760788"/>
          <p14:tracePt t="82338" x="5926138" y="3767138"/>
          <p14:tracePt t="82351" x="5949950" y="3778250"/>
          <p14:tracePt t="82366" x="5975350" y="3778250"/>
          <p14:tracePt t="82373" x="6005513" y="3784600"/>
          <p14:tracePt t="82387" x="6011863" y="3797300"/>
          <p14:tracePt t="82398" x="6030913" y="3803650"/>
          <p14:tracePt t="82403" x="6037263" y="3803650"/>
          <p14:tracePt t="82414" x="6043613" y="3803650"/>
          <p14:tracePt t="82431" x="6049963" y="3803650"/>
          <p14:tracePt t="82437" x="6049963" y="3810000"/>
          <p14:tracePt t="82445" x="6056313" y="3810000"/>
          <p14:tracePt t="82503" x="6062663" y="3816350"/>
          <p14:tracePt t="82528" x="6067425" y="3816350"/>
          <p14:tracePt t="82544" x="6073775" y="3822700"/>
          <p14:tracePt t="82555" x="6086475" y="3822700"/>
          <p14:tracePt t="82569" x="6092825" y="3829050"/>
          <p14:tracePt t="82584" x="6099175" y="3829050"/>
          <p14:tracePt t="82589" x="6099175" y="3841750"/>
          <p14:tracePt t="82622" x="6105525" y="3841750"/>
          <p14:tracePt t="82655" x="6111875" y="3846513"/>
          <p14:tracePt t="82663" x="6118225" y="3852863"/>
          <p14:tracePt t="82668" x="6135688" y="3852863"/>
          <p14:tracePt t="82677" x="6148388" y="3859213"/>
          <p14:tracePt t="82685" x="6161088" y="3859213"/>
          <p14:tracePt t="82699" x="6180138" y="3865563"/>
          <p14:tracePt t="82717" x="6192838" y="3884613"/>
          <p14:tracePt t="82855" x="6192838" y="3890963"/>
          <p14:tracePt t="82958" x="6186488" y="3897313"/>
          <p14:tracePt t="82975" x="6186488" y="3908425"/>
          <p14:tracePt t="82991" x="6186488" y="3914775"/>
          <p14:tracePt t="83088" x="6186488" y="3921125"/>
          <p14:tracePt t="83378" x="6192838" y="3921125"/>
          <p14:tracePt t="83925" x="6186488" y="3921125"/>
          <p14:tracePt t="83938" x="6173788" y="3921125"/>
          <p14:tracePt t="83948" x="6167438" y="3921125"/>
          <p14:tracePt t="83954" x="6161088" y="3921125"/>
          <p14:tracePt t="83974" x="6148388" y="3921125"/>
          <p14:tracePt t="84007" x="6142038" y="3914775"/>
          <p14:tracePt t="84031" x="6135688" y="3914775"/>
          <p14:tracePt t="84045" x="6129338" y="3914775"/>
          <p14:tracePt t="84055" x="6129338" y="3908425"/>
          <p14:tracePt t="84067" x="6124575" y="3908425"/>
          <p14:tracePt t="84086" x="6118225" y="3903663"/>
          <p14:tracePt t="84100" x="6111875" y="3903663"/>
          <p14:tracePt t="84160" x="6111875" y="3897313"/>
          <p14:tracePt t="84174" x="6099175" y="3890963"/>
          <p14:tracePt t="84200" x="6099175" y="3884613"/>
          <p14:tracePt t="85822" x="6111875" y="3890963"/>
          <p14:tracePt t="85834" x="6118225" y="3908425"/>
          <p14:tracePt t="85846" x="6124575" y="3914775"/>
          <p14:tracePt t="85855" x="6142038" y="3940175"/>
          <p14:tracePt t="85870" x="6142038" y="3946525"/>
          <p14:tracePt t="85887" x="6148388" y="3946525"/>
          <p14:tracePt t="85903" x="6148388" y="3952875"/>
          <p14:tracePt t="85919" x="6154738" y="3952875"/>
          <p14:tracePt t="85937" x="6167438" y="3959225"/>
          <p14:tracePt t="85950" x="6186488" y="3970338"/>
          <p14:tracePt t="85968" x="6197600" y="3976688"/>
          <p14:tracePt t="85973" x="6203950" y="3976688"/>
          <p14:tracePt t="85993" x="6229350" y="3989388"/>
          <p14:tracePt t="85997" x="6242050" y="3989388"/>
          <p14:tracePt t="86015" x="6284913" y="3995738"/>
          <p14:tracePt t="86021" x="6303963" y="3995738"/>
          <p14:tracePt t="86031" x="6323013" y="3995738"/>
          <p14:tracePt t="86036" x="6346825" y="3995738"/>
          <p14:tracePt t="86047" x="6359525" y="3995738"/>
          <p14:tracePt t="86053" x="6365875" y="3995738"/>
          <p14:tracePt t="86061" x="6384925" y="3995738"/>
          <p14:tracePt t="86070" x="6408738" y="3995738"/>
          <p14:tracePt t="86084" x="6415088" y="4002088"/>
          <p14:tracePt t="86103" x="6434138" y="4002088"/>
          <p14:tracePt t="86121" x="6446838" y="4002088"/>
          <p14:tracePt t="86129" x="6453188" y="4002088"/>
          <p14:tracePt t="86147" x="6457950" y="4002088"/>
          <p14:tracePt t="86156" x="6489700" y="4002088"/>
          <p14:tracePt t="86167" x="6508750" y="4002088"/>
          <p14:tracePt t="86172" x="6519863" y="4002088"/>
          <p14:tracePt t="86183" x="6551613" y="4014788"/>
          <p14:tracePt t="86200" x="6564313" y="4014788"/>
          <p14:tracePt t="86217" x="6594475" y="4021138"/>
          <p14:tracePt t="86220" x="6607175" y="4021138"/>
          <p14:tracePt t="86234" x="6619875" y="4021138"/>
          <p14:tracePt t="86250" x="6645275" y="4027488"/>
          <p14:tracePt t="86255" x="6650038" y="4027488"/>
          <p14:tracePt t="86273" x="6656388" y="4027488"/>
          <p14:tracePt t="86561" x="6662738" y="4027488"/>
          <p14:tracePt t="86887" x="6656388" y="4032250"/>
          <p14:tracePt t="86899" x="6638925" y="4051300"/>
          <p14:tracePt t="86915" x="6526213" y="4051300"/>
          <p14:tracePt t="86927" x="6389688" y="4051300"/>
          <p14:tracePt t="86936" x="6327775" y="4051300"/>
          <p14:tracePt t="86951" x="6124575" y="4032250"/>
          <p14:tracePt t="86959" x="6018213" y="4008438"/>
          <p14:tracePt t="86970" x="5900738" y="3965575"/>
          <p14:tracePt t="86981" x="5813425" y="3940175"/>
          <p14:tracePt t="86991" x="5621338" y="3835400"/>
          <p14:tracePt t="87000" x="5510213" y="3773488"/>
          <p14:tracePt t="87009" x="5405438" y="3692525"/>
          <p14:tracePt t="87015" x="5330825" y="3624263"/>
          <p14:tracePt t="87024" x="5237163" y="3549650"/>
          <p14:tracePt t="87036" x="5083175" y="3406775"/>
          <p14:tracePt t="87050" x="5002213" y="3314700"/>
          <p14:tracePt t="87074" x="4810125" y="3073400"/>
          <p14:tracePt t="87086" x="4710113" y="2924175"/>
          <p14:tracePt t="87092" x="4692650" y="2892425"/>
          <p14:tracePt t="87112" x="4660900" y="2800350"/>
          <p14:tracePt t="87129" x="4641850" y="2757488"/>
          <p14:tracePt t="87135" x="4637088" y="2751138"/>
          <p14:tracePt t="87146" x="4637088" y="2738438"/>
          <p14:tracePt t="87154" x="4630738" y="2719388"/>
          <p14:tracePt t="87166" x="4611688" y="2676525"/>
          <p14:tracePt t="87184" x="4586288" y="2627313"/>
          <p14:tracePt t="87200" x="4573588" y="2608263"/>
          <p14:tracePt t="87206" x="4568825" y="2601913"/>
          <p14:tracePt t="87216" x="4568825" y="2595563"/>
          <p14:tracePt t="87222" x="4562475" y="2582863"/>
          <p14:tracePt t="87236" x="4562475" y="2576513"/>
          <p14:tracePt t="87245" x="4556125" y="2576513"/>
          <p14:tracePt t="87253" x="4556125" y="2571750"/>
          <p14:tracePt t="87267" x="4556125" y="2565400"/>
          <p14:tracePt t="87295" x="4549775" y="2565400"/>
          <p14:tracePt t="87304" x="4549775" y="2559050"/>
          <p14:tracePt t="87401" x="4568825" y="2576513"/>
          <p14:tracePt t="87414" x="4648200" y="2614613"/>
          <p14:tracePt t="87422" x="4692650" y="2638425"/>
          <p14:tracePt t="87434" x="4748213" y="2670175"/>
          <p14:tracePt t="87445" x="4803775" y="2695575"/>
          <p14:tracePt t="87450" x="4829175" y="2700338"/>
          <p14:tracePt t="87456" x="4884738" y="2725738"/>
          <p14:tracePt t="87467" x="5057775" y="2787650"/>
          <p14:tracePt t="87478" x="5162550" y="2825750"/>
          <p14:tracePt t="87485" x="5281613" y="2868613"/>
          <p14:tracePt t="87501" x="5399088" y="2892425"/>
          <p14:tracePt t="87518" x="5672138" y="2973388"/>
          <p14:tracePt t="87542" x="5943600" y="3084513"/>
          <p14:tracePt t="87549" x="6080125" y="3152775"/>
          <p14:tracePt t="87559" x="6327775" y="3270250"/>
          <p14:tracePt t="87564" x="6415088" y="3327400"/>
          <p14:tracePt t="87573" x="6489700" y="3376613"/>
          <p14:tracePt t="87584" x="6545263" y="3406775"/>
          <p14:tracePt t="87588" x="6564313" y="3438525"/>
          <p14:tracePt t="87600" x="6577013" y="3451225"/>
          <p14:tracePt t="87620" x="6581775" y="3468688"/>
          <p14:tracePt t="87636" x="6570663" y="3481388"/>
          <p14:tracePt t="87647" x="6564313" y="3481388"/>
          <p14:tracePt t="87654" x="6551613" y="3487738"/>
          <p14:tracePt t="87664" x="6545263" y="3500438"/>
          <p14:tracePt t="87674" x="6519863" y="3500438"/>
          <p14:tracePt t="87685" x="6515100" y="3506788"/>
          <p14:tracePt t="87696" x="6453188" y="3524250"/>
          <p14:tracePt t="87708" x="6372225" y="3530600"/>
          <p14:tracePt t="87717" x="6334125" y="3543300"/>
          <p14:tracePt t="87734" x="6297613" y="3549650"/>
          <p14:tracePt t="87750" x="6223000" y="3562350"/>
          <p14:tracePt t="87775" x="6197600" y="3562350"/>
          <p14:tracePt t="87784" x="6192838" y="3562350"/>
          <p14:tracePt t="87791" x="6173788" y="3562350"/>
          <p14:tracePt t="87798" x="6154738" y="3556000"/>
          <p14:tracePt t="87806" x="6142038" y="3556000"/>
          <p14:tracePt t="87820" x="6099175" y="3543300"/>
          <p14:tracePt t="87837" x="6043613" y="3513138"/>
          <p14:tracePt t="87855" x="5988050" y="3494088"/>
          <p14:tracePt t="87863" x="5981700" y="3487738"/>
          <p14:tracePt t="87871" x="5962650" y="3462338"/>
          <p14:tracePt t="87877" x="5943600" y="3438525"/>
          <p14:tracePt t="87894" x="5926138" y="3357563"/>
          <p14:tracePt t="87903" x="5926138" y="3308350"/>
          <p14:tracePt t="87916" x="5926138" y="3270250"/>
          <p14:tracePt t="87922" x="5926138" y="3221038"/>
          <p14:tracePt t="87934" x="5926138" y="3165475"/>
          <p14:tracePt t="87951" x="5956300" y="3122613"/>
          <p14:tracePt t="87967" x="6024563" y="3060700"/>
          <p14:tracePt t="87973" x="6056313" y="3035300"/>
          <p14:tracePt t="87996" x="6124575" y="2992438"/>
          <p14:tracePt t="88007" x="6180138" y="2973388"/>
          <p14:tracePt t="88017" x="6216650" y="2954338"/>
          <p14:tracePt t="88036" x="6316663" y="2917825"/>
          <p14:tracePt t="88039" x="6378575" y="2898775"/>
          <p14:tracePt t="88050" x="6408738" y="2898775"/>
          <p14:tracePt t="88055" x="6434138" y="2898775"/>
          <p14:tracePt t="88062" x="6440488" y="2898775"/>
          <p14:tracePt t="88080" x="6446838" y="2898775"/>
          <p14:tracePt t="88090" x="6453188" y="2898775"/>
          <p14:tracePt t="88101" x="6470650" y="2924175"/>
          <p14:tracePt t="88118" x="6483350" y="2943225"/>
          <p14:tracePt t="88135" x="6483350" y="2979738"/>
          <p14:tracePt t="88151" x="6483350" y="3016250"/>
          <p14:tracePt t="88160" x="6483350" y="3048000"/>
          <p14:tracePt t="88167" x="6470650" y="3073400"/>
          <p14:tracePt t="88178" x="6453188" y="3103563"/>
          <p14:tracePt t="88185" x="6446838" y="3116263"/>
          <p14:tracePt t="88191" x="6427788" y="3146425"/>
          <p14:tracePt t="88199" x="6396038" y="3171825"/>
          <p14:tracePt t="88215" x="6372225" y="3203575"/>
          <p14:tracePt t="88219" x="6340475" y="3221038"/>
          <p14:tracePt t="88228" x="6303963" y="3252788"/>
          <p14:tracePt t="88236" x="6259513" y="3259138"/>
          <p14:tracePt t="88264" x="6210300" y="3270250"/>
          <p14:tracePt t="88282" x="6203950" y="3270250"/>
          <p14:tracePt t="88321" x="6203950" y="3252788"/>
          <p14:tracePt t="88329" x="6203950" y="3227388"/>
          <p14:tracePt t="88338" x="6203950" y="3214688"/>
          <p14:tracePt t="88350" x="6203950" y="3159125"/>
          <p14:tracePt t="88367" x="6235700" y="3079750"/>
          <p14:tracePt t="88384" x="6284913" y="2986088"/>
          <p14:tracePt t="88400" x="6372225" y="2868613"/>
          <p14:tracePt t="88419" x="6415088" y="2813050"/>
          <p14:tracePt t="88428" x="6446838" y="2781300"/>
          <p14:tracePt t="88432" x="6464300" y="2774950"/>
          <p14:tracePt t="88446" x="6470650" y="2774950"/>
          <p14:tracePt t="88455" x="6470650" y="2768600"/>
          <p14:tracePt t="88510" x="6470650" y="2781300"/>
          <p14:tracePt t="88519" x="6470650" y="2800350"/>
          <p14:tracePt t="88536" x="6446838" y="2843213"/>
          <p14:tracePt t="88552" x="6408738" y="2911475"/>
          <p14:tracePt t="88567" x="6372225" y="2967038"/>
          <p14:tracePt t="88574" x="6346825" y="2992438"/>
          <p14:tracePt t="88586" x="6327775" y="3011488"/>
          <p14:tracePt t="88594" x="6284913" y="3041650"/>
          <p14:tracePt t="88604" x="6278563" y="3048000"/>
          <p14:tracePt t="88616" x="6265863" y="3060700"/>
          <p14:tracePt t="88625" x="6254750" y="3067050"/>
          <p14:tracePt t="88637" x="6248400" y="3067050"/>
          <p14:tracePt t="88684" x="6259513" y="3048000"/>
          <p14:tracePt t="88693" x="6265863" y="3022600"/>
          <p14:tracePt t="88696" x="6297613" y="2979738"/>
          <p14:tracePt t="88704" x="6303963" y="2960688"/>
          <p14:tracePt t="88717" x="6334125" y="2924175"/>
          <p14:tracePt t="88734" x="6464300" y="2819400"/>
          <p14:tracePt t="88747" x="6508750" y="2781300"/>
          <p14:tracePt t="88759" x="6638925" y="2713038"/>
          <p14:tracePt t="88768" x="6662738" y="2700338"/>
          <p14:tracePt t="88775" x="6707188" y="2682875"/>
          <p14:tracePt t="88780" x="6731000" y="2682875"/>
          <p14:tracePt t="88787" x="6737350" y="2682875"/>
          <p14:tracePt t="88864" x="6731000" y="2700338"/>
          <p14:tracePt t="88890" x="6718300" y="2732088"/>
          <p14:tracePt t="88905" x="6707188" y="2768600"/>
          <p14:tracePt t="88925" x="6688138" y="2806700"/>
          <p14:tracePt t="88936" x="6681788" y="2825750"/>
          <p14:tracePt t="88941" x="6675438" y="2830513"/>
          <p14:tracePt t="88952" x="6662738" y="2843213"/>
          <p14:tracePt t="88968" x="6638925" y="2881313"/>
          <p14:tracePt t="88972" x="6632575" y="2887663"/>
          <p14:tracePt t="88984" x="6613525" y="2905125"/>
          <p14:tracePt t="88991" x="6594475" y="2930525"/>
          <p14:tracePt t="89000" x="6577013" y="2960688"/>
          <p14:tracePt t="89020" x="6502400" y="3048000"/>
          <p14:tracePt t="89031" x="6470650" y="3090863"/>
          <p14:tracePt t="89039" x="6440488" y="3135313"/>
          <p14:tracePt t="89050" x="6408738" y="3159125"/>
          <p14:tracePt t="89054" x="6378575" y="3203575"/>
          <p14:tracePt t="89063" x="6353175" y="3246438"/>
          <p14:tracePt t="89071" x="6310313" y="3302000"/>
          <p14:tracePt t="89087" x="6259513" y="3357563"/>
          <p14:tracePt t="89103" x="6223000" y="3425825"/>
          <p14:tracePt t="89126" x="6192838" y="3481388"/>
          <p14:tracePt t="89136" x="6192838" y="3487738"/>
          <p14:tracePt t="89151" x="6180138" y="3494088"/>
          <p14:tracePt t="89169" x="6173788" y="3506788"/>
          <p14:tracePt t="89186" x="6167438" y="3513138"/>
          <p14:tracePt t="89190" x="6161088" y="3530600"/>
          <p14:tracePt t="89195" x="6154738" y="3536950"/>
          <p14:tracePt t="89209" x="6148388" y="3543300"/>
          <p14:tracePt t="89217" x="6129338" y="3549650"/>
          <p14:tracePt t="89223" x="6111875" y="3568700"/>
          <p14:tracePt t="89235" x="6086475" y="3587750"/>
          <p14:tracePt t="89245" x="6056313" y="3611563"/>
          <p14:tracePt t="89257" x="6024563" y="3630613"/>
          <p14:tracePt t="89264" x="5999163" y="3649663"/>
          <p14:tracePt t="89276" x="5932488" y="3698875"/>
          <p14:tracePt t="89291" x="5900738" y="3705225"/>
          <p14:tracePt t="89302" x="5845175" y="3735388"/>
          <p14:tracePt t="89319" x="5783263" y="3760788"/>
          <p14:tracePt t="89339" x="5715000" y="3773488"/>
          <p14:tracePt t="89354" x="5683250" y="3778250"/>
          <p14:tracePt t="89370" x="5659438" y="3790950"/>
          <p14:tracePt t="89374" x="5646738" y="3790950"/>
          <p14:tracePt t="89397" x="5627688" y="3790950"/>
          <p14:tracePt t="89405" x="5621338" y="3790950"/>
          <p14:tracePt t="89414" x="5614988" y="3790950"/>
          <p14:tracePt t="89423" x="5610225" y="3790950"/>
          <p14:tracePt t="89433" x="5603875" y="3790950"/>
          <p14:tracePt t="89440" x="5597525" y="3790950"/>
          <p14:tracePt t="89444" x="5584825" y="3790950"/>
          <p14:tracePt t="89461" x="5578475" y="3790950"/>
          <p14:tracePt t="89467" x="5572125" y="3778250"/>
          <p14:tracePt t="89486" x="5559425" y="3767138"/>
          <p14:tracePt t="89500" x="5553075" y="3754438"/>
          <p14:tracePt t="89510" x="5535613" y="3741738"/>
          <p14:tracePt t="89524" x="5510213" y="3698875"/>
          <p14:tracePt t="89529" x="5491163" y="3679825"/>
          <p14:tracePt t="89541" x="5473700" y="3660775"/>
          <p14:tracePt t="89552" x="5467350" y="3649663"/>
          <p14:tracePt t="89556" x="5467350" y="3643313"/>
          <p14:tracePt t="89569" x="5467350" y="3636963"/>
          <p14:tracePt t="89592" x="5461000" y="3617913"/>
          <p14:tracePt t="89598" x="5454650" y="3611563"/>
          <p14:tracePt t="89615" x="5454650" y="3592513"/>
          <p14:tracePt t="89622" x="5454650" y="3581400"/>
          <p14:tracePt t="89634" x="5454650" y="3575050"/>
          <p14:tracePt t="89637" x="5454650" y="3568700"/>
          <p14:tracePt t="89653" x="5454650" y="3556000"/>
          <p14:tracePt t="89815" x="5454650" y="3562350"/>
          <p14:tracePt t="89826" x="5454650" y="3568700"/>
          <p14:tracePt t="89834" x="5454650" y="3575050"/>
          <p14:tracePt t="89842" x="5454650" y="3587750"/>
          <p14:tracePt t="89846" x="5461000" y="3598863"/>
          <p14:tracePt t="89855" x="5467350" y="3605213"/>
          <p14:tracePt t="89868" x="5484813" y="3624263"/>
          <p14:tracePt t="89886" x="5497513" y="3643313"/>
          <p14:tracePt t="89901" x="5497513" y="3649663"/>
          <p14:tracePt t="89933" x="5497513" y="3654425"/>
          <p14:tracePt t="89941" x="5503863" y="3654425"/>
          <p14:tracePt t="90048" x="5503863" y="3643313"/>
          <p14:tracePt t="90059" x="5497513" y="3617913"/>
          <p14:tracePt t="90094" x="5480050" y="3524250"/>
          <p14:tracePt t="90122" x="5473700" y="3494088"/>
          <p14:tracePt t="90135" x="5473700" y="3487738"/>
          <p14:tracePt t="90216" x="5473700" y="3500438"/>
          <p14:tracePt t="90229" x="5480050" y="3543300"/>
          <p14:tracePt t="90238" x="5491163" y="3568700"/>
          <p14:tracePt t="90251" x="5491163" y="3592513"/>
          <p14:tracePt t="90256" x="5491163" y="3611563"/>
          <p14:tracePt t="90261" x="5497513" y="3636963"/>
          <p14:tracePt t="90274" x="5497513" y="3654425"/>
          <p14:tracePt t="90287" x="5510213" y="3711575"/>
          <p14:tracePt t="90308" x="5516563" y="3722688"/>
          <p14:tracePt t="90316" x="5516563" y="3729038"/>
          <p14:tracePt t="90322" x="5516563" y="3735388"/>
          <p14:tracePt t="90327" x="5516563" y="3741738"/>
          <p14:tracePt t="90334" x="5516563" y="3748088"/>
          <p14:tracePt t="90357" x="5516563" y="3760788"/>
          <p14:tracePt t="90438" x="5516563" y="3754438"/>
          <p14:tracePt t="90447" x="5516563" y="3735388"/>
          <p14:tracePt t="90458" x="5510213" y="3705225"/>
          <p14:tracePt t="90468" x="5510213" y="3643313"/>
          <p14:tracePt t="90485" x="5510213" y="3611563"/>
          <p14:tracePt t="90504" x="5510213" y="3568700"/>
          <p14:tracePt t="90520" x="5510213" y="3556000"/>
          <p14:tracePt t="90535" x="5522913" y="3549650"/>
          <p14:tracePt t="90551" x="5529263" y="3549650"/>
          <p14:tracePt t="90569" x="5559425" y="3549650"/>
          <p14:tracePt t="90573" x="5584825" y="3562350"/>
          <p14:tracePt t="90585" x="5627688" y="3581400"/>
          <p14:tracePt t="90592" x="5640388" y="3598863"/>
          <p14:tracePt t="90597" x="5672138" y="3624263"/>
          <p14:tracePt t="90611" x="5689600" y="3643313"/>
          <p14:tracePt t="90616" x="5721350" y="3686175"/>
          <p14:tracePt t="90620" x="5738813" y="3722688"/>
          <p14:tracePt t="90636" x="5757863" y="3754438"/>
          <p14:tracePt t="90645" x="5776913" y="3778250"/>
          <p14:tracePt t="90652" x="5783263" y="3797300"/>
          <p14:tracePt t="90661" x="5802313" y="3829050"/>
          <p14:tracePt t="90671" x="5819775" y="3841750"/>
          <p14:tracePt t="90684" x="5857875" y="3878263"/>
          <p14:tracePt t="90704" x="5900738" y="3908425"/>
          <p14:tracePt t="90723" x="5937250" y="3921125"/>
          <p14:tracePt t="90734" x="5981700" y="3933825"/>
          <p14:tracePt t="90751" x="6024563" y="3933825"/>
          <p14:tracePt t="90755" x="6037263" y="3933825"/>
          <p14:tracePt t="90769" x="6056313" y="3933825"/>
          <p14:tracePt t="90785" x="6099175" y="3933825"/>
          <p14:tracePt t="90791" x="6135688" y="3927475"/>
          <p14:tracePt t="90798" x="6148388" y="3927475"/>
          <p14:tracePt t="90805" x="6186488" y="3921125"/>
          <p14:tracePt t="90813" x="6223000" y="3921125"/>
          <p14:tracePt t="90823" x="6259513" y="3921125"/>
          <p14:tracePt t="90834" x="6291263" y="3908425"/>
          <p14:tracePt t="90855" x="6372225" y="3914775"/>
          <p14:tracePt t="90859" x="6396038" y="3914775"/>
          <p14:tracePt t="90869" x="6415088" y="3921125"/>
          <p14:tracePt t="90884" x="6434138" y="3927475"/>
          <p14:tracePt t="90902" x="6453188" y="3933825"/>
          <p14:tracePt t="90920" x="6464300" y="3940175"/>
          <p14:tracePt t="90926" x="6470650" y="3952875"/>
          <p14:tracePt t="90934" x="6477000" y="3952875"/>
          <p14:tracePt t="90944" x="6489700" y="3952875"/>
          <p14:tracePt t="90983" x="6489700" y="3959225"/>
          <p14:tracePt t="91071" x="6489700" y="3965575"/>
          <p14:tracePt t="91096" x="6489700" y="3970338"/>
          <p14:tracePt t="91108" x="6496050" y="3970338"/>
          <p14:tracePt t="91208" x="6502400" y="3970338"/>
          <p14:tracePt t="91232" x="6508750" y="3970338"/>
          <p14:tracePt t="91245" x="6515100" y="3970338"/>
          <p14:tracePt t="91257" x="6515100" y="3976688"/>
          <p14:tracePt t="91270" x="6519863" y="3976688"/>
          <p14:tracePt t="91291" x="6526213" y="3976688"/>
          <p14:tracePt t="91304" x="6532563" y="3976688"/>
          <p14:tracePt t="92311" x="6532563" y="3970338"/>
          <p14:tracePt t="92324" x="6532563" y="3952875"/>
          <p14:tracePt t="92329" x="6532563" y="3946525"/>
          <p14:tracePt t="92340" x="6532563" y="3927475"/>
          <p14:tracePt t="92354" x="6526213" y="3914775"/>
          <p14:tracePt t="92361" x="6519863" y="3914775"/>
          <p14:tracePt t="93455" x="6502400" y="3927475"/>
          <p14:tracePt t="93466" x="6464300" y="3959225"/>
          <p14:tracePt t="93481" x="6427788" y="3983038"/>
          <p14:tracePt t="93501" x="6384925" y="4021138"/>
          <p14:tracePt t="93510" x="6346825" y="4038600"/>
          <p14:tracePt t="93519" x="6340475" y="4038600"/>
          <p14:tracePt t="93525" x="6334125" y="4044950"/>
          <p14:tracePt t="93541" x="6327775" y="4044950"/>
          <p14:tracePt t="93557" x="6327775" y="4051300"/>
          <p14:tracePt t="93582" x="6323013" y="4051300"/>
          <p14:tracePt t="93606" x="6316663" y="4051300"/>
          <p14:tracePt t="93614" x="6316663" y="4057650"/>
          <p14:tracePt t="93622" x="6310313" y="4057650"/>
          <p14:tracePt t="93637" x="6297613" y="4064000"/>
          <p14:tracePt t="93649" x="6291263" y="4070350"/>
          <p14:tracePt t="93657" x="6284913" y="4070350"/>
          <p14:tracePt t="93669" x="6272213" y="4076700"/>
          <p14:tracePt t="93680" x="6265863" y="4083050"/>
          <p14:tracePt t="93700" x="6235700" y="4083050"/>
          <p14:tracePt t="93712" x="6180138" y="4083050"/>
          <p14:tracePt t="93719" x="6167438" y="4083050"/>
          <p14:tracePt t="93737" x="6086475" y="4070350"/>
          <p14:tracePt t="93752" x="5969000" y="4064000"/>
          <p14:tracePt t="93769" x="5881688" y="4064000"/>
          <p14:tracePt t="93775" x="5845175" y="4064000"/>
          <p14:tracePt t="93785" x="5795963" y="4064000"/>
          <p14:tracePt t="93796" x="5708650" y="4064000"/>
          <p14:tracePt t="93810" x="5653088" y="4051300"/>
          <p14:tracePt t="93819" x="5627688" y="4051300"/>
          <p14:tracePt t="93823" x="5591175" y="4051300"/>
          <p14:tracePt t="93826" x="5541963" y="4038600"/>
          <p14:tracePt t="93835" x="5491163" y="4038600"/>
          <p14:tracePt t="93852" x="5380038" y="4021138"/>
          <p14:tracePt t="93869" x="5256213" y="3995738"/>
          <p14:tracePt t="93886" x="5051425" y="3946525"/>
          <p14:tracePt t="93896" x="4933950" y="3908425"/>
          <p14:tracePt t="93903" x="4810125" y="3865563"/>
          <p14:tracePt t="93917" x="4722813" y="3841750"/>
          <p14:tracePt t="93934" x="4487863" y="3748088"/>
          <p14:tracePt t="93946" x="4295775" y="3673475"/>
          <p14:tracePt t="93952" x="4171950" y="3617913"/>
          <p14:tracePt t="93960" x="4065588" y="3581400"/>
          <p14:tracePt t="93968" x="3960813" y="3536950"/>
          <p14:tracePt t="93974" x="3873500" y="3500438"/>
          <p14:tracePt t="93983" x="3768725" y="3462338"/>
          <p14:tracePt t="93997" x="3576638" y="3382963"/>
          <p14:tracePt t="94005" x="3489325" y="3344863"/>
          <p14:tracePt t="94020" x="3390900" y="3289300"/>
          <p14:tracePt t="94044" x="3290888" y="3227388"/>
          <p14:tracePt t="94055" x="3216275" y="3141663"/>
          <p14:tracePt t="94069" x="3167063" y="3073400"/>
          <p14:tracePt t="94086" x="3136900" y="2992438"/>
          <p14:tracePt t="94104" x="3124200" y="2924175"/>
          <p14:tracePt t="94119" x="3117850" y="2881313"/>
          <p14:tracePt t="94125" x="3117850" y="2855913"/>
          <p14:tracePt t="94136" x="3117850" y="2830513"/>
          <p14:tracePt t="94150" x="3117850" y="2806700"/>
          <p14:tracePt t="94155" x="3124200" y="2774950"/>
          <p14:tracePt t="94160" x="3130550" y="2751138"/>
          <p14:tracePt t="94170" x="3143250" y="2719388"/>
          <p14:tracePt t="94185" x="3179763" y="2663825"/>
          <p14:tracePt t="94202" x="3248025" y="2608263"/>
          <p14:tracePt t="94207" x="3303588" y="2571750"/>
          <p14:tracePt t="94218" x="3365500" y="2533650"/>
          <p14:tracePt t="94231" x="3446463" y="2508250"/>
          <p14:tracePt t="94239" x="3533775" y="2484438"/>
          <p14:tracePt t="94245" x="3619500" y="2459038"/>
          <p14:tracePt t="94257" x="3700463" y="2446338"/>
          <p14:tracePt t="94270" x="3856038" y="2435225"/>
          <p14:tracePt t="94287" x="4052888" y="2435225"/>
          <p14:tracePt t="94304" x="4302125" y="2435225"/>
          <p14:tracePt t="94319" x="4598988" y="2435225"/>
          <p14:tracePt t="94336" x="4940300" y="2435225"/>
          <p14:tracePt t="94345" x="5168900" y="2435225"/>
          <p14:tracePt t="94354" x="5405438" y="2435225"/>
          <p14:tracePt t="94367" x="5640388" y="2435225"/>
          <p14:tracePt t="94376" x="6062663" y="2435225"/>
          <p14:tracePt t="94385" x="6229350" y="2452688"/>
          <p14:tracePt t="94391" x="6359525" y="2497138"/>
          <p14:tracePt t="94400" x="6464300" y="2546350"/>
          <p14:tracePt t="94411" x="6545263" y="2608263"/>
          <p14:tracePt t="94417" x="6607175" y="2670175"/>
          <p14:tracePt t="94437" x="6711950" y="2905125"/>
          <p14:tracePt t="94464" x="6775450" y="3184525"/>
          <p14:tracePt t="94469" x="6786563" y="3282950"/>
          <p14:tracePt t="94479" x="6786563" y="3382963"/>
          <p14:tracePt t="94488" x="6786563" y="3481388"/>
          <p14:tracePt t="94504" x="6756400" y="3716338"/>
          <p14:tracePt t="94507" x="6731000" y="3835400"/>
          <p14:tracePt t="94518" x="6707188" y="3921125"/>
          <p14:tracePt t="94536" x="6656388" y="4095750"/>
          <p14:tracePt t="94540" x="6632575" y="4168775"/>
          <p14:tracePt t="94563" x="6588125" y="4292600"/>
          <p14:tracePt t="94575" x="6526213" y="4441825"/>
          <p14:tracePt t="94585" x="6489700" y="4497388"/>
          <p14:tracePt t="94588" x="6457950" y="4540250"/>
          <p14:tracePt t="94604" x="6353175" y="4646613"/>
          <p14:tracePt t="94619" x="6265863" y="4714875"/>
          <p14:tracePt t="94637" x="6135688" y="4783138"/>
          <p14:tracePt t="94655" x="6073775" y="4813300"/>
          <p14:tracePt t="94665" x="5988050" y="4838700"/>
          <p14:tracePt t="94671" x="5900738" y="4862513"/>
          <p14:tracePt t="94685" x="5795963" y="4900613"/>
          <p14:tracePt t="94690" x="5676900" y="4924425"/>
          <p14:tracePt t="94693" x="5541963" y="4968875"/>
          <p14:tracePt t="94700" x="5405438" y="4992688"/>
          <p14:tracePt t="94709" x="5237163" y="5018088"/>
          <p14:tracePt t="94718" x="5089525" y="5048250"/>
          <p14:tracePt t="94736" x="4784725" y="5105400"/>
          <p14:tracePt t="94754" x="4524375" y="5129213"/>
          <p14:tracePt t="94761" x="4370388" y="5141913"/>
          <p14:tracePt t="94771" x="4152900" y="5167313"/>
          <p14:tracePt t="94787" x="3860800" y="5167313"/>
          <p14:tracePt t="94803" x="3725863" y="5167313"/>
          <p14:tracePt t="94806" x="3576638" y="5167313"/>
          <p14:tracePt t="94819" x="3328988" y="5160963"/>
          <p14:tracePt t="94835" x="3228975" y="5148263"/>
          <p14:tracePt t="94853" x="3049588" y="5024438"/>
          <p14:tracePt t="94872" x="2974975" y="4875213"/>
          <p14:tracePt t="94886" x="2938463" y="4776788"/>
          <p14:tracePt t="94894" x="2906713" y="4689475"/>
          <p14:tracePt t="94909" x="2844800" y="4516438"/>
          <p14:tracePt t="94919" x="2820988" y="4429125"/>
          <p14:tracePt t="94935" x="2789238" y="4286250"/>
          <p14:tracePt t="94953" x="2763838" y="4151313"/>
          <p14:tracePt t="94972" x="2752725" y="3946525"/>
          <p14:tracePt t="94983" x="2740025" y="3878263"/>
          <p14:tracePt t="94990" x="2727325" y="3803650"/>
          <p14:tracePt t="94995" x="2727325" y="3741738"/>
          <p14:tracePt t="95006" x="2720975" y="3686175"/>
          <p14:tracePt t="95021" x="2708275" y="3617913"/>
          <p14:tracePt t="95037" x="2708275" y="3592513"/>
          <p14:tracePt t="95052" x="2708275" y="3587750"/>
          <p14:tracePt t="95070" x="2708275" y="3562350"/>
          <p14:tracePt t="95077" x="2727325" y="3556000"/>
          <p14:tracePt t="95094" x="2770188" y="3530600"/>
          <p14:tracePt t="95102" x="2820988" y="3506788"/>
          <p14:tracePt t="95111" x="2894013" y="3494088"/>
          <p14:tracePt t="95120" x="2932113" y="3487738"/>
          <p14:tracePt t="95131" x="2968625" y="3475038"/>
          <p14:tracePt t="95136" x="3055938" y="3462338"/>
          <p14:tracePt t="95142" x="3154363" y="3451225"/>
          <p14:tracePt t="95147" x="3273425" y="3438525"/>
          <p14:tracePt t="95158" x="3390900" y="3425825"/>
          <p14:tracePt t="95169" x="3521075" y="3425825"/>
          <p14:tracePt t="95175" x="3668713" y="3425825"/>
          <p14:tracePt t="95178" x="3849688" y="3425825"/>
          <p14:tracePt t="95188" x="3997325" y="3425825"/>
          <p14:tracePt t="95204" x="4381500" y="3432175"/>
          <p14:tracePt t="95217" x="4637088" y="3468688"/>
          <p14:tracePt t="95229" x="5237163" y="3524250"/>
          <p14:tracePt t="95237" x="5491163" y="3556000"/>
          <p14:tracePt t="95255" x="6024563" y="3611563"/>
          <p14:tracePt t="95271" x="6545263" y="3643313"/>
          <p14:tracePt t="95286" x="6929438" y="3654425"/>
          <p14:tracePt t="95303" x="7196138" y="3673475"/>
          <p14:tracePt t="95308" x="7221538" y="3679825"/>
          <p14:tracePt t="95323" x="7227888" y="3679825"/>
          <p14:tracePt t="95343" x="7227888" y="3686175"/>
          <p14:tracePt t="95357" x="7227888" y="3692525"/>
          <p14:tracePt t="95375" x="7221538" y="3698875"/>
          <p14:tracePt t="95389" x="7208838" y="3711575"/>
          <p14:tracePt t="95399" x="7202488" y="3716338"/>
          <p14:tracePt t="95405" x="7177088" y="3729038"/>
          <p14:tracePt t="95414" x="7165975" y="3729038"/>
          <p14:tracePt t="95421" x="7140575" y="3748088"/>
          <p14:tracePt t="95430" x="7115175" y="3754438"/>
          <p14:tracePt t="95439" x="7091363" y="3767138"/>
          <p14:tracePt t="95445" x="7053263" y="3773488"/>
          <p14:tracePt t="95457" x="7010400" y="3784600"/>
          <p14:tracePt t="95469" x="6923088" y="3803650"/>
          <p14:tracePt t="95489" x="6780213" y="3816350"/>
          <p14:tracePt t="95504" x="6581775" y="3841750"/>
          <p14:tracePt t="95511" x="6446838" y="3852863"/>
          <p14:tracePt t="95518" x="6334125" y="3852863"/>
          <p14:tracePt t="95525" x="6186488" y="3852863"/>
          <p14:tracePt t="95537" x="6056313" y="3852863"/>
          <p14:tracePt t="95544" x="5937250" y="3852863"/>
          <p14:tracePt t="95552" x="5838825" y="3852863"/>
          <p14:tracePt t="95560" x="5738813" y="3852863"/>
          <p14:tracePt t="95570" x="5640388" y="3846513"/>
          <p14:tracePt t="95572" x="5535613" y="3835400"/>
          <p14:tracePt t="95586" x="5448300" y="3822700"/>
          <p14:tracePt t="95605" x="5207000" y="3773488"/>
          <p14:tracePt t="95622" x="5051425" y="3754438"/>
          <p14:tracePt t="95631" x="4953000" y="3741738"/>
          <p14:tracePt t="95645" x="4748213" y="3716338"/>
          <p14:tracePt t="95652" x="4648200" y="3705225"/>
          <p14:tracePt t="95669" x="4449763" y="3686175"/>
          <p14:tracePt t="95676" x="4344988" y="3673475"/>
          <p14:tracePt t="95687" x="4276725" y="3660775"/>
          <p14:tracePt t="95690" x="4208463" y="3654425"/>
          <p14:tracePt t="95702" x="4183063" y="3654425"/>
          <p14:tracePt t="95719" x="4133850" y="3617913"/>
          <p14:tracePt t="95736" x="4127500" y="3611563"/>
          <p14:tracePt t="95755" x="4121150" y="3605213"/>
          <p14:tracePt t="95761" x="4121150" y="3592513"/>
          <p14:tracePt t="95768" x="4121150" y="3587750"/>
          <p14:tracePt t="95777" x="4121150" y="3581400"/>
          <p14:tracePt t="95784" x="4121150" y="3575050"/>
          <p14:tracePt t="95796" x="4121150" y="3568700"/>
          <p14:tracePt t="95805" x="4121150" y="3562350"/>
          <p14:tracePt t="95821" x="4121150" y="3556000"/>
          <p14:tracePt t="95838" x="4121150" y="3543300"/>
          <p14:tracePt t="95855" x="4121150" y="3530600"/>
          <p14:tracePt t="95863" x="4121150" y="3524250"/>
          <p14:tracePt t="95871" x="4121150" y="3519488"/>
          <p14:tracePt t="95889" x="4127500" y="3494088"/>
          <p14:tracePt t="95903" x="4140200" y="3487738"/>
          <p14:tracePt t="96025" x="4140200" y="3481388"/>
          <p14:tracePt t="96056" x="4140200" y="3475038"/>
          <p14:tracePt t="96074" x="4140200" y="3468688"/>
          <p14:tracePt t="96096" x="4140200" y="3457575"/>
          <p14:tracePt t="96159" x="4140200" y="3451225"/>
          <p14:tracePt t="96204" x="4140200" y="3444875"/>
          <p14:tracePt t="96218" x="4140200" y="3438525"/>
          <p14:tracePt t="96230" x="4140200" y="3432175"/>
          <p14:tracePt t="96250" x="4140200" y="3425825"/>
          <p14:tracePt t="96295" x="4140200" y="3419475"/>
          <p14:tracePt t="96338" x="4140200" y="3406775"/>
          <p14:tracePt t="96373" x="4140200" y="3400425"/>
          <p14:tracePt t="96423" x="4140200" y="3395663"/>
          <p14:tracePt t="96487" x="4140200" y="3389313"/>
          <p14:tracePt t="96511" x="4140200" y="3382963"/>
          <p14:tracePt t="96623" x="4140200" y="3376613"/>
          <p14:tracePt t="96727" x="4140200" y="3370263"/>
          <p14:tracePt t="96742" x="4140200" y="3357563"/>
          <p14:tracePt t="96928" x="4140200" y="3351213"/>
          <p14:tracePt t="97848" x="4116388" y="3370263"/>
          <p14:tracePt t="97858" x="4103688" y="3376613"/>
          <p14:tracePt t="97869" x="4090988" y="3376613"/>
          <p14:tracePt t="97881" x="4084638" y="3395663"/>
          <p14:tracePt t="97888" x="4078288" y="3395663"/>
          <p14:tracePt t="97908" x="4071938" y="3395663"/>
          <p14:tracePt t="97918" x="4059238" y="3395663"/>
          <p14:tracePt t="97944" x="4052888" y="3395663"/>
          <p14:tracePt t="98056" x="4052888" y="3389313"/>
          <p14:tracePt t="98223" x="4052888" y="3382963"/>
          <p14:tracePt t="98234" x="4052888" y="3376613"/>
          <p14:tracePt t="98297" x="4052888" y="3370263"/>
          <p14:tracePt t="98310" x="4052888" y="3363913"/>
          <p14:tracePt t="98326" x="4052888" y="3357563"/>
          <p14:tracePt t="98349" x="4052888" y="3351213"/>
          <p14:tracePt t="98371" x="4048125" y="3351213"/>
          <p14:tracePt t="98376" x="4048125" y="3338513"/>
          <p14:tracePt t="98621" x="4048125" y="3333750"/>
          <p14:tracePt t="98636" x="4048125" y="3327400"/>
          <p14:tracePt t="98654" x="4048125" y="3321050"/>
          <p14:tracePt t="98670" x="4048125" y="3314700"/>
          <p14:tracePt t="98716" x="4048125" y="3308350"/>
          <p14:tracePt t="98898" x="4041775" y="3308350"/>
          <p14:tracePt t="98942" x="4035425" y="3308350"/>
          <p14:tracePt t="98958" x="4010025" y="3308350"/>
          <p14:tracePt t="98962" x="3986213" y="3314700"/>
          <p14:tracePt t="98967" x="3954463" y="3327400"/>
          <p14:tracePt t="98976" x="3941763" y="3327400"/>
          <p14:tracePt t="98989" x="3824288" y="3338513"/>
          <p14:tracePt t="99001" x="3787775" y="3338513"/>
          <p14:tracePt t="99007" x="3736975" y="3338513"/>
          <p14:tracePt t="99015" x="3713163" y="3338513"/>
          <p14:tracePt t="99024" x="3675063" y="3338513"/>
          <p14:tracePt t="99035" x="3638550" y="3338513"/>
          <p14:tracePt t="99041" x="3589338" y="3338513"/>
          <p14:tracePt t="99050" x="3521075" y="3333750"/>
          <p14:tracePt t="99057" x="3446463" y="3321050"/>
          <p14:tracePt t="99070" x="3352800" y="3289300"/>
          <p14:tracePt t="99086" x="3284538" y="3246438"/>
          <p14:tracePt t="99103" x="3235325" y="3203575"/>
          <p14:tracePt t="99113" x="3198813" y="3171825"/>
          <p14:tracePt t="99121" x="3179763" y="3146425"/>
          <p14:tracePt t="99131" x="3154363" y="3103563"/>
          <p14:tracePt t="99137" x="3124200" y="3060700"/>
          <p14:tracePt t="99150" x="3117850" y="3035300"/>
          <p14:tracePt t="99165" x="3092450" y="2930525"/>
          <p14:tracePt t="99177" x="3074988" y="2774950"/>
          <p14:tracePt t="99186" x="3074988" y="2689225"/>
          <p14:tracePt t="99191" x="3074988" y="2589213"/>
          <p14:tracePt t="99203" x="3074988" y="2508250"/>
          <p14:tracePt t="99215" x="3117850" y="2305050"/>
          <p14:tracePt t="99225" x="3154363" y="2187575"/>
          <p14:tracePt t="99239" x="3278188" y="1938338"/>
          <p14:tracePt t="99255" x="3427413" y="1709738"/>
          <p14:tracePt t="99264" x="3557588" y="1566863"/>
          <p14:tracePt t="99273" x="3719513" y="1406525"/>
          <p14:tracePt t="99290" x="4121150" y="1058863"/>
          <p14:tracePt t="99302" x="4357688" y="892175"/>
          <p14:tracePt t="99310" x="4760913" y="644525"/>
          <p14:tracePt t="99321" x="5237163" y="414338"/>
          <p14:tracePt t="99336" x="5473700" y="347663"/>
          <p14:tracePt t="99353" x="5819775" y="290513"/>
          <p14:tracePt t="99370" x="6148388" y="260350"/>
          <p14:tracePt t="99374" x="6297613" y="260350"/>
          <p14:tracePt t="99394" x="6707188" y="260350"/>
          <p14:tracePt t="99402" x="6948488" y="273050"/>
          <p14:tracePt t="99405" x="7165975" y="285750"/>
          <p14:tracePt t="99412" x="7456488" y="341313"/>
          <p14:tracePt t="99419" x="7753350" y="396875"/>
          <p14:tracePt t="99430" x="8113713" y="476250"/>
          <p14:tracePt t="99438" x="8416925" y="550863"/>
          <p14:tracePt t="99454" x="9080500" y="811213"/>
          <p14:tracePt t="99471" x="9631363" y="1120775"/>
          <p14:tracePt t="99488" x="10134600" y="1436688"/>
          <p14:tracePt t="99492" x="10282238" y="1555750"/>
          <p14:tracePt t="99504" x="10431463" y="1690688"/>
          <p14:tracePt t="99507" x="10531475" y="1814513"/>
          <p14:tracePt t="99520" x="10610850" y="1920875"/>
          <p14:tracePt t="99524" x="10679113" y="2025650"/>
          <p14:tracePt t="99535" x="10729913" y="2130425"/>
          <p14:tracePt t="99543" x="10779125" y="2224088"/>
          <p14:tracePt t="99550" x="10815638" y="2311400"/>
          <p14:tracePt t="99558" x="10847388" y="2416175"/>
          <p14:tracePt t="99570" x="10860088" y="2565400"/>
          <p14:tracePt t="99587" x="10860088" y="2633663"/>
          <p14:tracePt t="99604" x="10860088" y="2774950"/>
          <p14:tracePt t="99624" x="10853738" y="2849563"/>
          <p14:tracePt t="99641" x="10853738" y="2892425"/>
          <p14:tracePt t="99654" x="10847388" y="2905125"/>
          <p14:tracePt t="99670" x="10847388" y="2911475"/>
          <p14:tracePt t="99989" x="10841038" y="2911475"/>
          <p14:tracePt t="99994" x="10841038" y="2917825"/>
          <p14:tracePt t="100011" x="10834688" y="2917825"/>
          <p14:tracePt t="100026" x="10828338" y="2917825"/>
          <p14:tracePt t="100044" x="10815638" y="2924175"/>
          <p14:tracePt t="100065" x="10809288" y="2924175"/>
          <p14:tracePt t="100080" x="10809288" y="2930525"/>
          <p14:tracePt t="100089" x="10791825" y="2943225"/>
          <p14:tracePt t="100103" x="10779125" y="2949575"/>
          <p14:tracePt t="100112" x="10747375" y="2973388"/>
          <p14:tracePt t="100126" x="10704513" y="3005138"/>
          <p14:tracePt t="100136" x="10672763" y="3022600"/>
          <p14:tracePt t="100156" x="10567988" y="3152775"/>
          <p14:tracePt t="100170" x="10487025" y="3259138"/>
          <p14:tracePt t="100193" x="10407650" y="3376613"/>
          <p14:tracePt t="100201" x="10363200" y="3419475"/>
          <p14:tracePt t="100212" x="10294938" y="3506788"/>
          <p14:tracePt t="100222" x="10264775" y="3549650"/>
          <p14:tracePt t="100226" x="10220325" y="3592513"/>
          <p14:tracePt t="100237" x="10190163" y="3636963"/>
          <p14:tracePt t="100254" x="10109200" y="3722688"/>
          <p14:tracePt t="100275" x="9998075" y="3846513"/>
          <p14:tracePt t="100279" x="9942513" y="3890963"/>
          <p14:tracePt t="100295" x="9825038" y="3989388"/>
          <p14:tracePt t="100300" x="9767888" y="4008438"/>
          <p14:tracePt t="100314" x="9737725" y="4027488"/>
          <p14:tracePt t="100322" x="9688513" y="4051300"/>
          <p14:tracePt t="100330" x="9644063" y="4070350"/>
          <p14:tracePt t="100344" x="9551988" y="4089400"/>
          <p14:tracePt t="100359" x="9464675" y="4089400"/>
          <p14:tracePt t="100371" x="9428163" y="4089400"/>
          <p14:tracePt t="100377" x="9377363" y="4089400"/>
          <p14:tracePt t="100379" x="9340850" y="4089400"/>
          <p14:tracePt t="100387" x="9304338" y="4089400"/>
          <p14:tracePt t="100406" x="9191625" y="4038600"/>
          <p14:tracePt t="100421" x="9080500" y="3995738"/>
          <p14:tracePt t="100429" x="9048750" y="3965575"/>
          <p14:tracePt t="100444" x="8993188" y="3921125"/>
          <p14:tracePt t="100454" x="8969375" y="3903663"/>
          <p14:tracePt t="100472" x="8943975" y="3865563"/>
          <p14:tracePt t="100476" x="8924925" y="3846513"/>
          <p14:tracePt t="100491" x="8888413" y="3790950"/>
          <p14:tracePt t="100496" x="8875713" y="3754438"/>
          <p14:tracePt t="100512" x="8863013" y="3705225"/>
          <p14:tracePt t="100528" x="8863013" y="3587750"/>
          <p14:tracePt t="100544" x="8863013" y="3481388"/>
          <p14:tracePt t="100560" x="8918575" y="3370263"/>
          <p14:tracePt t="100565" x="8937625" y="3314700"/>
          <p14:tracePt t="100571" x="9018588" y="3240088"/>
          <p14:tracePt t="100593" x="9117013" y="3171825"/>
          <p14:tracePt t="100606" x="9210675" y="3135313"/>
          <p14:tracePt t="100621" x="9236075" y="3135313"/>
          <p14:tracePt t="100639" x="9309100" y="3146425"/>
          <p14:tracePt t="100658" x="9390063" y="3208338"/>
          <p14:tracePt t="100672" x="9496425" y="3321050"/>
          <p14:tracePt t="100693" x="9631363" y="3425825"/>
          <p14:tracePt t="100696" x="9694863" y="3506788"/>
          <p14:tracePt t="100700" x="9744075" y="3562350"/>
          <p14:tracePt t="100713" x="9774238" y="3605213"/>
          <p14:tracePt t="100720" x="9825038" y="3667125"/>
          <p14:tracePt t="100737" x="9867900" y="3767138"/>
          <p14:tracePt t="100754" x="9867900" y="3816350"/>
          <p14:tracePt t="100774" x="9867900" y="3822700"/>
          <p14:tracePt t="100792" x="9861550" y="3829050"/>
          <p14:tracePt t="100812" x="9829800" y="3835400"/>
          <p14:tracePt t="100820" x="9818688" y="3835400"/>
          <p14:tracePt t="100838" x="9786938" y="3835400"/>
          <p14:tracePt t="100845" x="9737725" y="3835400"/>
          <p14:tracePt t="100858" x="9669463" y="3829050"/>
          <p14:tracePt t="100870" x="9588500" y="3797300"/>
          <p14:tracePt t="100885" x="9545638" y="3778250"/>
          <p14:tracePt t="100893" x="9445625" y="3711575"/>
          <p14:tracePt t="100899" x="9402763" y="3679825"/>
          <p14:tracePt t="100909" x="9359900" y="3636963"/>
          <p14:tracePt t="100921" x="9340850" y="3605213"/>
          <p14:tracePt t="100925" x="9315450" y="3556000"/>
          <p14:tracePt t="100940" x="9309100" y="3451225"/>
          <p14:tracePt t="100954" x="9309100" y="3425825"/>
          <p14:tracePt t="100957" x="9309100" y="3395663"/>
          <p14:tracePt t="100965" x="9309100" y="3357563"/>
          <p14:tracePt t="100974" x="9321800" y="3333750"/>
          <p14:tracePt t="100987" x="9328150" y="3314700"/>
          <p14:tracePt t="100990" x="9340850" y="3289300"/>
          <p14:tracePt t="100999" x="9347200" y="3289300"/>
          <p14:tracePt t="101002" x="9359900" y="3265488"/>
          <p14:tracePt t="101010" x="9377363" y="3246438"/>
          <p14:tracePt t="101022" x="9396413" y="3240088"/>
          <p14:tracePt t="101037" x="9421813" y="3221038"/>
          <p14:tracePt t="101062" x="9434513" y="3214688"/>
          <p14:tracePt t="101098" x="9451975" y="3214688"/>
          <p14:tracePt t="101105" x="9471025" y="3233738"/>
          <p14:tracePt t="101117" x="9501188" y="3265488"/>
          <p14:tracePt t="101125" x="9513888" y="3282950"/>
          <p14:tracePt t="101137" x="9551988" y="3338513"/>
          <p14:tracePt t="101158" x="9564688" y="3357563"/>
          <p14:tracePt t="101161" x="9575800" y="3376613"/>
          <p14:tracePt t="101165" x="9575800" y="3400425"/>
          <p14:tracePt t="101178" x="9582150" y="3419475"/>
          <p14:tracePt t="101188" x="9582150" y="3432175"/>
          <p14:tracePt t="101204" x="9582150" y="3438525"/>
          <p14:tracePt t="101215" x="9582150" y="3444875"/>
          <p14:tracePt t="101254" x="9575800" y="3451225"/>
          <p14:tracePt t="101267" x="9564688" y="3457575"/>
          <p14:tracePt t="101278" x="9558338" y="3457575"/>
          <p14:tracePt t="101289" x="9532938" y="3457575"/>
          <p14:tracePt t="101305" x="9520238" y="3451225"/>
          <p14:tracePt t="101326" x="9496425" y="3419475"/>
          <p14:tracePt t="101332" x="9477375" y="3400425"/>
          <p14:tracePt t="101345" x="9471025" y="3382963"/>
          <p14:tracePt t="101357" x="9421813" y="3314700"/>
          <p14:tracePt t="101375" x="9377363" y="3233738"/>
          <p14:tracePt t="101381" x="9377363" y="3208338"/>
          <p14:tracePt t="101385" x="9359900" y="3165475"/>
          <p14:tracePt t="101395" x="9359900" y="3116263"/>
          <p14:tracePt t="101404" x="9359900" y="3090863"/>
          <p14:tracePt t="101421" x="9359900" y="3035300"/>
          <p14:tracePt t="101438" x="9359900" y="3005138"/>
          <p14:tracePt t="101456" x="9359900" y="2992438"/>
          <p14:tracePt t="101461" x="9359900" y="2986088"/>
          <p14:tracePt t="101479" x="9359900" y="2979738"/>
          <p14:tracePt t="101488" x="9353550" y="2979738"/>
          <p14:tracePt t="101506" x="9347200" y="2979738"/>
          <p14:tracePt t="101524" x="9334500" y="2986088"/>
          <p14:tracePt t="101543" x="9321800" y="3005138"/>
          <p14:tracePt t="101548" x="9304338" y="3022600"/>
          <p14:tracePt t="101557" x="9297988" y="3041650"/>
          <p14:tracePt t="101573" x="9291638" y="3067050"/>
          <p14:tracePt t="101580" x="9266238" y="3159125"/>
          <p14:tracePt t="101588" x="9266238" y="3208338"/>
          <p14:tracePt t="101603" x="9259888" y="3265488"/>
          <p14:tracePt t="101612" x="9247188" y="3321050"/>
          <p14:tracePt t="101624" x="9210675" y="3475038"/>
          <p14:tracePt t="101637" x="9174163" y="3581400"/>
          <p14:tracePt t="101641" x="9117013" y="3686175"/>
          <p14:tracePt t="101670" x="8826500" y="4106863"/>
          <p14:tracePt t="101696" x="8175625" y="4640263"/>
          <p14:tracePt t="101702" x="7847013" y="4845050"/>
          <p14:tracePt t="101708" x="7518400" y="5030788"/>
          <p14:tracePt t="101721" x="7165975" y="5173663"/>
          <p14:tracePt t="101727" x="6854825" y="5291138"/>
          <p14:tracePt t="101735" x="6421438" y="5402263"/>
          <p14:tracePt t="101743" x="5988050" y="5507038"/>
          <p14:tracePt t="101751" x="5597525" y="5568950"/>
          <p14:tracePt t="101760" x="5268913" y="5630863"/>
          <p14:tracePt t="101765" x="4953000" y="5668963"/>
          <p14:tracePt t="101775" x="4673600" y="5681663"/>
          <p14:tracePt t="101787" x="4394200" y="5699125"/>
          <p14:tracePt t="101805" x="3879850" y="5711825"/>
          <p14:tracePt t="101822" x="3632200" y="5711825"/>
          <p14:tracePt t="101843" x="3384550" y="5711825"/>
          <p14:tracePt t="101851" x="3316288" y="5711825"/>
          <p14:tracePt t="101858" x="3267075" y="5711825"/>
          <p14:tracePt t="101865" x="3209925" y="5711825"/>
          <p14:tracePt t="101874" x="3154363" y="5699125"/>
          <p14:tracePt t="101891" x="3117850" y="5686425"/>
          <p14:tracePt t="101905" x="3062288" y="5668963"/>
          <p14:tracePt t="101910" x="3024188" y="5649913"/>
          <p14:tracePt t="101920" x="2987675" y="5643563"/>
          <p14:tracePt t="101937" x="2919413" y="5613400"/>
          <p14:tracePt t="101941" x="2887663" y="5600700"/>
          <p14:tracePt t="101955" x="2870200" y="5594350"/>
          <p14:tracePt t="101962" x="2844800" y="5588000"/>
          <p14:tracePt t="101972" x="2808288" y="5575300"/>
          <p14:tracePt t="101985" x="2714625" y="5568950"/>
          <p14:tracePt t="102004" x="2678113" y="5568950"/>
          <p14:tracePt t="102010" x="2560638" y="5568950"/>
          <p14:tracePt t="102015" x="2460625" y="5600700"/>
          <p14:tracePt t="102031" x="2236788" y="5637213"/>
          <p14:tracePt t="102045" x="2051050" y="5662613"/>
          <p14:tracePt t="102055" x="1965325" y="5675313"/>
          <p14:tracePt t="102073" x="1858963" y="5692775"/>
          <p14:tracePt t="102077" x="1835150" y="5692775"/>
          <p14:tracePt t="102095" x="1741488" y="5705475"/>
          <p14:tracePt t="102104" x="1717675" y="5705475"/>
          <p14:tracePt t="102121" x="1679575" y="5705475"/>
          <p14:tracePt t="102126" x="1649413" y="5705475"/>
          <p14:tracePt t="102135" x="1636713" y="5705475"/>
          <p14:tracePt t="102152" x="1617663" y="5699125"/>
          <p14:tracePt t="102166" x="1611313" y="5699125"/>
          <p14:tracePt t="102221" x="1604963" y="5692775"/>
          <p14:tracePt t="102235" x="1598613" y="5686425"/>
          <p14:tracePt t="102245" x="1592263" y="5686425"/>
          <p14:tracePt t="102254" x="1581150" y="5675313"/>
          <p14:tracePt t="102259" x="1574800" y="5668963"/>
          <p14:tracePt t="102271" x="1568450" y="5668963"/>
          <p14:tracePt t="102288" x="1555750" y="5643563"/>
          <p14:tracePt t="102292" x="1555750" y="5637213"/>
          <p14:tracePt t="102305" x="1549400" y="5630863"/>
          <p14:tracePt t="102325" x="1536700" y="5613400"/>
          <p14:tracePt t="102334" x="1536700" y="5607050"/>
          <p14:tracePt t="102346" x="1536700" y="5600700"/>
          <p14:tracePt t="102357" x="1536700" y="5594350"/>
          <p14:tracePt t="102374" x="1536700" y="5581650"/>
          <p14:tracePt t="102388" x="1536700" y="5562600"/>
          <p14:tracePt t="102408" x="1549400" y="5545138"/>
          <p14:tracePt t="102425" x="1592263" y="5507038"/>
          <p14:tracePt t="102432" x="1611313" y="5476875"/>
          <p14:tracePt t="102438" x="1654175" y="5445125"/>
          <p14:tracePt t="102444" x="1673225" y="5432425"/>
          <p14:tracePt t="102456" x="1698625" y="5414963"/>
          <p14:tracePt t="102460" x="1735138" y="5389563"/>
          <p14:tracePt t="102470" x="1766888" y="5383213"/>
          <p14:tracePt t="102478" x="1790700" y="5365750"/>
          <p14:tracePt t="102487" x="1797050" y="5359400"/>
          <p14:tracePt t="102496" x="1816100" y="5359400"/>
          <p14:tracePt t="102503" x="1828800" y="5359400"/>
          <p14:tracePt t="102509" x="1841500" y="5353050"/>
          <p14:tracePt t="102525" x="1847850" y="5353050"/>
          <p14:tracePt t="102577" x="1852613" y="5353050"/>
          <p14:tracePt t="102598" x="1858963" y="5376863"/>
          <p14:tracePt t="102606" x="1871663" y="5414963"/>
          <p14:tracePt t="102623" x="1871663" y="5457825"/>
          <p14:tracePt t="102640" x="1878013" y="5532438"/>
          <p14:tracePt t="102655" x="1890713" y="5637213"/>
          <p14:tracePt t="102674" x="1890713" y="5737225"/>
          <p14:tracePt t="102678" x="1890713" y="5792788"/>
          <p14:tracePt t="102683" x="1890713" y="5816600"/>
          <p14:tracePt t="102693" x="1890713" y="5829300"/>
          <p14:tracePt t="102705" x="1890713" y="5848350"/>
          <p14:tracePt t="102725" x="1890713" y="5854700"/>
          <p14:tracePt t="102732" x="1890713" y="5861050"/>
          <p14:tracePt t="102746" x="1890713" y="5867400"/>
          <p14:tracePt t="102779" x="1890713" y="5873750"/>
          <p14:tracePt t="102793" x="1884363" y="5873750"/>
          <p14:tracePt t="102862" x="1878013" y="5873750"/>
          <p14:tracePt t="102909" x="1865313" y="5873750"/>
          <p14:tracePt t="102925" x="1858963" y="5873750"/>
          <p14:tracePt t="102942" x="1852613" y="5873750"/>
          <p14:tracePt t="102950" x="1847850" y="5867400"/>
          <p14:tracePt t="102960" x="1841500" y="5854700"/>
          <p14:tracePt t="102973" x="1822450" y="5810250"/>
          <p14:tracePt t="102982" x="1822450" y="5780088"/>
          <p14:tracePt t="102988" x="1809750" y="5754688"/>
          <p14:tracePt t="103011" x="1803400" y="5692775"/>
          <p14:tracePt t="103017" x="1803400" y="5681663"/>
          <p14:tracePt t="103036" x="1803400" y="5662613"/>
          <p14:tracePt t="103045" x="1803400" y="5643563"/>
          <p14:tracePt t="103053" x="1803400" y="5624513"/>
          <p14:tracePt t="103064" x="1803400" y="5619750"/>
          <p14:tracePt t="103072" x="1809750" y="5613400"/>
          <p14:tracePt t="103088" x="1809750" y="5607050"/>
          <p14:tracePt t="103105" x="1816100" y="5600700"/>
          <p14:tracePt t="103111" x="1828800" y="5600700"/>
          <p14:tracePt t="103125" x="1835150" y="5588000"/>
          <p14:tracePt t="103208" x="1835150" y="5594350"/>
          <p14:tracePt t="103226" x="1835150" y="5600700"/>
          <p14:tracePt t="103244" x="1835150" y="5607050"/>
          <p14:tracePt t="103258" x="1835150" y="5613400"/>
          <p14:tracePt t="103285" x="1835150" y="5619750"/>
          <p14:tracePt t="103330" x="1841500" y="5624513"/>
          <p14:tracePt t="103343" x="1847850" y="5630863"/>
          <p14:tracePt t="103357" x="1858963" y="5649913"/>
          <p14:tracePt t="103371" x="1878013" y="5662613"/>
          <p14:tracePt t="103381" x="1909763" y="5686425"/>
          <p14:tracePt t="103389" x="1927225" y="5705475"/>
          <p14:tracePt t="103393" x="1933575" y="5711825"/>
          <p14:tracePt t="103402" x="1946275" y="5724525"/>
          <p14:tracePt t="103413" x="1971675" y="5748338"/>
          <p14:tracePt t="103421" x="1978025" y="5773738"/>
          <p14:tracePt t="103437" x="2014538" y="5829300"/>
          <p14:tracePt t="103440" x="2027238" y="5854700"/>
          <p14:tracePt t="103456" x="2033588" y="5884863"/>
          <p14:tracePt t="103467" x="2039938" y="5903913"/>
          <p14:tracePt t="103481" x="2039938" y="5929313"/>
          <p14:tracePt t="103493" x="2039938" y="5935663"/>
          <p14:tracePt t="103508" x="2039938" y="5946775"/>
          <p14:tracePt t="103526" x="2033588" y="5972175"/>
          <p14:tracePt t="103534" x="2014538" y="5991225"/>
          <p14:tracePt t="103551" x="1995488" y="6008688"/>
          <p14:tracePt t="103560" x="1971675" y="6015038"/>
          <p14:tracePt t="103571" x="1920875" y="6034088"/>
          <p14:tracePt t="103586" x="1878013" y="6040438"/>
          <p14:tracePt t="103609" x="1865313" y="6040438"/>
          <p14:tracePt t="103621" x="1852613" y="6040438"/>
          <p14:tracePt t="103634" x="1847850" y="6034088"/>
          <p14:tracePt t="103640" x="1841500" y="6027738"/>
          <p14:tracePt t="103654" x="1809750" y="5984875"/>
          <p14:tracePt t="103659" x="1779588" y="5929313"/>
          <p14:tracePt t="103671" x="1735138" y="5835650"/>
          <p14:tracePt t="103687" x="1711325" y="5761038"/>
          <p14:tracePt t="103692" x="1679575" y="5705475"/>
          <p14:tracePt t="103704" x="1666875" y="5649913"/>
          <p14:tracePt t="103712" x="1654175" y="5594350"/>
          <p14:tracePt t="103720" x="1649413" y="5556250"/>
          <p14:tracePt t="103725" x="1649413" y="5532438"/>
          <p14:tracePt t="103734" x="1649413" y="5507038"/>
          <p14:tracePt t="103745" x="1649413" y="5476875"/>
          <p14:tracePt t="103755" x="1649413" y="5470525"/>
          <p14:tracePt t="103761" x="1649413" y="5464175"/>
          <p14:tracePt t="103764" x="1649413" y="5457825"/>
          <p14:tracePt t="103774" x="1649413" y="5451475"/>
          <p14:tracePt t="103806" x="1649413" y="5445125"/>
          <p14:tracePt t="103880" x="1666875" y="5500688"/>
          <p14:tracePt t="103899" x="1692275" y="5607050"/>
          <p14:tracePt t="103914" x="1711325" y="5699125"/>
          <p14:tracePt t="103923" x="1711325" y="5724525"/>
          <p14:tracePt t="103938" x="1711325" y="5780088"/>
          <p14:tracePt t="103946" x="1711325" y="5792788"/>
          <p14:tracePt t="103954" x="1711325" y="5810250"/>
          <p14:tracePt t="103968" x="1698625" y="5816600"/>
          <p14:tracePt t="103982" x="1692275" y="5822950"/>
          <p14:tracePt t="103986" x="1685925" y="5835650"/>
          <p14:tracePt t="103990" x="1666875" y="5835650"/>
          <p14:tracePt t="103999" x="1654175" y="5842000"/>
          <p14:tracePt t="104006" x="1636713" y="5842000"/>
          <p14:tracePt t="104023" x="1587500" y="5842000"/>
          <p14:tracePt t="104038" x="1493838" y="5842000"/>
          <p14:tracePt t="104062" x="1412875" y="5810250"/>
          <p14:tracePt t="104070" x="1389063" y="5805488"/>
          <p14:tracePt t="104075" x="1370013" y="5786438"/>
          <p14:tracePt t="104084" x="1338263" y="5767388"/>
          <p14:tracePt t="104091" x="1320800" y="5748338"/>
          <p14:tracePt t="104105" x="1308100" y="5737225"/>
          <p14:tracePt t="104108" x="1289050" y="5711825"/>
          <p14:tracePt t="104121" x="1276350" y="5705475"/>
          <p14:tracePt t="104137" x="1270000" y="5675313"/>
          <p14:tracePt t="104142" x="1270000" y="5656263"/>
          <p14:tracePt t="104155" x="1270000" y="5643563"/>
          <p14:tracePt t="104164" x="1265238" y="5607050"/>
          <p14:tracePt t="104176" x="1265238" y="5594350"/>
          <p14:tracePt t="104188" x="1265238" y="5562600"/>
          <p14:tracePt t="104193" x="1265238" y="5545138"/>
          <p14:tracePt t="104205" x="1252538" y="5526088"/>
          <p14:tracePt t="104222" x="1252538" y="5513388"/>
          <p14:tracePt t="104248" x="1246188" y="5494338"/>
          <p14:tracePt t="104257" x="1246188" y="5489575"/>
          <p14:tracePt t="104328" x="1246188" y="5476875"/>
          <p14:tracePt t="104359" x="1258888" y="5476875"/>
          <p14:tracePt t="104405" x="1265238" y="5476875"/>
          <p14:tracePt t="104496" x="1270000" y="5483225"/>
          <p14:tracePt t="104507" x="1276350" y="5494338"/>
          <p14:tracePt t="104513" x="1282700" y="5513388"/>
          <p14:tracePt t="104521" x="1295400" y="5526088"/>
          <p14:tracePt t="104530" x="1301750" y="5556250"/>
          <p14:tracePt t="104534" x="1320800" y="5581650"/>
          <p14:tracePt t="104539" x="1331913" y="5613400"/>
          <p14:tracePt t="104551" x="1338263" y="5662613"/>
          <p14:tracePt t="104558" x="1376363" y="5718175"/>
          <p14:tracePt t="104572" x="1389063" y="5773738"/>
          <p14:tracePt t="104583" x="1406525" y="5799138"/>
          <p14:tracePt t="104598" x="1438275" y="5897563"/>
          <p14:tracePt t="104606" x="1444625" y="5922963"/>
          <p14:tracePt t="104621" x="1457325" y="5946775"/>
          <p14:tracePt t="104626" x="1457325" y="5965825"/>
          <p14:tracePt t="104631" x="1462088" y="5972175"/>
          <p14:tracePt t="104644" x="1462088" y="5978525"/>
          <p14:tracePt t="104654" x="1462088" y="5984875"/>
          <p14:tracePt t="104671" x="1462088" y="6002338"/>
          <p14:tracePt t="104691" x="1444625" y="6015038"/>
          <p14:tracePt t="104713" x="1431925" y="6015038"/>
          <p14:tracePt t="104722" x="1425575" y="6015038"/>
          <p14:tracePt t="104741" x="1412875" y="6015038"/>
          <p14:tracePt t="104747" x="1406525" y="6015038"/>
          <p14:tracePt t="104757" x="1400175" y="6015038"/>
          <p14:tracePt t="104772" x="1382713" y="6002338"/>
          <p14:tracePt t="104788" x="1382713" y="5978525"/>
          <p14:tracePt t="104805" x="1382713" y="5953125"/>
          <p14:tracePt t="104814" x="1382713" y="5940425"/>
          <p14:tracePt t="104821" x="1382713" y="5922963"/>
          <p14:tracePt t="104830" x="1425575" y="5867400"/>
          <p14:tracePt t="104840" x="1444625" y="5848350"/>
          <p14:tracePt t="104855" x="1462088" y="5829300"/>
          <p14:tracePt t="104871" x="1474788" y="5816600"/>
          <p14:tracePt t="104877" x="1481138" y="5816600"/>
          <p14:tracePt t="104887" x="1481138" y="5810250"/>
          <p14:tracePt t="104904" x="1487488" y="5810250"/>
          <p14:tracePt t="104989" x="1493838" y="5810250"/>
          <p14:tracePt t="105007" x="1506538" y="5810250"/>
          <p14:tracePt t="105024" x="1524000" y="5842000"/>
          <p14:tracePt t="105032" x="1536700" y="5867400"/>
          <p14:tracePt t="105045" x="1555750" y="5910263"/>
          <p14:tracePt t="105055" x="1562100" y="5940425"/>
          <p14:tracePt t="105063" x="1574800" y="5959475"/>
          <p14:tracePt t="105068" x="1574800" y="5984875"/>
          <p14:tracePt t="105084" x="1581150" y="6015038"/>
          <p14:tracePt t="105101" x="1581150" y="6059488"/>
          <p14:tracePt t="105126" x="1581150" y="6064250"/>
          <p14:tracePt t="105208" x="1562100" y="6059488"/>
          <p14:tracePt t="105219" x="1555750" y="6053138"/>
          <p14:tracePt t="105236" x="1512888" y="5997575"/>
          <p14:tracePt t="105249" x="1481138" y="5959475"/>
          <p14:tracePt t="105261" x="1444625" y="5891213"/>
          <p14:tracePt t="105270" x="1425575" y="5848350"/>
          <p14:tracePt t="105281" x="1419225" y="5822950"/>
          <p14:tracePt t="105289" x="1393825" y="5786438"/>
          <p14:tracePt t="105306" x="1357313" y="5675313"/>
          <p14:tracePt t="105321" x="1344613" y="5649913"/>
          <p14:tracePt t="105337" x="1344613" y="5637213"/>
          <p14:tracePt t="105401" x="1357313" y="5662613"/>
          <p14:tracePt t="105414" x="1389063" y="5718175"/>
          <p14:tracePt t="105431" x="1400175" y="5761038"/>
          <p14:tracePt t="105440" x="1412875" y="5786438"/>
          <p14:tracePt t="105457" x="1419225" y="5829300"/>
          <p14:tracePt t="105463" x="1419225" y="5848350"/>
          <p14:tracePt t="105471" x="1419225" y="5854700"/>
          <p14:tracePt t="105485" x="1419225" y="5861050"/>
          <p14:tracePt t="105494" x="1419225" y="5873750"/>
          <p14:tracePt t="105503" x="1419225" y="5878513"/>
          <p14:tracePt t="105529" x="1412875" y="5878513"/>
          <p14:tracePt t="105538" x="1400175" y="5878513"/>
          <p14:tracePt t="105556" x="1382713" y="5878513"/>
          <p14:tracePt t="105572" x="1338263" y="5835650"/>
          <p14:tracePt t="105590" x="1327150" y="5792788"/>
          <p14:tracePt t="105608" x="1308100" y="5737225"/>
          <p14:tracePt t="105621" x="1295400" y="5699125"/>
          <p14:tracePt t="105633" x="1276350" y="5624513"/>
          <p14:tracePt t="105641" x="1276350" y="5607050"/>
          <p14:tracePt t="105663" x="1276350" y="5594350"/>
          <p14:tracePt t="105704" x="1276350" y="5600700"/>
          <p14:tracePt t="105715" x="1289050" y="5619750"/>
          <p14:tracePt t="105723" x="1308100" y="5662613"/>
          <p14:tracePt t="105741" x="1320800" y="5737225"/>
          <p14:tracePt t="105747" x="1327150" y="5748338"/>
          <p14:tracePt t="105756" x="1331913" y="5792788"/>
          <p14:tracePt t="105761" x="1331913" y="5816600"/>
          <p14:tracePt t="105770" x="1344613" y="5842000"/>
          <p14:tracePt t="105779" x="1344613" y="5861050"/>
          <p14:tracePt t="105789" x="1350963" y="5878513"/>
          <p14:tracePt t="105793" x="1350963" y="5891213"/>
          <p14:tracePt t="105805" x="1350963" y="5897563"/>
          <p14:tracePt t="105821" x="1350963" y="5903913"/>
          <p14:tracePt t="105858" x="1344613" y="5903913"/>
          <p14:tracePt t="105870" x="1327150" y="5903913"/>
          <p14:tracePt t="105881" x="1320800" y="5903913"/>
          <p14:tracePt t="105888" x="1308100" y="5891213"/>
          <p14:tracePt t="105906" x="1258888" y="5829300"/>
          <p14:tracePt t="105911" x="1239838" y="5792788"/>
          <p14:tracePt t="105921" x="1220788" y="5724525"/>
          <p14:tracePt t="105937" x="1208088" y="5699125"/>
          <p14:tracePt t="105939" x="1201738" y="5681663"/>
          <p14:tracePt t="105948" x="1201738" y="5668963"/>
          <p14:tracePt t="105956" x="1201738" y="5649913"/>
          <p14:tracePt t="105973" x="1201738" y="5643563"/>
          <p14:tracePt t="105976" x="1201738" y="5637213"/>
          <p14:tracePt t="106026" x="1214438" y="5643563"/>
          <p14:tracePt t="106037" x="1227138" y="5662613"/>
          <p14:tracePt t="106044" x="1246188" y="5699125"/>
          <p14:tracePt t="106053" x="1265238" y="5730875"/>
          <p14:tracePt t="106063" x="1276350" y="5754688"/>
          <p14:tracePt t="106071" x="1282700" y="5786438"/>
          <p14:tracePt t="106077" x="1301750" y="5822950"/>
          <p14:tracePt t="106088" x="1314450" y="5842000"/>
          <p14:tracePt t="106095" x="1320800" y="5878513"/>
          <p14:tracePt t="106105" x="1327150" y="5897563"/>
          <p14:tracePt t="106119" x="1338263" y="5903913"/>
          <p14:tracePt t="106124" x="1338263" y="5910263"/>
          <p14:tracePt t="106128" x="1338263" y="5916613"/>
          <p14:tracePt t="106247" x="1338263" y="5891213"/>
          <p14:tracePt t="106260" x="1338263" y="5867400"/>
          <p14:tracePt t="106293" x="1350963" y="5867400"/>
          <p14:tracePt t="106305" x="1389063" y="5867400"/>
          <p14:tracePt t="106322" x="1549400" y="5916613"/>
          <p14:tracePt t="106335" x="1630363" y="5935663"/>
          <p14:tracePt t="106345" x="1685925" y="5946775"/>
          <p14:tracePt t="106354" x="1741488" y="5972175"/>
          <p14:tracePt t="106374" x="1897063" y="6015038"/>
          <p14:tracePt t="106389" x="2020888" y="6053138"/>
          <p14:tracePt t="106396" x="2076450" y="6064250"/>
          <p14:tracePt t="106400" x="2132013" y="6070600"/>
          <p14:tracePt t="106409" x="2157413" y="6070600"/>
          <p14:tracePt t="106423" x="2181225" y="6070600"/>
          <p14:tracePt t="106427" x="2200275" y="6070600"/>
          <p14:tracePt t="106439" x="2206625" y="6070600"/>
          <p14:tracePt t="106457" x="2219325" y="6070600"/>
          <p14:tracePt t="106464" x="2225675" y="6070600"/>
          <p14:tracePt t="106471" x="2236788" y="6070600"/>
          <p14:tracePt t="106480" x="2236788" y="6064250"/>
          <p14:tracePt t="106489" x="2243138" y="6064250"/>
          <p14:tracePt t="106505" x="2255838" y="6059488"/>
          <p14:tracePt t="106522" x="2305050" y="6053138"/>
          <p14:tracePt t="106538" x="2424113" y="6040438"/>
          <p14:tracePt t="106545" x="2460625" y="6040438"/>
          <p14:tracePt t="106556" x="2541588" y="6027738"/>
          <p14:tracePt t="106564" x="2659063" y="6015038"/>
          <p14:tracePt t="106575" x="2913063" y="5984875"/>
          <p14:tracePt t="106590" x="3514725" y="5929313"/>
          <p14:tracePt t="106608" x="4432300" y="5884863"/>
          <p14:tracePt t="106622" x="5354638" y="5842000"/>
          <p14:tracePt t="106642" x="6229350" y="5842000"/>
          <p14:tracePt t="106653" x="6700838" y="5842000"/>
          <p14:tracePt t="106661" x="7102475" y="5842000"/>
          <p14:tracePt t="106665" x="7543800" y="5842000"/>
          <p14:tracePt t="106676" x="7883525" y="5842000"/>
          <p14:tracePt t="106691" x="8640763" y="5873750"/>
          <p14:tracePt t="106707" x="8950325" y="5891213"/>
          <p14:tracePt t="106722" x="9402763" y="5910263"/>
          <p14:tracePt t="106742" x="9682163" y="5922963"/>
          <p14:tracePt t="106748" x="9799638" y="5935663"/>
          <p14:tracePt t="106764" x="9936163" y="5946775"/>
          <p14:tracePt t="106773" x="9959975" y="5946775"/>
          <p14:tracePt t="106780" x="9966325" y="5946775"/>
          <p14:tracePt t="106785" x="9972675" y="5953125"/>
          <p14:tracePt t="106975" x="9948863" y="5953125"/>
          <p14:tracePt t="106986" x="9923463" y="5940425"/>
          <p14:tracePt t="106998" x="9829800" y="5910263"/>
          <p14:tracePt t="107014" x="9699625" y="5854700"/>
          <p14:tracePt t="107032" x="9601200" y="5810250"/>
          <p14:tracePt t="107038" x="9564688" y="5799138"/>
          <p14:tracePt t="107045" x="9507538" y="5780088"/>
          <p14:tracePt t="107065" x="9334500" y="5699125"/>
          <p14:tracePt t="107072" x="9240838" y="5662613"/>
          <p14:tracePt t="107081" x="9167813" y="5624513"/>
          <p14:tracePt t="107086" x="9099550" y="5594350"/>
          <p14:tracePt t="107095" x="9024938" y="5556250"/>
          <p14:tracePt t="107104" x="8969375" y="5519738"/>
          <p14:tracePt t="107109" x="8937625" y="5500688"/>
          <p14:tracePt t="107123" x="8869363" y="5438775"/>
          <p14:tracePt t="107141" x="8845550" y="5414963"/>
          <p14:tracePt t="107153" x="8839200" y="5402263"/>
          <p14:tracePt t="107163" x="8826500" y="5389563"/>
          <p14:tracePt t="107177" x="8820150" y="5383213"/>
          <p14:tracePt t="107192" x="8820150" y="5370513"/>
          <p14:tracePt t="107208" x="8820150" y="5365750"/>
          <p14:tracePt t="107222" x="8820150" y="5359400"/>
          <p14:tracePt t="107239" x="8813800" y="5346700"/>
          <p14:tracePt t="107256" x="8813800" y="5340350"/>
          <p14:tracePt t="107273" x="8807450" y="5314950"/>
          <p14:tracePt t="107408" x="8807450" y="5327650"/>
          <p14:tracePt t="107421" x="8839200" y="5346700"/>
          <p14:tracePt t="107438" x="8894763" y="5402263"/>
          <p14:tracePt t="107445" x="8913813" y="5432425"/>
          <p14:tracePt t="107449" x="8943975" y="5457825"/>
          <p14:tracePt t="107459" x="8956675" y="5483225"/>
          <p14:tracePt t="107474" x="8982075" y="5513388"/>
          <p14:tracePt t="107484" x="8986838" y="5532438"/>
          <p14:tracePt t="107489" x="8999538" y="5551488"/>
          <p14:tracePt t="107497" x="9005888" y="5562600"/>
          <p14:tracePt t="107513" x="9012238" y="5581650"/>
          <p14:tracePt t="107528" x="9024938" y="5594350"/>
          <p14:tracePt t="107540" x="9031288" y="5607050"/>
          <p14:tracePt t="107545" x="9031288" y="5613400"/>
          <p14:tracePt t="108159" x="9031288" y="5600700"/>
          <p14:tracePt t="108170" x="9031288" y="5594350"/>
          <p14:tracePt t="108185" x="9031288" y="5588000"/>
          <p14:tracePt t="108194" x="9031288" y="5581650"/>
          <p14:tracePt t="108205" x="9031288" y="5575300"/>
          <p14:tracePt t="108225" x="9031288" y="5568950"/>
          <p14:tracePt t="108241" x="9031288" y="5562600"/>
          <p14:tracePt t="108275" x="9031288" y="5556250"/>
          <p14:tracePt t="108288" x="9031288" y="5545138"/>
          <p14:tracePt t="108294" x="9031288" y="5538788"/>
          <p14:tracePt t="108304" x="9031288" y="5532438"/>
          <p14:tracePt t="108311" x="9031288" y="5526088"/>
          <p14:tracePt t="108323" x="9031288" y="5519738"/>
          <p14:tracePt t="108327" x="9031288" y="5513388"/>
          <p14:tracePt t="108330" x="9031288" y="5507038"/>
          <p14:tracePt t="108343" x="9037638" y="5494338"/>
          <p14:tracePt t="108354" x="9037638" y="5489575"/>
          <p14:tracePt t="108364" x="9048750" y="5470525"/>
          <p14:tracePt t="108374" x="9055100" y="5464175"/>
          <p14:tracePt t="108389" x="9067800" y="5451475"/>
          <p14:tracePt t="108523" x="9067800" y="5445125"/>
          <p14:tracePt t="108556" x="9074150" y="5432425"/>
          <p14:tracePt t="108571" x="9074150" y="5414963"/>
          <p14:tracePt t="108579" x="9074150" y="5408613"/>
          <p14:tracePt t="108601" x="9074150" y="5389563"/>
          <p14:tracePt t="108607" x="9080500" y="5383213"/>
          <p14:tracePt t="108620" x="9080500" y="5359400"/>
          <p14:tracePt t="108631" x="9080500" y="5346700"/>
          <p14:tracePt t="108639" x="9080500" y="5321300"/>
          <p14:tracePt t="108656" x="9086850" y="5291138"/>
          <p14:tracePt t="108673" x="9086850" y="5272088"/>
          <p14:tracePt t="108680" x="9086850" y="5259388"/>
          <p14:tracePt t="108689" x="9086850" y="5240338"/>
          <p14:tracePt t="108695" x="9086850" y="5235575"/>
          <p14:tracePt t="108707" x="9086850" y="5203825"/>
          <p14:tracePt t="108716" x="9086850" y="5184775"/>
          <p14:tracePt t="108723" x="9086850" y="5173663"/>
          <p14:tracePt t="108729" x="9086850" y="5154613"/>
          <p14:tracePt t="108737" x="9086850" y="5129213"/>
          <p14:tracePt t="108746" x="9086850" y="5111750"/>
          <p14:tracePt t="108756" x="9086850" y="5105400"/>
          <p14:tracePt t="108760" x="9086850" y="5099050"/>
          <p14:tracePt t="108781" x="9086850" y="5086350"/>
          <p14:tracePt t="108789" x="9080500" y="5080000"/>
          <p14:tracePt t="108811" x="9074150" y="5054600"/>
          <p14:tracePt t="108820" x="9067800" y="5048250"/>
          <p14:tracePt t="108831" x="9061450" y="5037138"/>
          <p14:tracePt t="108839" x="9055100" y="5024438"/>
          <p14:tracePt t="108857" x="9043988" y="5005388"/>
          <p14:tracePt t="108873" x="9031288" y="4999038"/>
          <p14:tracePt t="108877" x="9031288" y="4992688"/>
          <p14:tracePt t="108885" x="9024938" y="4981575"/>
          <p14:tracePt t="108895" x="9018588" y="4975225"/>
          <p14:tracePt t="108901" x="9018588" y="4968875"/>
          <p14:tracePt t="108908" x="9012238" y="4956175"/>
          <p14:tracePt t="108919" x="8999538" y="4949825"/>
          <p14:tracePt t="108929" x="8993188" y="4937125"/>
          <p14:tracePt t="108940" x="8993188" y="4906963"/>
          <p14:tracePt t="108958" x="8982075" y="4875213"/>
          <p14:tracePt t="108961" x="8982075" y="4868863"/>
          <p14:tracePt t="108973" x="8982075" y="4862513"/>
          <p14:tracePt t="108978" x="8969375" y="4857750"/>
          <p14:tracePt t="108989" x="8963025" y="4845050"/>
          <p14:tracePt t="109011" x="8950325" y="4826000"/>
          <p14:tracePt t="109050" x="8943975" y="4826000"/>
          <p14:tracePt t="109065" x="8937625" y="4826000"/>
          <p14:tracePt t="109072" x="8924925" y="4838700"/>
          <p14:tracePt t="109097" x="8907463" y="4913313"/>
          <p14:tracePt t="109114" x="8894763" y="4968875"/>
          <p14:tracePt t="109124" x="8882063" y="4992688"/>
          <p14:tracePt t="109136" x="8863013" y="5054600"/>
          <p14:tracePt t="109145" x="8856663" y="5073650"/>
          <p14:tracePt t="109161" x="8845550" y="5129213"/>
          <p14:tracePt t="109173" x="8845550" y="5167313"/>
          <p14:tracePt t="109191" x="8845550" y="5191125"/>
          <p14:tracePt t="109195" x="8845550" y="5216525"/>
          <p14:tracePt t="109198" x="8845550" y="5235575"/>
          <p14:tracePt t="109208" x="8845550" y="5246688"/>
          <p14:tracePt t="109224" x="8845550" y="5265738"/>
          <p14:tracePt t="109228" x="8845550" y="5272088"/>
          <p14:tracePt t="109241" x="8845550" y="5278438"/>
          <p14:tracePt t="109363" x="8845550" y="5284788"/>
          <p14:tracePt t="109376" x="8845550" y="5297488"/>
          <p14:tracePt t="109391" x="8845550" y="5308600"/>
          <p14:tracePt t="109397" x="8845550" y="5321300"/>
          <p14:tracePt t="109408" x="8851900" y="5327650"/>
          <p14:tracePt t="109423" x="8863013" y="5353050"/>
          <p14:tracePt t="109430" x="8869363" y="5359400"/>
          <p14:tracePt t="109448" x="8882063" y="5383213"/>
          <p14:tracePt t="109456" x="8901113" y="5389563"/>
          <p14:tracePt t="109473" x="8907463" y="5395913"/>
          <p14:tracePt t="109998" x="8907463" y="5402263"/>
          <p14:tracePt t="110015" x="8901113" y="5402263"/>
          <p14:tracePt t="110172" x="8918575" y="5402263"/>
          <p14:tracePt t="110190" x="8982075" y="5402263"/>
          <p14:tracePt t="110198" x="8999538" y="5402263"/>
          <p14:tracePt t="110225" x="9093200" y="5402263"/>
          <p14:tracePt t="110233" x="9112250" y="5402263"/>
          <p14:tracePt t="110244" x="9136063" y="5402263"/>
          <p14:tracePt t="110247" x="9155113" y="5402263"/>
          <p14:tracePt t="110256" x="9167813" y="5414963"/>
          <p14:tracePt t="110277" x="9210675" y="5432425"/>
          <p14:tracePt t="110290" x="9266238" y="5438775"/>
          <p14:tracePt t="110308" x="9291638" y="5445125"/>
          <p14:tracePt t="110314" x="9334500" y="5457825"/>
          <p14:tracePt t="110330" x="9396413" y="5457825"/>
          <p14:tracePt t="110338" x="9434513" y="5457825"/>
          <p14:tracePt t="110344" x="9496425" y="5457825"/>
          <p14:tracePt t="110356" x="9545638" y="5457825"/>
          <p14:tracePt t="110362" x="9564688" y="5457825"/>
          <p14:tracePt t="110372" x="9601200" y="5457825"/>
          <p14:tracePt t="110385" x="9620250" y="5457825"/>
          <p14:tracePt t="110493" x="9613900" y="5457825"/>
          <p14:tracePt t="110713" x="9607550" y="5457825"/>
          <p14:tracePt t="110727" x="9582150" y="5457825"/>
          <p14:tracePt t="110731" x="9575800" y="5457825"/>
          <p14:tracePt t="110744" x="9569450" y="5457825"/>
          <p14:tracePt t="110748" x="9558338" y="5451475"/>
          <p14:tracePt t="110754" x="9551988" y="5451475"/>
          <p14:tracePt t="110762" x="9539288" y="5451475"/>
          <p14:tracePt t="110775" x="9532938" y="5451475"/>
          <p14:tracePt t="110779" x="9526588" y="5438775"/>
          <p14:tracePt t="110792" x="9520238" y="5438775"/>
          <p14:tracePt t="110808" x="9520238" y="5432425"/>
          <p14:tracePt t="110824" x="9513888" y="5432425"/>
          <p14:tracePt t="111455" x="9520238" y="5432425"/>
          <p14:tracePt t="111466" x="9526588" y="5432425"/>
          <p14:tracePt t="111478" x="9551988" y="5432425"/>
          <p14:tracePt t="111485" x="9564688" y="5432425"/>
          <p14:tracePt t="111497" x="9582150" y="5432425"/>
          <p14:tracePt t="111508" x="9626600" y="5432425"/>
          <p14:tracePt t="111512" x="9637713" y="5432425"/>
          <p14:tracePt t="111524" x="9656763" y="5427663"/>
          <p14:tracePt t="111539" x="9669463" y="5427663"/>
          <p14:tracePt t="111877" x="9669463" y="5421313"/>
          <p14:tracePt t="111888" x="9675813" y="5421313"/>
          <p14:tracePt t="111901" x="9694863" y="5414963"/>
          <p14:tracePt t="111911" x="9725025" y="5414963"/>
          <p14:tracePt t="111918" x="9744075" y="5402263"/>
          <p14:tracePt t="111923" x="9756775" y="5402263"/>
          <p14:tracePt t="111930" x="9761538" y="5402263"/>
          <p14:tracePt t="111940" x="9780588" y="5402263"/>
          <p14:tracePt t="111945" x="9793288" y="5402263"/>
          <p14:tracePt t="111956" x="9812338" y="5402263"/>
          <p14:tracePt t="111965" x="9825038" y="5402263"/>
          <p14:tracePt t="111970" x="9842500" y="5402263"/>
          <p14:tracePt t="111975" x="9861550" y="5402263"/>
          <p14:tracePt t="111984" x="9867900" y="5402263"/>
          <p14:tracePt t="111991" x="9880600" y="5402263"/>
          <p14:tracePt t="112008" x="9886950" y="5402263"/>
          <p14:tracePt t="112023" x="9891713" y="5402263"/>
          <p14:tracePt t="112135" x="9904413" y="5402263"/>
          <p14:tracePt t="112149" x="9910763" y="5402263"/>
          <p14:tracePt t="112164" x="9929813" y="5402263"/>
          <p14:tracePt t="112169" x="9936163" y="5402263"/>
          <p14:tracePt t="112178" x="9948863" y="5402263"/>
          <p14:tracePt t="112439" x="9948863" y="5395913"/>
          <p14:tracePt t="112778" x="9942513" y="5421313"/>
          <p14:tracePt t="112796" x="9904413" y="5489575"/>
          <p14:tracePt t="112810" x="9874250" y="5556250"/>
          <p14:tracePt t="112820" x="9842500" y="5613400"/>
          <p14:tracePt t="112833" x="9756775" y="5761038"/>
          <p14:tracePt t="112841" x="9737725" y="5786438"/>
          <p14:tracePt t="112857" x="9656763" y="5884863"/>
          <p14:tracePt t="112875" x="9637713" y="5940425"/>
          <p14:tracePt t="112879" x="9594850" y="5991225"/>
          <p14:tracePt t="112901" x="9539288" y="6059488"/>
          <p14:tracePt t="112906" x="9520238" y="6070600"/>
          <p14:tracePt t="112914" x="9501188" y="6076950"/>
          <p14:tracePt t="112923" x="9483725" y="6096000"/>
          <p14:tracePt t="112929" x="9458325" y="6102350"/>
          <p14:tracePt t="112941" x="9434513" y="6115050"/>
          <p14:tracePt t="112944" x="9402763" y="6121400"/>
          <p14:tracePt t="112956" x="9366250" y="6132513"/>
          <p14:tracePt t="112959" x="9347200" y="6138863"/>
          <p14:tracePt t="112976" x="9304338" y="6151563"/>
          <p14:tracePt t="112992" x="9285288" y="6157913"/>
          <p14:tracePt t="113001" x="9266238" y="6164263"/>
          <p14:tracePt t="113014" x="9253538" y="6164263"/>
          <p14:tracePt t="113020" x="9223375" y="6176963"/>
          <p14:tracePt t="113024" x="9217025" y="6183313"/>
          <p14:tracePt t="113034" x="9191625" y="6183313"/>
          <p14:tracePt t="113041" x="9178925" y="6189663"/>
          <p14:tracePt t="113061" x="9155113" y="6189663"/>
          <p14:tracePt t="113074" x="9112250" y="6189663"/>
          <p14:tracePt t="113094" x="9061450" y="6189663"/>
          <p14:tracePt t="113101" x="9043988" y="6189663"/>
          <p14:tracePt t="113107" x="9018588" y="6189663"/>
          <p14:tracePt t="113120" x="8993188" y="6189663"/>
          <p14:tracePt t="113129" x="8937625" y="6189663"/>
          <p14:tracePt t="113137" x="8931275" y="6189663"/>
          <p14:tracePt t="113150" x="8924925" y="6189663"/>
          <p14:tracePt t="113155" x="8918575" y="6189663"/>
          <p14:tracePt t="113491" x="8918575" y="6183313"/>
          <p14:tracePt t="113507" x="8918575" y="6176963"/>
          <p14:tracePt t="113535" x="8918575" y="6170613"/>
          <p14:tracePt t="113639" x="8918575" y="6164263"/>
          <p14:tracePt t="113760" x="8918575" y="6151563"/>
          <p14:tracePt t="113811" x="8918575" y="6145213"/>
          <p14:tracePt t="113879" x="8924925" y="6145213"/>
          <p14:tracePt t="113884" x="8931275" y="6145213"/>
          <p14:tracePt t="113898" x="8950325" y="6145213"/>
          <p14:tracePt t="113909" x="8956675" y="6164263"/>
          <p14:tracePt t="113924" x="8956675" y="6170613"/>
          <p14:tracePt t="113936" x="8963025" y="6213475"/>
          <p14:tracePt t="113940" x="8963025" y="6226175"/>
          <p14:tracePt t="113951" x="8963025" y="6256338"/>
          <p14:tracePt t="113963" x="8969375" y="6288088"/>
          <p14:tracePt t="113975" x="8969375" y="6294438"/>
          <p14:tracePt t="113994" x="8969375" y="6300788"/>
          <p14:tracePt t="114001" x="8969375" y="6318250"/>
          <p14:tracePt t="114011" x="8969375" y="6324600"/>
          <p14:tracePt t="114023" x="8969375" y="6330950"/>
          <p14:tracePt t="114031" x="8969375" y="6343650"/>
          <p14:tracePt t="114042" x="8969375" y="6350000"/>
          <p14:tracePt t="114054" x="8969375" y="6362700"/>
          <p14:tracePt t="114065" x="8969375" y="6369050"/>
          <p14:tracePt t="114619" x="8982075" y="6369050"/>
          <p14:tracePt t="114640" x="8986838" y="6375400"/>
          <p14:tracePt t="114652" x="8999538" y="6375400"/>
          <p14:tracePt t="114658" x="9005888" y="6375400"/>
          <p14:tracePt t="114662" x="9024938" y="6381750"/>
          <p14:tracePt t="114673" x="9037638" y="6381750"/>
          <p14:tracePt t="114680" x="9093200" y="6381750"/>
          <p14:tracePt t="114694" x="9105900" y="6381750"/>
          <p14:tracePt t="114708" x="9210675" y="6392863"/>
          <p14:tracePt t="114713" x="9259888" y="6392863"/>
          <p14:tracePt t="114726" x="9297988" y="6392863"/>
          <p14:tracePt t="114730" x="9334500" y="6392863"/>
          <p14:tracePt t="114741" x="9371013" y="6392863"/>
          <p14:tracePt t="114746" x="9409113" y="6392863"/>
          <p14:tracePt t="114764" x="9464675" y="6392863"/>
          <p14:tracePt t="114774" x="9477375" y="6392863"/>
          <p14:tracePt t="114781" x="9507538" y="6392863"/>
          <p14:tracePt t="114793" x="9526588" y="6392863"/>
          <p14:tracePt t="114807" x="9532938" y="6392863"/>
          <p14:tracePt t="114824" x="9539288" y="6392863"/>
          <p14:tracePt t="115030" x="9539288" y="6386513"/>
          <p14:tracePt t="115256" x="9558338" y="6386513"/>
          <p14:tracePt t="115268" x="9564688" y="6375400"/>
          <p14:tracePt t="115286" x="9564688" y="6362700"/>
          <p14:tracePt t="115291" x="9569450" y="6362700"/>
          <p14:tracePt t="115306" x="9575800" y="6362700"/>
          <p14:tracePt t="115311" x="9575800" y="6356350"/>
          <p14:tracePt t="115321" x="9582150" y="6356350"/>
          <p14:tracePt t="115330" x="9594850" y="6356350"/>
          <p14:tracePt t="115370" x="9594850" y="6350000"/>
          <p14:tracePt t="116260" x="9601200" y="6350000"/>
          <p14:tracePt t="116278" x="9601200" y="6343650"/>
          <p14:tracePt t="116285" x="9607550" y="6343650"/>
          <p14:tracePt t="116297" x="9613900" y="6337300"/>
          <p14:tracePt t="116308" x="9626600" y="6318250"/>
          <p14:tracePt t="116315" x="9631363" y="6313488"/>
          <p14:tracePt t="116323" x="9650413" y="6307138"/>
          <p14:tracePt t="116338" x="9650413" y="6300788"/>
          <p14:tracePt t="116347" x="9663113" y="6294438"/>
          <p14:tracePt t="116370" x="9669463" y="6288088"/>
          <p14:tracePt t="116380" x="9675813" y="6288088"/>
          <p14:tracePt t="116390" x="9675813" y="6275388"/>
          <p14:tracePt t="116511" x="9688513" y="6275388"/>
          <p14:tracePt t="116555" x="9688513" y="6269038"/>
          <p14:tracePt t="116610" x="9694863" y="6262688"/>
          <p14:tracePt t="116754" x="9694863" y="6256338"/>
          <p14:tracePt t="116767" x="9688513" y="6238875"/>
          <p14:tracePt t="116773" x="9669463" y="6213475"/>
          <p14:tracePt t="116786" x="9656763" y="6194425"/>
          <p14:tracePt t="116793" x="9637713" y="6189663"/>
          <p14:tracePt t="116809" x="9613900" y="6176963"/>
          <p14:tracePt t="117836" x="9613900" y="6183313"/>
          <p14:tracePt t="117850" x="9582150" y="6207125"/>
          <p14:tracePt t="117859" x="9564688" y="6213475"/>
          <p14:tracePt t="117876" x="9551988" y="6219825"/>
          <p14:tracePt t="117890" x="9545638" y="6226175"/>
          <p14:tracePt t="117898" x="9520238" y="6232525"/>
          <p14:tracePt t="117905" x="9496425" y="6245225"/>
          <p14:tracePt t="117916" x="9445625" y="6251575"/>
          <p14:tracePt t="117927" x="9421813" y="6251575"/>
          <p14:tracePt t="117931" x="9383713" y="6251575"/>
          <p14:tracePt t="117941" x="9353550" y="6251575"/>
          <p14:tracePt t="117957" x="9253538" y="6251575"/>
          <p14:tracePt t="117961" x="9204325" y="6251575"/>
          <p14:tracePt t="117975" x="9167813" y="6251575"/>
          <p14:tracePt t="117993" x="8999538" y="6207125"/>
          <p14:tracePt t="118008" x="8856663" y="6145213"/>
          <p14:tracePt t="118022" x="8826500" y="6115050"/>
          <p14:tracePt t="118028" x="8783638" y="6070600"/>
          <p14:tracePt t="118039" x="8732838" y="6015038"/>
          <p14:tracePt t="118045" x="8689975" y="5953125"/>
          <p14:tracePt t="118049" x="8664575" y="5910263"/>
          <p14:tracePt t="118057" x="8628063" y="5842000"/>
          <p14:tracePt t="118070" x="8609013" y="5767388"/>
          <p14:tracePt t="118084" x="8585200" y="5681663"/>
          <p14:tracePt t="118089" x="8553450" y="5562600"/>
          <p14:tracePt t="118099" x="8540750" y="5346700"/>
          <p14:tracePt t="118106" x="8540750" y="5246688"/>
          <p14:tracePt t="118124" x="8547100" y="5092700"/>
          <p14:tracePt t="118141" x="8578850" y="5024438"/>
          <p14:tracePt t="118161" x="8634413" y="4943475"/>
          <p14:tracePt t="118172" x="8653463" y="4924425"/>
          <p14:tracePt t="118179" x="8664575" y="4906963"/>
          <p14:tracePt t="118183" x="8696325" y="4900613"/>
          <p14:tracePt t="118194" x="8721725" y="4887913"/>
          <p14:tracePt t="118208" x="8813800" y="4868863"/>
          <p14:tracePt t="118226" x="8907463" y="4857750"/>
          <p14:tracePt t="118243" x="9037638" y="4857750"/>
          <p14:tracePt t="118249" x="9123363" y="4857750"/>
          <p14:tracePt t="118258" x="9204325" y="4862513"/>
          <p14:tracePt t="118267" x="9297988" y="4900613"/>
          <p14:tracePt t="118277" x="9402763" y="4943475"/>
          <p14:tracePt t="118284" x="9477375" y="4992688"/>
          <p14:tracePt t="118294" x="9551988" y="5043488"/>
          <p14:tracePt t="118300" x="9607550" y="5073650"/>
          <p14:tracePt t="118308" x="9682163" y="5141913"/>
          <p14:tracePt t="118325" x="9818688" y="5278438"/>
          <p14:tracePt t="118329" x="9867900" y="5334000"/>
          <p14:tracePt t="118341" x="9904413" y="5395913"/>
          <p14:tracePt t="118346" x="9936163" y="5451475"/>
          <p14:tracePt t="118357" x="9972675" y="5507038"/>
          <p14:tracePt t="118364" x="10010775" y="5600700"/>
          <p14:tracePt t="118373" x="10047288" y="5686425"/>
          <p14:tracePt t="118378" x="10072688" y="5773738"/>
          <p14:tracePt t="118391" x="10096500" y="5861050"/>
          <p14:tracePt t="118395" x="10109200" y="5946775"/>
          <p14:tracePt t="118398" x="10109200" y="5997575"/>
          <p14:tracePt t="118410" x="10109200" y="6046788"/>
          <p14:tracePt t="118425" x="10109200" y="6138863"/>
          <p14:tracePt t="118442" x="10096500" y="6194425"/>
          <p14:tracePt t="118447" x="10079038" y="6219825"/>
          <p14:tracePt t="118461" x="10047288" y="6251575"/>
          <p14:tracePt t="118476" x="9948863" y="6330950"/>
          <p14:tracePt t="118482" x="9910763" y="6337300"/>
          <p14:tracePt t="118492" x="9836150" y="6362700"/>
          <p14:tracePt t="118505" x="9767888" y="6386513"/>
          <p14:tracePt t="118514" x="9644063" y="6399213"/>
          <p14:tracePt t="118525" x="9575800" y="6399213"/>
          <p14:tracePt t="118540" x="9551988" y="6399213"/>
          <p14:tracePt t="118546" x="9501188" y="6399213"/>
          <p14:tracePt t="118550" x="9347200" y="6392863"/>
          <p14:tracePt t="118558" x="9278938" y="6369050"/>
          <p14:tracePt t="118576" x="9105900" y="6307138"/>
          <p14:tracePt t="118584" x="8999538" y="6251575"/>
          <p14:tracePt t="118592" x="8924925" y="6200775"/>
          <p14:tracePt t="118610" x="8770938" y="6089650"/>
          <p14:tracePt t="118631" x="8658225" y="5953125"/>
          <p14:tracePt t="118644" x="8621713" y="5884863"/>
          <p14:tracePt t="118657" x="8591550" y="5773738"/>
          <p14:tracePt t="118675" x="8553450" y="5568950"/>
          <p14:tracePt t="118695" x="8540750" y="5432425"/>
          <p14:tracePt t="118699" x="8540750" y="5370513"/>
          <p14:tracePt t="118704" x="8540750" y="5284788"/>
          <p14:tracePt t="118714" x="8547100" y="5167313"/>
          <p14:tracePt t="118728" x="8596313" y="4992688"/>
          <p14:tracePt t="118741" x="8634413" y="4906963"/>
          <p14:tracePt t="118751" x="8702675" y="4813300"/>
          <p14:tracePt t="118760" x="8745538" y="4757738"/>
          <p14:tracePt t="118766" x="8807450" y="4695825"/>
          <p14:tracePt t="118773" x="8882063" y="4627563"/>
          <p14:tracePt t="118779" x="8956675" y="4597400"/>
          <p14:tracePt t="118784" x="9043988" y="4552950"/>
          <p14:tracePt t="118794" x="9129713" y="4529138"/>
          <p14:tracePt t="118807" x="9204325" y="4522788"/>
          <p14:tracePt t="118825" x="9402763" y="4510088"/>
          <p14:tracePt t="118841" x="9637713" y="4510088"/>
          <p14:tracePt t="118857" x="9750425" y="4546600"/>
          <p14:tracePt t="118876" x="9848850" y="4614863"/>
          <p14:tracePt t="118884" x="9891713" y="4646613"/>
          <p14:tracePt t="118892" x="9955213" y="4708525"/>
          <p14:tracePt t="118900" x="10004425" y="4783138"/>
          <p14:tracePt t="118904" x="10066338" y="4868863"/>
          <p14:tracePt t="118916" x="10121900" y="4975225"/>
          <p14:tracePt t="118924" x="10171113" y="5067300"/>
          <p14:tracePt t="118927" x="10213975" y="5173663"/>
          <p14:tracePt t="118943" x="10301288" y="5395913"/>
          <p14:tracePt t="118958" x="10326688" y="5483225"/>
          <p14:tracePt t="118964" x="10356850" y="5600700"/>
          <p14:tracePt t="118971" x="10369550" y="5686425"/>
          <p14:tracePt t="118976" x="10382250" y="5754688"/>
          <p14:tracePt t="118988" x="10382250" y="5842000"/>
          <p14:tracePt t="118996" x="10382250" y="5903913"/>
          <p14:tracePt t="119012" x="10382250" y="6008688"/>
          <p14:tracePt t="119032" x="10320338" y="6151563"/>
          <p14:tracePt t="119043" x="10264775" y="6207125"/>
          <p14:tracePt t="119061" x="10177463" y="6262688"/>
          <p14:tracePt t="119067" x="10140950" y="6269038"/>
          <p14:tracePt t="119074" x="10102850" y="6281738"/>
          <p14:tracePt t="119090" x="10047288" y="6294438"/>
          <p14:tracePt t="119095" x="9966325" y="6307138"/>
          <p14:tracePt t="119102" x="9867900" y="6307138"/>
          <p14:tracePt t="119107" x="9761538" y="6307138"/>
          <p14:tracePt t="119114" x="9699625" y="6307138"/>
          <p14:tracePt t="119132" x="9496425" y="6281738"/>
          <p14:tracePt t="119142" x="9409113" y="6256338"/>
          <p14:tracePt t="119159" x="9197975" y="6183313"/>
          <p14:tracePt t="119162" x="9129713" y="6145213"/>
          <p14:tracePt t="119177" x="8963025" y="6046788"/>
          <p14:tracePt t="119192" x="8901113" y="5984875"/>
          <p14:tracePt t="119211" x="8758238" y="5805488"/>
          <p14:tracePt t="119227" x="8683625" y="5656263"/>
          <p14:tracePt t="119245" x="8634413" y="5500688"/>
          <p14:tracePt t="119258" x="8615363" y="5346700"/>
          <p14:tracePt t="119276" x="8602663" y="5141913"/>
          <p14:tracePt t="119295" x="8609013" y="4962525"/>
          <p14:tracePt t="119306" x="8615363" y="4887913"/>
          <p14:tracePt t="119313" x="8689975" y="4745038"/>
          <p14:tracePt t="119320" x="8739188" y="4683125"/>
          <p14:tracePt t="119331" x="8813800" y="4608513"/>
          <p14:tracePt t="119342" x="8894763" y="4546600"/>
          <p14:tracePt t="119358" x="9067800" y="4454525"/>
          <p14:tracePt t="119361" x="9174163" y="4429125"/>
          <p14:tracePt t="119377" x="9390063" y="4405313"/>
          <p14:tracePt t="119388" x="9490075" y="4405313"/>
          <p14:tracePt t="119404" x="9663113" y="4448175"/>
          <p14:tracePt t="119410" x="9756775" y="4497388"/>
          <p14:tracePt t="119417" x="9848850" y="4578350"/>
          <p14:tracePt t="119425" x="9923463" y="4652963"/>
          <p14:tracePt t="119441" x="10066338" y="4838700"/>
          <p14:tracePt t="119458" x="10202863" y="5080000"/>
          <p14:tracePt t="119474" x="10326688" y="5340350"/>
          <p14:tracePt t="119492" x="10375900" y="5545138"/>
          <p14:tracePt t="119497" x="10388600" y="5630863"/>
          <p14:tracePt t="119507" x="10401300" y="5730875"/>
          <p14:tracePt t="119515" x="10412413" y="5805488"/>
          <p14:tracePt t="119525" x="10412413" y="5867400"/>
          <p14:tracePt t="119537" x="10412413" y="5965825"/>
          <p14:tracePt t="119545" x="10412413" y="6002338"/>
          <p14:tracePt t="119554" x="10394950" y="6027738"/>
          <p14:tracePt t="119559" x="10375900" y="6059488"/>
          <p14:tracePt t="119569" x="10320338" y="6102350"/>
          <p14:tracePt t="119576" x="10277475" y="6132513"/>
          <p14:tracePt t="119596" x="10209213" y="6151563"/>
          <p14:tracePt t="119610" x="10083800" y="6176963"/>
          <p14:tracePt t="119626" x="9855200" y="6189663"/>
          <p14:tracePt t="119634" x="9737725" y="6189663"/>
          <p14:tracePt t="119653" x="9451975" y="6151563"/>
          <p14:tracePt t="119660" x="9321800" y="6127750"/>
          <p14:tracePt t="119673" x="9167813" y="6083300"/>
          <p14:tracePt t="119685" x="8894763" y="5959475"/>
          <p14:tracePt t="119691" x="8770938" y="5878513"/>
          <p14:tracePt t="119699" x="8677275" y="5810250"/>
          <p14:tracePt t="119715" x="8553450" y="5692775"/>
          <p14:tracePt t="119724" x="8504238" y="5619750"/>
          <p14:tracePt t="119734" x="8478838" y="5532438"/>
          <p14:tracePt t="119741" x="8455025" y="5445125"/>
          <p14:tracePt t="119746" x="8448675" y="5389563"/>
          <p14:tracePt t="119751" x="8448675" y="5291138"/>
          <p14:tracePt t="119763" x="8448675" y="5173663"/>
          <p14:tracePt t="119769" x="8455025" y="5073650"/>
          <p14:tracePt t="119778" x="8478838" y="4956175"/>
          <p14:tracePt t="119793" x="8534400" y="4783138"/>
          <p14:tracePt t="119809" x="8783638" y="4337050"/>
          <p14:tracePt t="119815" x="8875713" y="4213225"/>
          <p14:tracePt t="119825" x="8969375" y="4106863"/>
          <p14:tracePt t="119837" x="9061450" y="4044950"/>
          <p14:tracePt t="119845" x="9136063" y="3989388"/>
          <p14:tracePt t="119857" x="9167813" y="3983038"/>
          <p14:tracePt t="119863" x="9229725" y="3983038"/>
          <p14:tracePt t="119870" x="9297988" y="3983038"/>
          <p14:tracePt t="119873" x="9347200" y="3983038"/>
          <p14:tracePt t="119883" x="9383713" y="3995738"/>
          <p14:tracePt t="119891" x="9458325" y="4021138"/>
          <p14:tracePt t="119896" x="9532938" y="4070350"/>
          <p14:tracePt t="119908" x="9558338" y="4089400"/>
          <p14:tracePt t="119928" x="9780588" y="4305300"/>
          <p14:tracePt t="119936" x="9861550" y="4411663"/>
          <p14:tracePt t="119956" x="10021888" y="4695825"/>
          <p14:tracePt t="119964" x="10090150" y="4851400"/>
          <p14:tracePt t="119975" x="10190163" y="5173663"/>
          <p14:tracePt t="119986" x="10213975" y="5334000"/>
          <p14:tracePt t="119994" x="10226675" y="5470525"/>
          <p14:tracePt t="120008" x="10226675" y="5730875"/>
          <p14:tracePt t="120026" x="10196513" y="5903913"/>
          <p14:tracePt t="120044" x="10140950" y="6002338"/>
          <p14:tracePt t="120054" x="10096500" y="6046788"/>
          <p14:tracePt t="120061" x="10040938" y="6096000"/>
          <p14:tracePt t="120066" x="9966325" y="6132513"/>
          <p14:tracePt t="120076" x="9880600" y="6157913"/>
          <p14:tracePt t="120085" x="9805988" y="6183313"/>
          <p14:tracePt t="120095" x="9705975" y="6207125"/>
          <p14:tracePt t="120098" x="9601200" y="6219825"/>
          <p14:tracePt t="120106" x="9471025" y="6232525"/>
          <p14:tracePt t="120116" x="9340850" y="6232525"/>
          <p14:tracePt t="120125" x="9204325" y="6232525"/>
          <p14:tracePt t="120144" x="8993188" y="6232525"/>
          <p14:tracePt t="120148" x="8856663" y="6213475"/>
          <p14:tracePt t="120153" x="8721725" y="6183313"/>
          <p14:tracePt t="120165" x="8615363" y="6145213"/>
          <p14:tracePt t="120177" x="8466138" y="6034088"/>
          <p14:tracePt t="120185" x="8423275" y="5972175"/>
          <p14:tracePt t="120195" x="8386763" y="5903913"/>
          <p14:tracePt t="120208" x="8348663" y="5743575"/>
          <p14:tracePt t="120227" x="8348663" y="5562600"/>
          <p14:tracePt t="120243" x="8355013" y="5327650"/>
          <p14:tracePt t="120260" x="8455025" y="5011738"/>
          <p14:tracePt t="120266" x="8547100" y="4806950"/>
          <p14:tracePt t="120275" x="8634413" y="4646613"/>
          <p14:tracePt t="120284" x="8758238" y="4473575"/>
          <p14:tracePt t="120291" x="8869363" y="4360863"/>
          <p14:tracePt t="120296" x="8982075" y="4268788"/>
          <p14:tracePt t="120305" x="9099550" y="4187825"/>
          <p14:tracePt t="120311" x="9223375" y="4119563"/>
          <p14:tracePt t="120327" x="9359900" y="4064000"/>
          <p14:tracePt t="120335" x="9496425" y="4021138"/>
          <p14:tracePt t="120344" x="9613900" y="4008438"/>
          <p14:tracePt t="120358" x="9694863" y="4008438"/>
          <p14:tracePt t="120361" x="9799638" y="4014788"/>
          <p14:tracePt t="120378" x="9985375" y="4064000"/>
          <p14:tracePt t="120386" x="10090150" y="4132263"/>
          <p14:tracePt t="120392" x="10202863" y="4213225"/>
          <p14:tracePt t="120405" x="10294938" y="4292600"/>
          <p14:tracePt t="120418" x="10480675" y="4478338"/>
          <p14:tracePt t="120425" x="10542588" y="4552950"/>
          <p14:tracePt t="120434" x="10604500" y="4646613"/>
          <p14:tracePt t="120442" x="10661650" y="4751388"/>
          <p14:tracePt t="120458" x="10729913" y="5005388"/>
          <p14:tracePt t="120477" x="10741025" y="5253038"/>
          <p14:tracePt t="120494" x="10734675" y="5551488"/>
          <p14:tracePt t="120505" x="10723563" y="5681663"/>
          <p14:tracePt t="120512" x="10691813" y="5805488"/>
          <p14:tracePt t="120523" x="10655300" y="5922963"/>
          <p14:tracePt t="120539" x="10617200" y="6008688"/>
          <p14:tracePt t="120547" x="10518775" y="6145213"/>
          <p14:tracePt t="120554" x="10474325" y="6189663"/>
          <p14:tracePt t="120564" x="10412413" y="6238875"/>
          <p14:tracePt t="120575" x="10356850" y="6269038"/>
          <p14:tracePt t="120593" x="10245725" y="6318250"/>
          <p14:tracePt t="120613" x="9972675" y="6337300"/>
          <p14:tracePt t="120626" x="9725025" y="6330950"/>
          <p14:tracePt t="120645" x="9471025" y="6269038"/>
          <p14:tracePt t="120654" x="9334500" y="6213475"/>
          <p14:tracePt t="120660" x="9210675" y="6157913"/>
          <p14:tracePt t="120665" x="9105900" y="6108700"/>
          <p14:tracePt t="120685" x="8907463" y="5929313"/>
          <p14:tracePt t="120699" x="8777288" y="5748338"/>
          <p14:tracePt t="120705" x="8721725" y="5613400"/>
          <p14:tracePt t="120713" x="8683625" y="5494338"/>
          <p14:tracePt t="120721" x="8658225" y="5376863"/>
          <p14:tracePt t="120731" x="8640763" y="5240338"/>
          <p14:tracePt t="120744" x="8640763" y="5024438"/>
          <p14:tracePt t="120760" x="8664575" y="4794250"/>
          <p14:tracePt t="120769" x="8702675" y="4670425"/>
          <p14:tracePt t="120782" x="8745538" y="4552950"/>
          <p14:tracePt t="120789" x="8794750" y="4429125"/>
          <p14:tracePt t="120806" x="8875713" y="4311650"/>
          <p14:tracePt t="120812" x="8907463" y="4305300"/>
          <p14:tracePt t="120819" x="8913813" y="4305300"/>
          <p14:tracePt t="120832" x="8924925" y="4305300"/>
          <p14:tracePt t="120835" x="8943975" y="4305300"/>
          <p14:tracePt t="120842" x="8982075" y="4305300"/>
          <p14:tracePt t="120858" x="9061450" y="4349750"/>
          <p14:tracePt t="120875" x="9167813" y="4435475"/>
          <p14:tracePt t="120883" x="9278938" y="4535488"/>
          <p14:tracePt t="120891" x="9371013" y="4627563"/>
          <p14:tracePt t="120901" x="9483725" y="4770438"/>
          <p14:tracePt t="120914" x="9601200" y="4913313"/>
          <p14:tracePt t="120927" x="9688513" y="5037138"/>
          <p14:tracePt t="120931" x="9786938" y="5197475"/>
          <p14:tracePt t="120936" x="9855200" y="5353050"/>
          <p14:tracePt t="120946" x="9910763" y="5470525"/>
          <p14:tracePt t="120960" x="10004425" y="5699125"/>
          <p14:tracePt t="120979" x="10028238" y="5810250"/>
          <p14:tracePt t="120987" x="10028238" y="5861050"/>
          <p14:tracePt t="120994" x="10028238" y="5910263"/>
          <p14:tracePt t="121005" x="10028238" y="5940425"/>
          <p14:tracePt t="121013" x="10010775" y="5965825"/>
          <p14:tracePt t="121026" x="9923463" y="6002338"/>
          <p14:tracePt t="121043" x="9848850" y="6021388"/>
          <p14:tracePt t="121059" x="9675813" y="6034088"/>
          <p14:tracePt t="121078" x="9496425" y="6034088"/>
          <p14:tracePt t="121083" x="9377363" y="6034088"/>
          <p14:tracePt t="121094" x="9247188" y="6027738"/>
          <p14:tracePt t="121108" x="8993188" y="5959475"/>
          <p14:tracePt t="121111" x="8888413" y="5922963"/>
          <p14:tracePt t="121125" x="8813800" y="5884863"/>
          <p14:tracePt t="121128" x="8726488" y="5835650"/>
          <p14:tracePt t="121143" x="8653463" y="5799138"/>
          <p14:tracePt t="121161" x="8510588" y="5630863"/>
          <p14:tracePt t="121166" x="8504238" y="5607050"/>
          <p14:tracePt t="121183" x="8504238" y="5581650"/>
          <p14:tracePt t="121191" x="8491538" y="5507038"/>
          <p14:tracePt t="121208" x="8491538" y="5389563"/>
          <p14:tracePt t="121216" x="8497888" y="5302250"/>
          <p14:tracePt t="121226" x="8534400" y="5197475"/>
          <p14:tracePt t="121242" x="8653463" y="5005388"/>
          <p14:tracePt t="121260" x="8794750" y="4832350"/>
          <p14:tracePt t="121264" x="8875713" y="4770438"/>
          <p14:tracePt t="121277" x="8950325" y="4721225"/>
          <p14:tracePt t="121284" x="9037638" y="4683125"/>
          <p14:tracePt t="121292" x="9105900" y="4659313"/>
          <p14:tracePt t="121298" x="9191625" y="4633913"/>
          <p14:tracePt t="121307" x="9266238" y="4621213"/>
          <p14:tracePt t="121326" x="9513888" y="4608513"/>
          <p14:tracePt t="121330" x="9626600" y="4608513"/>
          <p14:tracePt t="121344" x="9774238" y="4614863"/>
          <p14:tracePt t="121348" x="9910763" y="4646613"/>
          <p14:tracePt t="121351" x="10028238" y="4670425"/>
          <p14:tracePt t="121364" x="10152063" y="4708525"/>
          <p14:tracePt t="121377" x="10344150" y="4789488"/>
          <p14:tracePt t="121384" x="10431463" y="4826000"/>
          <p14:tracePt t="121391" x="10518775" y="4875213"/>
          <p14:tracePt t="121408" x="10580688" y="4913313"/>
          <p14:tracePt t="121413" x="10636250" y="4949825"/>
          <p14:tracePt t="121425" x="10772775" y="5043488"/>
          <p14:tracePt t="121435" x="10834688" y="5105400"/>
          <p14:tracePt t="121444" x="10890250" y="5167313"/>
          <p14:tracePt t="121449" x="10939463" y="5222875"/>
          <p14:tracePt t="121460" x="10983913" y="5272088"/>
          <p14:tracePt t="121476" x="11069638" y="5421313"/>
          <p14:tracePt t="121493" x="11120438" y="5562600"/>
          <p14:tracePt t="121510" x="11156950" y="5730875"/>
          <p14:tracePt t="121517" x="11156950" y="5829300"/>
          <p14:tracePt t="121527" x="11156950" y="5916613"/>
          <p14:tracePt t="121533" x="11156950" y="5997575"/>
          <p14:tracePt t="121553" x="11114088" y="6189663"/>
          <p14:tracePt t="121560" x="11007725" y="6399213"/>
          <p14:tracePt t="121568" x="10958513" y="6473825"/>
          <p14:tracePt t="121578" x="10877550" y="6567488"/>
          <p14:tracePt t="121593" x="10636250" y="6789738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B15AB-5F45-49F7-9F7C-4B2B63010A0B}"/>
              </a:ext>
            </a:extLst>
          </p:cNvPr>
          <p:cNvSpPr txBox="1"/>
          <p:nvPr/>
        </p:nvSpPr>
        <p:spPr>
          <a:xfrm>
            <a:off x="368235" y="332956"/>
            <a:ext cx="8557646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Low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icrosoft Uighur" panose="02000000000000000000" pitchFamily="2" charset="-78"/>
              </a:rPr>
              <a:t>A workable expression for velocity or Mach number along a characteristic:</a:t>
            </a:r>
          </a:p>
          <a:p>
            <a:pPr marL="0" marR="0" algn="justLow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536B77F-0491-4F2D-A9D8-4B9EBB88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28" y="974240"/>
            <a:ext cx="2286198" cy="55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F2A126-0430-4A7A-A297-07CA5F974D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863" b="750"/>
          <a:stretch/>
        </p:blipFill>
        <p:spPr>
          <a:xfrm>
            <a:off x="5960642" y="932232"/>
            <a:ext cx="1604196" cy="960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C8591-21E4-441C-9524-FEBD601679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9389"/>
          <a:stretch/>
        </p:blipFill>
        <p:spPr>
          <a:xfrm>
            <a:off x="8162119" y="1134278"/>
            <a:ext cx="1943268" cy="5823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02EAF85-4765-45BE-B0ED-38F88DF399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5091"/>
          <a:stretch/>
        </p:blipFill>
        <p:spPr>
          <a:xfrm>
            <a:off x="3345716" y="818207"/>
            <a:ext cx="2453853" cy="1150720"/>
          </a:xfrm>
          <a:prstGeom prst="rect">
            <a:avLst/>
          </a:prstGeom>
        </p:spPr>
      </p:pic>
      <p:pic>
        <p:nvPicPr>
          <p:cNvPr id="20" name="Content Placeholder 4">
            <a:extLst>
              <a:ext uri="{FF2B5EF4-FFF2-40B4-BE49-F238E27FC236}">
                <a16:creationId xmlns:a16="http://schemas.microsoft.com/office/drawing/2014/main" id="{81FAA83F-D972-4912-8D1B-58CC2D56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481495" y="3080280"/>
            <a:ext cx="3756986" cy="929721"/>
          </a:xfr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3FCBDD-53FF-46F3-857C-F99DB4E47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5562" y="3199592"/>
            <a:ext cx="1798476" cy="586791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F58451C-2C70-45AE-93B8-5077FBCE4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218040"/>
            <a:ext cx="1767993" cy="579170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939A103-B000-4B50-AB2B-CB5E4D76F1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5636"/>
          <a:stretch/>
        </p:blipFill>
        <p:spPr>
          <a:xfrm>
            <a:off x="3303493" y="2003717"/>
            <a:ext cx="2453853" cy="9297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2A0A47-E3A9-48E3-AA7A-A91A1BD123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072" t="-3325"/>
          <a:stretch/>
        </p:blipFill>
        <p:spPr>
          <a:xfrm>
            <a:off x="5908740" y="2012132"/>
            <a:ext cx="1707999" cy="10000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BEEEF7-6CDF-403C-BF50-C61D878991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389"/>
          <a:stretch/>
        </p:blipFill>
        <p:spPr>
          <a:xfrm>
            <a:off x="7954247" y="2233031"/>
            <a:ext cx="1943268" cy="58239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398F87E-6611-471E-A764-AA9FD3851D36}"/>
              </a:ext>
            </a:extLst>
          </p:cNvPr>
          <p:cNvSpPr txBox="1"/>
          <p:nvPr/>
        </p:nvSpPr>
        <p:spPr>
          <a:xfrm>
            <a:off x="312481" y="4206207"/>
            <a:ext cx="10974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 number as a function of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along characteristics (similar integral in dealing with Prandtl-Mayer flow)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DAC5DC4-AE71-4068-A370-901D667851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663" y="5095569"/>
            <a:ext cx="1920406" cy="58679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55AEE17-BD2C-4068-AD5A-F86FAF2B8B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875" y="4784213"/>
            <a:ext cx="5006774" cy="13793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22244E-82E1-4183-A1EF-DF1CFD4830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1418" y="5326179"/>
            <a:ext cx="1812335" cy="27490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D6BFC06-7F47-4C4D-9111-82F56E9881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4800" y="4813386"/>
            <a:ext cx="2364918" cy="49153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1819745-B722-4E59-9566-49D478DE3D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94800" y="5567665"/>
            <a:ext cx="2404129" cy="403894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BD0FEABE-1806-4FB1-A275-126546887D79}"/>
              </a:ext>
            </a:extLst>
          </p:cNvPr>
          <p:cNvSpPr/>
          <p:nvPr/>
        </p:nvSpPr>
        <p:spPr>
          <a:xfrm>
            <a:off x="4530419" y="3429000"/>
            <a:ext cx="1143096" cy="25214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6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14"/>
    </mc:Choice>
    <mc:Fallback xmlns="">
      <p:transition spd="slow" advTm="83314"/>
    </mc:Fallback>
  </mc:AlternateContent>
  <p:extLst>
    <p:ext uri="{3A86A75C-4F4B-4683-9AE1-C65F6400EC91}">
      <p14:laserTraceLst xmlns:p14="http://schemas.microsoft.com/office/powerpoint/2010/main">
        <p14:tracePtLst>
          <p14:tracePt t="431" x="879475" y="6727825"/>
          <p14:tracePt t="446" x="817563" y="6411913"/>
          <p14:tracePt t="458" x="793750" y="6294438"/>
          <p14:tracePt t="474" x="731838" y="5916613"/>
          <p14:tracePt t="483" x="719138" y="5464175"/>
          <p14:tracePt t="494" x="719138" y="5284788"/>
          <p14:tracePt t="498" x="725488" y="5054600"/>
          <p14:tracePt t="509" x="768350" y="4702175"/>
          <p14:tracePt t="526" x="911225" y="3983038"/>
          <p14:tracePt t="542" x="1135063" y="3240088"/>
          <p14:tracePt t="559" x="1376363" y="2552700"/>
          <p14:tracePt t="566" x="1543050" y="2198688"/>
          <p14:tracePt t="576" x="1679575" y="1908175"/>
          <p14:tracePt t="584" x="1790700" y="1709738"/>
          <p14:tracePt t="592" x="1927225" y="1511300"/>
          <p14:tracePt t="602" x="2044700" y="1363663"/>
          <p14:tracePt t="608" x="2144713" y="1257300"/>
          <p14:tracePt t="619" x="2249488" y="1146175"/>
          <p14:tracePt t="626" x="2362200" y="1052513"/>
          <p14:tracePt t="644" x="2678113" y="836613"/>
          <p14:tracePt t="650" x="2814638" y="781050"/>
          <p14:tracePt t="665" x="2951163" y="742950"/>
          <p14:tracePt t="677" x="3192463" y="674688"/>
          <p14:tracePt t="694" x="3378200" y="650875"/>
          <p14:tracePt t="714" x="3595688" y="638175"/>
          <p14:tracePt t="727" x="3775075" y="638175"/>
          <p14:tracePt t="748" x="3990975" y="638175"/>
          <p14:tracePt t="752" x="4071938" y="638175"/>
          <p14:tracePt t="765" x="4257675" y="644525"/>
          <p14:tracePt t="777" x="4344988" y="657225"/>
          <p14:tracePt t="793" x="4370388" y="657225"/>
          <p14:tracePt t="810" x="4475163" y="674688"/>
          <p14:tracePt t="829" x="4556125" y="706438"/>
          <p14:tracePt t="842" x="4598988" y="725488"/>
          <p14:tracePt t="848" x="4624388" y="742950"/>
          <p14:tracePt t="854" x="4654550" y="762000"/>
          <p14:tracePt t="861" x="4692650" y="793750"/>
          <p14:tracePt t="885" x="4803775" y="860425"/>
          <p14:tracePt t="892" x="4840288" y="873125"/>
          <p14:tracePt t="903" x="4884738" y="892175"/>
          <p14:tracePt t="910" x="4921250" y="904875"/>
          <p14:tracePt t="927" x="5014913" y="935038"/>
          <p14:tracePt t="942" x="5070475" y="960438"/>
          <p14:tracePt t="960" x="5113338" y="996950"/>
          <p14:tracePt t="968" x="5145088" y="1028700"/>
          <p14:tracePt t="977" x="5168900" y="1052513"/>
          <p14:tracePt t="984" x="5200650" y="1084263"/>
          <p14:tracePt t="991" x="5219700" y="1120775"/>
          <p14:tracePt t="1000" x="5256213" y="1165225"/>
          <p14:tracePt t="1009" x="5299075" y="1227138"/>
          <p14:tracePt t="1026" x="5386388" y="1374775"/>
          <p14:tracePt t="1045" x="5535613" y="1573213"/>
          <p14:tracePt t="1051" x="5597525" y="1647825"/>
          <p14:tracePt t="1063" x="5783263" y="1820863"/>
          <p14:tracePt t="1071" x="5875338" y="1882775"/>
          <p14:tracePt t="1077" x="5981700" y="1938338"/>
          <p14:tracePt t="1087" x="6080125" y="1976438"/>
          <p14:tracePt t="1095" x="6186488" y="2000250"/>
          <p14:tracePt t="1107" x="6284913" y="2032000"/>
          <p14:tracePt t="1113" x="6378575" y="2057400"/>
          <p14:tracePt t="1121" x="6446838" y="2063750"/>
          <p14:tracePt t="1125" x="6496050" y="2074863"/>
          <p14:tracePt t="1137" x="6526213" y="2093913"/>
          <p14:tracePt t="1160" x="6538913" y="2106613"/>
          <p14:tracePt t="1177" x="6545263" y="2119313"/>
          <p14:tracePt t="1193" x="6545263" y="2125663"/>
          <p14:tracePt t="1334" x="6551613" y="2125663"/>
          <p14:tracePt t="1348" x="6577013" y="2112963"/>
          <p14:tracePt t="1357" x="6581775" y="2106613"/>
          <p14:tracePt t="2455" x="6581775" y="2125663"/>
          <p14:tracePt t="2468" x="6581775" y="2136775"/>
          <p14:tracePt t="2478" x="6581775" y="2155825"/>
          <p14:tracePt t="2498" x="6545263" y="2198688"/>
          <p14:tracePt t="2518" x="6483350" y="2236788"/>
          <p14:tracePt t="2527" x="6457950" y="2243138"/>
          <p14:tracePt t="2535" x="6434138" y="2260600"/>
          <p14:tracePt t="2542" x="6365875" y="2286000"/>
          <p14:tracePt t="2553" x="6340475" y="2292350"/>
          <p14:tracePt t="2563" x="6284913" y="2305050"/>
          <p14:tracePt t="2578" x="6086475" y="2328863"/>
          <p14:tracePt t="2581" x="5969000" y="2354263"/>
          <p14:tracePt t="2594" x="5851525" y="2366963"/>
          <p14:tracePt t="2613" x="5324475" y="2397125"/>
          <p14:tracePt t="2623" x="5126038" y="2397125"/>
          <p14:tracePt t="2640" x="4735513" y="2384425"/>
          <p14:tracePt t="2648" x="4481513" y="2354263"/>
          <p14:tracePt t="2658" x="4295775" y="2322513"/>
          <p14:tracePt t="2663" x="4065588" y="2273300"/>
          <p14:tracePt t="2671" x="3798888" y="2224088"/>
          <p14:tracePt t="2683" x="3533775" y="2149475"/>
          <p14:tracePt t="2693" x="3079750" y="2000250"/>
          <p14:tracePt t="2710" x="2678113" y="1820863"/>
          <p14:tracePt t="2727" x="2405063" y="1673225"/>
          <p14:tracePt t="2733" x="2281238" y="1604963"/>
          <p14:tracePt t="2741" x="2174875" y="1524000"/>
          <p14:tracePt t="2753" x="2095500" y="1462088"/>
          <p14:tracePt t="2758" x="2020888" y="1393825"/>
          <p14:tracePt t="2763" x="1989138" y="1368425"/>
          <p14:tracePt t="2782" x="1927225" y="1263650"/>
          <p14:tracePt t="2793" x="1890713" y="1220788"/>
          <p14:tracePt t="2799" x="1858963" y="1182688"/>
          <p14:tracePt t="2815" x="1828800" y="1120775"/>
          <p14:tracePt t="2827" x="1784350" y="1090613"/>
          <p14:tracePt t="2845" x="1735138" y="1028700"/>
          <p14:tracePt t="2852" x="1704975" y="1003300"/>
          <p14:tracePt t="2859" x="1673225" y="973138"/>
          <p14:tracePt t="2868" x="1666875" y="954088"/>
          <p14:tracePt t="2878" x="1649413" y="947738"/>
          <p14:tracePt t="2889" x="1630363" y="911225"/>
          <p14:tracePt t="2900" x="1630363" y="904875"/>
          <p14:tracePt t="2912" x="1624013" y="873125"/>
          <p14:tracePt t="2928" x="1624013" y="830263"/>
          <p14:tracePt t="2943" x="1636713" y="798513"/>
          <p14:tracePt t="2960" x="1643063" y="793750"/>
          <p14:tracePt t="2977" x="1643063" y="787400"/>
          <p14:tracePt t="2981" x="1649413" y="787400"/>
          <p14:tracePt t="2996" x="1654175" y="787400"/>
          <p14:tracePt t="3010" x="1673225" y="774700"/>
          <p14:tracePt t="3029" x="1679575" y="774700"/>
          <p14:tracePt t="3032" x="1685925" y="774700"/>
          <p14:tracePt t="3037" x="1704975" y="774700"/>
          <p14:tracePt t="3048" x="1717675" y="774700"/>
          <p14:tracePt t="3062" x="1760538" y="774700"/>
          <p14:tracePt t="3077" x="1803400" y="768350"/>
          <p14:tracePt t="3098" x="1835150" y="762000"/>
          <p14:tracePt t="3110" x="1858963" y="762000"/>
          <p14:tracePt t="3127" x="1871663" y="762000"/>
          <p14:tracePt t="3137" x="1890713" y="749300"/>
          <p14:tracePt t="3143" x="1897063" y="749300"/>
          <p14:tracePt t="3154" x="1909763" y="749300"/>
          <p14:tracePt t="3163" x="1927225" y="742950"/>
          <p14:tracePt t="3178" x="1958975" y="736600"/>
          <p14:tracePt t="3182" x="1995488" y="736600"/>
          <p14:tracePt t="3198" x="2020888" y="736600"/>
          <p14:tracePt t="3212" x="2089150" y="736600"/>
          <p14:tracePt t="3221" x="2112963" y="736600"/>
          <p14:tracePt t="3227" x="2138363" y="736600"/>
          <p14:tracePt t="3243" x="2157413" y="736600"/>
          <p14:tracePt t="3253" x="2219325" y="736600"/>
          <p14:tracePt t="3261" x="2243138" y="736600"/>
          <p14:tracePt t="3270" x="2274888" y="736600"/>
          <p14:tracePt t="3277" x="2300288" y="736600"/>
          <p14:tracePt t="3286" x="2305050" y="736600"/>
          <p14:tracePt t="3294" x="2330450" y="725488"/>
          <p14:tracePt t="3307" x="2336800" y="725488"/>
          <p14:tracePt t="3321" x="2349500" y="719138"/>
          <p14:tracePt t="3342" x="2355850" y="719138"/>
          <p14:tracePt t="3357" x="2366963" y="719138"/>
          <p14:tracePt t="3368" x="2373313" y="719138"/>
          <p14:tracePt t="3376" x="2386013" y="719138"/>
          <p14:tracePt t="3380" x="2392363" y="719138"/>
          <p14:tracePt t="3388" x="2411413" y="719138"/>
          <p14:tracePt t="3395" x="2417763" y="719138"/>
          <p14:tracePt t="3413" x="2447925" y="719138"/>
          <p14:tracePt t="3431" x="2473325" y="730250"/>
          <p14:tracePt t="3436" x="2486025" y="736600"/>
          <p14:tracePt t="3448" x="2492375" y="736600"/>
          <p14:tracePt t="3451" x="2503488" y="736600"/>
          <p14:tracePt t="3461" x="2509838" y="736600"/>
          <p14:tracePt t="3479" x="2522538" y="736600"/>
          <p14:tracePt t="3490" x="2541588" y="736600"/>
          <p14:tracePt t="3493" x="2554288" y="736600"/>
          <p14:tracePt t="3505" x="2584450" y="736600"/>
          <p14:tracePt t="3513" x="2609850" y="736600"/>
          <p14:tracePt t="3528" x="2671763" y="725488"/>
          <p14:tracePt t="3540" x="2708275" y="719138"/>
          <p14:tracePt t="3544" x="2763838" y="706438"/>
          <p14:tracePt t="3555" x="2801938" y="693738"/>
          <p14:tracePt t="3562" x="2887663" y="681038"/>
          <p14:tracePt t="3570" x="2955925" y="668338"/>
          <p14:tracePt t="3582" x="3043238" y="657225"/>
          <p14:tracePt t="3592" x="3228975" y="644525"/>
          <p14:tracePt t="3598" x="3346450" y="644525"/>
          <p14:tracePt t="3610" x="3446463" y="644525"/>
          <p14:tracePt t="3613" x="3527425" y="644525"/>
          <p14:tracePt t="3627" x="3606800" y="644525"/>
          <p14:tracePt t="3636" x="3663950" y="644525"/>
          <p14:tracePt t="3642" x="3713163" y="644525"/>
          <p14:tracePt t="3653" x="3768725" y="650875"/>
          <p14:tracePt t="3661" x="3817938" y="650875"/>
          <p14:tracePt t="3679" x="3905250" y="650875"/>
          <p14:tracePt t="3693" x="3967163" y="650875"/>
          <p14:tracePt t="3711" x="4041775" y="650875"/>
          <p14:tracePt t="3723" x="4110038" y="650875"/>
          <p14:tracePt t="3736" x="4146550" y="650875"/>
          <p14:tracePt t="3747" x="4195763" y="650875"/>
          <p14:tracePt t="3768" x="4270375" y="650875"/>
          <p14:tracePt t="3777" x="4308475" y="650875"/>
          <p14:tracePt t="3794" x="4376738" y="663575"/>
          <p14:tracePt t="3798" x="4400550" y="668338"/>
          <p14:tracePt t="3810" x="4425950" y="668338"/>
          <p14:tracePt t="3828" x="4475163" y="687388"/>
          <p14:tracePt t="3845" x="4524375" y="712788"/>
          <p14:tracePt t="3857" x="4549775" y="730250"/>
          <p14:tracePt t="3869" x="4592638" y="749300"/>
          <p14:tracePt t="3882" x="4624388" y="755650"/>
          <p14:tracePt t="3888" x="4660900" y="781050"/>
          <p14:tracePt t="3898" x="4699000" y="787400"/>
          <p14:tracePt t="3911" x="4829175" y="836613"/>
          <p14:tracePt t="3927" x="4895850" y="860425"/>
          <p14:tracePt t="3942" x="4964113" y="904875"/>
          <p14:tracePt t="3964" x="5045075" y="960438"/>
          <p14:tracePt t="3981" x="5064125" y="973138"/>
          <p14:tracePt t="3996" x="5083175" y="984250"/>
          <p14:tracePt t="4000" x="5106988" y="1003300"/>
          <p14:tracePt t="4010" x="5126038" y="1022350"/>
          <p14:tracePt t="4016" x="5145088" y="1028700"/>
          <p14:tracePt t="4020" x="5162550" y="1035050"/>
          <p14:tracePt t="4033" x="5168900" y="1052513"/>
          <p14:tracePt t="4044" x="5194300" y="1071563"/>
          <p14:tracePt t="4073" x="5200650" y="1084263"/>
          <p14:tracePt t="4080" x="5207000" y="1090613"/>
          <p14:tracePt t="4104" x="5224463" y="1109663"/>
          <p14:tracePt t="4111" x="5243513" y="1120775"/>
          <p14:tracePt t="4123" x="5249863" y="1133475"/>
          <p14:tracePt t="4137" x="5275263" y="1152525"/>
          <p14:tracePt t="4147" x="5292725" y="1158875"/>
          <p14:tracePt t="4158" x="5299075" y="1176338"/>
          <p14:tracePt t="4169" x="5324475" y="1189038"/>
          <p14:tracePt t="4179" x="5330825" y="1195388"/>
          <p14:tracePt t="4183" x="5337175" y="1208088"/>
          <p14:tracePt t="4194" x="5343525" y="1220788"/>
          <p14:tracePt t="4198" x="5349875" y="1227138"/>
          <p14:tracePt t="4210" x="5360988" y="1244600"/>
          <p14:tracePt t="4232" x="5373688" y="1263650"/>
          <p14:tracePt t="4246" x="5380038" y="1276350"/>
          <p14:tracePt t="4253" x="5386388" y="1276350"/>
          <p14:tracePt t="4261" x="5386388" y="1289050"/>
          <p14:tracePt t="4283" x="5386388" y="1295400"/>
          <p14:tracePt t="4293" x="5386388" y="1301750"/>
          <p14:tracePt t="4312" x="5392738" y="1306513"/>
          <p14:tracePt t="4327" x="5405438" y="1338263"/>
          <p14:tracePt t="4345" x="5411788" y="1368425"/>
          <p14:tracePt t="4352" x="5411788" y="1387475"/>
          <p14:tracePt t="4368" x="5411788" y="1430338"/>
          <p14:tracePt t="4380" x="5411788" y="1481138"/>
          <p14:tracePt t="4398" x="5411788" y="1524000"/>
          <p14:tracePt t="4413" x="5405438" y="1579563"/>
          <p14:tracePt t="4420" x="5399088" y="1585913"/>
          <p14:tracePt t="4432" x="5392738" y="1598613"/>
          <p14:tracePt t="4440" x="5386388" y="1617663"/>
          <p14:tracePt t="4450" x="5380038" y="1622425"/>
          <p14:tracePt t="4462" x="5367338" y="1647825"/>
          <p14:tracePt t="4479" x="5337175" y="1684338"/>
          <p14:tracePt t="4484" x="5318125" y="1697038"/>
          <p14:tracePt t="4494" x="5299075" y="1716088"/>
          <p14:tracePt t="4501" x="5268913" y="1735138"/>
          <p14:tracePt t="4510" x="5243513" y="1752600"/>
          <p14:tracePt t="4527" x="5162550" y="1797050"/>
          <p14:tracePt t="4542" x="5070475" y="1827213"/>
          <p14:tracePt t="4559" x="4927600" y="1871663"/>
          <p14:tracePt t="4579" x="4573588" y="1951038"/>
          <p14:tracePt t="4597" x="4202113" y="1995488"/>
          <p14:tracePt t="4612" x="3867150" y="2038350"/>
          <p14:tracePt t="4623" x="3719513" y="2051050"/>
          <p14:tracePt t="4638" x="3390900" y="2063750"/>
          <p14:tracePt t="4648" x="3209925" y="2063750"/>
          <p14:tracePt t="4662" x="2808288" y="2063750"/>
          <p14:tracePt t="4679" x="2479675" y="2063750"/>
          <p14:tracePt t="4695" x="2193925" y="2044700"/>
          <p14:tracePt t="4711" x="1927225" y="1989138"/>
          <p14:tracePt t="4718" x="1809750" y="1951038"/>
          <p14:tracePt t="4727" x="1685925" y="1908175"/>
          <p14:tracePt t="4737" x="1568450" y="1871663"/>
          <p14:tracePt t="4745" x="1481138" y="1833563"/>
          <p14:tracePt t="4757" x="1338263" y="1784350"/>
          <p14:tracePt t="4770" x="1276350" y="1758950"/>
          <p14:tracePt t="4778" x="1220788" y="1741488"/>
          <p14:tracePt t="4794" x="1158875" y="1709738"/>
          <p14:tracePt t="4799" x="1116013" y="1690688"/>
          <p14:tracePt t="4802" x="1090613" y="1679575"/>
          <p14:tracePt t="4811" x="1071563" y="1673225"/>
          <p14:tracePt t="4827" x="1066800" y="1666875"/>
          <p14:tracePt t="4843" x="1060450" y="1660525"/>
          <p14:tracePt t="4862" x="1060450" y="1647825"/>
          <p14:tracePt t="4878" x="1054100" y="1628775"/>
          <p14:tracePt t="4887" x="1041400" y="1622425"/>
          <p14:tracePt t="4895" x="1041400" y="1617663"/>
          <p14:tracePt t="4915" x="1028700" y="1585913"/>
          <p14:tracePt t="4928" x="1022350" y="1579563"/>
          <p14:tracePt t="4944" x="1004888" y="1555750"/>
          <p14:tracePt t="4962" x="992188" y="1543050"/>
          <p14:tracePt t="4967" x="979488" y="1524000"/>
          <p14:tracePt t="4977" x="960438" y="1517650"/>
          <p14:tracePt t="4983" x="954088" y="1511300"/>
          <p14:tracePt t="4998" x="947738" y="1511300"/>
          <p14:tracePt t="5003" x="941388" y="1511300"/>
          <p14:tracePt t="5012" x="930275" y="1504950"/>
          <p14:tracePt t="5028" x="917575" y="1504950"/>
          <p14:tracePt t="5035" x="898525" y="1504950"/>
          <p14:tracePt t="5043" x="885825" y="1504950"/>
          <p14:tracePt t="5048" x="862013" y="1504950"/>
          <p14:tracePt t="5061" x="806450" y="1504950"/>
          <p14:tracePt t="5079" x="762000" y="1504950"/>
          <p14:tracePt t="5093" x="731838" y="1504950"/>
          <p14:tracePt t="5108" x="712788" y="1504950"/>
          <p14:tracePt t="5120" x="700088" y="1504950"/>
          <p14:tracePt t="5133" x="693738" y="1504950"/>
          <p14:tracePt t="5146" x="687388" y="1504950"/>
          <p14:tracePt t="5238" x="681038" y="1504950"/>
          <p14:tracePt t="5250" x="676275" y="1504950"/>
          <p14:tracePt t="5270" x="663575" y="1504950"/>
          <p14:tracePt t="5287" x="657225" y="1504950"/>
          <p14:tracePt t="5303" x="650875" y="1504950"/>
          <p14:tracePt t="5318" x="644525" y="1498600"/>
          <p14:tracePt t="5337" x="644525" y="1474788"/>
          <p14:tracePt t="5343" x="638175" y="1449388"/>
          <p14:tracePt t="5349" x="638175" y="1436688"/>
          <p14:tracePt t="5371" x="625475" y="1400175"/>
          <p14:tracePt t="5376" x="625475" y="1374775"/>
          <p14:tracePt t="5383" x="625475" y="1350963"/>
          <p14:tracePt t="5399" x="608013" y="1306513"/>
          <p14:tracePt t="5410" x="601663" y="1276350"/>
          <p14:tracePt t="5432" x="595313" y="1244600"/>
          <p14:tracePt t="5449" x="595313" y="1233488"/>
          <p14:tracePt t="5455" x="595313" y="1227138"/>
          <p14:tracePt t="5467" x="595313" y="1220788"/>
          <p14:tracePt t="5487" x="588963" y="1214438"/>
          <p14:tracePt t="5507" x="588963" y="1208088"/>
          <p14:tracePt t="5524" x="588963" y="1195388"/>
          <p14:tracePt t="6927" x="582613" y="1195388"/>
          <p14:tracePt t="6943" x="569913" y="1195388"/>
          <p14:tracePt t="6961" x="563563" y="1195388"/>
          <p14:tracePt t="7000" x="563563" y="1208088"/>
          <p14:tracePt t="7008" x="563563" y="1233488"/>
          <p14:tracePt t="7020" x="582613" y="1325563"/>
          <p14:tracePt t="7038" x="595313" y="1492250"/>
          <p14:tracePt t="7045" x="595313" y="1611313"/>
          <p14:tracePt t="7058" x="595313" y="1690688"/>
          <p14:tracePt t="7068" x="595313" y="1778000"/>
          <p14:tracePt t="7073" x="595313" y="1846263"/>
          <p14:tracePt t="7084" x="595313" y="1895475"/>
          <p14:tracePt t="7093" x="588963" y="1938338"/>
          <p14:tracePt t="7110" x="582613" y="1957388"/>
          <p14:tracePt t="7127" x="582613" y="1970088"/>
          <p14:tracePt t="7388" x="582613" y="1957388"/>
          <p14:tracePt t="7399" x="582613" y="1944688"/>
          <p14:tracePt t="7407" x="582613" y="1927225"/>
          <p14:tracePt t="7430" x="582613" y="1876425"/>
          <p14:tracePt t="7442" x="582613" y="1865313"/>
          <p14:tracePt t="7454" x="582613" y="1833563"/>
          <p14:tracePt t="7467" x="582613" y="1803400"/>
          <p14:tracePt t="7477" x="582613" y="1790700"/>
          <p14:tracePt t="7493" x="582613" y="1746250"/>
          <p14:tracePt t="7501" x="563563" y="1673225"/>
          <p14:tracePt t="7510" x="563563" y="1635125"/>
          <p14:tracePt t="7527" x="546100" y="1543050"/>
          <p14:tracePt t="7530" x="533400" y="1474788"/>
          <p14:tracePt t="7544" x="533400" y="1425575"/>
          <p14:tracePt t="7559" x="520700" y="1344613"/>
          <p14:tracePt t="7565" x="514350" y="1306513"/>
          <p14:tracePt t="7582" x="501650" y="1220788"/>
          <p14:tracePt t="7595" x="495300" y="1176338"/>
          <p14:tracePt t="7608" x="495300" y="1171575"/>
          <p14:tracePt t="7621" x="495300" y="1158875"/>
          <p14:tracePt t="7628" x="495300" y="1152525"/>
          <p14:tracePt t="7646" x="495300" y="1146175"/>
          <p14:tracePt t="7872" x="501650" y="1146175"/>
          <p14:tracePt t="7897" x="550863" y="1171575"/>
          <p14:tracePt t="7908" x="569913" y="1189038"/>
          <p14:tracePt t="7918" x="601663" y="1214438"/>
          <p14:tracePt t="7931" x="619125" y="1227138"/>
          <p14:tracePt t="7943" x="638175" y="1233488"/>
          <p14:tracePt t="7947" x="644525" y="1238250"/>
          <p14:tracePt t="7956" x="657225" y="1244600"/>
          <p14:tracePt t="7973" x="663575" y="1244600"/>
          <p14:tracePt t="7981" x="663575" y="1250950"/>
          <p14:tracePt t="7994" x="669925" y="1250950"/>
          <p14:tracePt t="8012" x="693738" y="1270000"/>
          <p14:tracePt t="8027" x="700088" y="1276350"/>
          <p14:tracePt t="8040" x="706438" y="1282700"/>
          <p14:tracePt t="8051" x="712788" y="1282700"/>
          <p14:tracePt t="8085" x="712788" y="1289050"/>
          <p14:tracePt t="8639" x="719138" y="1289050"/>
          <p14:tracePt t="8652" x="731838" y="1289050"/>
          <p14:tracePt t="8665" x="749300" y="1289050"/>
          <p14:tracePt t="8691" x="762000" y="1289050"/>
          <p14:tracePt t="8914" x="762000" y="1282700"/>
          <p14:tracePt t="8926" x="762000" y="1276350"/>
          <p14:tracePt t="8942" x="749300" y="1250950"/>
          <p14:tracePt t="8950" x="744538" y="1233488"/>
          <p14:tracePt t="8957" x="725488" y="1214438"/>
          <p14:tracePt t="8977" x="676275" y="1152525"/>
          <p14:tracePt t="8984" x="669925" y="1127125"/>
          <p14:tracePt t="9001" x="644525" y="1090613"/>
          <p14:tracePt t="9011" x="638175" y="1071563"/>
          <p14:tracePt t="9386" x="631825" y="1071563"/>
          <p14:tracePt t="9404" x="631825" y="1058863"/>
          <p14:tracePt t="9441" x="631825" y="1065213"/>
          <p14:tracePt t="9448" x="631825" y="1084263"/>
          <p14:tracePt t="9465" x="631825" y="1171575"/>
          <p14:tracePt t="9471" x="631825" y="1227138"/>
          <p14:tracePt t="9488" x="631825" y="1344613"/>
          <p14:tracePt t="9498" x="631825" y="1393825"/>
          <p14:tracePt t="9508" x="619125" y="1511300"/>
          <p14:tracePt t="9518" x="619125" y="1579563"/>
          <p14:tracePt t="9531" x="619125" y="1598613"/>
          <p14:tracePt t="9539" x="619125" y="1611313"/>
          <p14:tracePt t="9545" x="619125" y="1622425"/>
          <p14:tracePt t="9759" x="619125" y="1611313"/>
          <p14:tracePt t="9774" x="619125" y="1604963"/>
          <p14:tracePt t="9784" x="619125" y="1592263"/>
          <p14:tracePt t="9797" x="619125" y="1560513"/>
          <p14:tracePt t="9822" x="619125" y="1524000"/>
          <p14:tracePt t="9827" x="625475" y="1511300"/>
          <p14:tracePt t="9837" x="625475" y="1504950"/>
          <p14:tracePt t="9844" x="638175" y="1492250"/>
          <p14:tracePt t="9861" x="644525" y="1481138"/>
          <p14:tracePt t="9880" x="650875" y="1468438"/>
          <p14:tracePt t="9897" x="650875" y="1449388"/>
          <p14:tracePt t="9913" x="657225" y="1449388"/>
          <p14:tracePt t="9918" x="657225" y="1443038"/>
          <p14:tracePt t="9941" x="657225" y="1436688"/>
          <p14:tracePt t="10226" x="663575" y="1430338"/>
          <p14:tracePt t="10242" x="663575" y="1425575"/>
          <p14:tracePt t="10258" x="676275" y="1412875"/>
          <p14:tracePt t="10268" x="676275" y="1406525"/>
          <p14:tracePt t="10278" x="681038" y="1393825"/>
          <p14:tracePt t="10294" x="693738" y="1393825"/>
          <p14:tracePt t="10303" x="693738" y="1387475"/>
          <p14:tracePt t="10578" x="693738" y="1381125"/>
          <p14:tracePt t="10597" x="706438" y="1368425"/>
          <p14:tracePt t="10608" x="712788" y="1368425"/>
          <p14:tracePt t="10654" x="719138" y="1368425"/>
          <p14:tracePt t="10669" x="725488" y="1368425"/>
          <p14:tracePt t="10681" x="755650" y="1368425"/>
          <p14:tracePt t="10697" x="823913" y="1368425"/>
          <p14:tracePt t="10701" x="885825" y="1381125"/>
          <p14:tracePt t="10711" x="954088" y="1393825"/>
          <p14:tracePt t="10720" x="1009650" y="1406525"/>
          <p14:tracePt t="10735" x="1295400" y="1443038"/>
          <p14:tracePt t="10751" x="1500188" y="1462088"/>
          <p14:tracePt t="10762" x="2119313" y="1492250"/>
          <p14:tracePt t="10784" x="2814638" y="1536700"/>
          <p14:tracePt t="10794" x="3124200" y="1555750"/>
          <p14:tracePt t="10812" x="4016375" y="1660525"/>
          <p14:tracePt t="10829" x="4438650" y="1722438"/>
          <p14:tracePt t="10845" x="4722813" y="1765300"/>
          <p14:tracePt t="10871" x="5057775" y="1839913"/>
          <p14:tracePt t="10881" x="5181600" y="1865313"/>
          <p14:tracePt t="10889" x="5299075" y="1895475"/>
          <p14:tracePt t="10896" x="5386388" y="1920875"/>
          <p14:tracePt t="10900" x="5522913" y="1957388"/>
          <p14:tracePt t="10918" x="5727700" y="2038350"/>
          <p14:tracePt t="10925" x="5832475" y="2087563"/>
          <p14:tracePt t="10940" x="6049963" y="2224088"/>
          <p14:tracePt t="10946" x="6124575" y="2273300"/>
          <p14:tracePt t="10956" x="6259513" y="2373313"/>
          <p14:tracePt t="10966" x="6384925" y="2465388"/>
          <p14:tracePt t="10984" x="6600825" y="2670175"/>
          <p14:tracePt t="10995" x="6786563" y="2830513"/>
          <p14:tracePt t="11012" x="6942138" y="2967038"/>
          <p14:tracePt t="11028" x="7053263" y="3103563"/>
          <p14:tracePt t="11045" x="7115175" y="3190875"/>
          <p14:tracePt t="11052" x="7121525" y="3197225"/>
          <p14:tracePt t="11064" x="7127875" y="3214688"/>
          <p14:tracePt t="11075" x="7134225" y="3227388"/>
          <p14:tracePt t="11107" x="7127875" y="3233738"/>
          <p14:tracePt t="11119" x="7108825" y="3246438"/>
          <p14:tracePt t="11133" x="7029450" y="3270250"/>
          <p14:tracePt t="11152" x="6967538" y="3308350"/>
          <p14:tracePt t="11167" x="6811963" y="3357563"/>
          <p14:tracePt t="11174" x="6724650" y="3395663"/>
          <p14:tracePt t="11181" x="6650038" y="3419475"/>
          <p14:tracePt t="11187" x="6551613" y="3444875"/>
          <p14:tracePt t="11197" x="6477000" y="3468688"/>
          <p14:tracePt t="11212" x="6291263" y="3494088"/>
          <p14:tracePt t="11229" x="6167438" y="3506788"/>
          <p14:tracePt t="11247" x="6049963" y="3506788"/>
          <p14:tracePt t="11257" x="5969000" y="3506788"/>
          <p14:tracePt t="11264" x="5900738" y="3506788"/>
          <p14:tracePt t="11270" x="5819775" y="3506788"/>
          <p14:tracePt t="11278" x="5721350" y="3506788"/>
          <p14:tracePt t="11287" x="5603875" y="3500438"/>
          <p14:tracePt t="11295" x="5497513" y="3487738"/>
          <p14:tracePt t="11299" x="5349875" y="3457575"/>
          <p14:tracePt t="11307" x="5213350" y="3432175"/>
          <p14:tracePt t="11318" x="5051425" y="3400425"/>
          <p14:tracePt t="11328" x="4884738" y="3363913"/>
          <p14:tracePt t="11332" x="4729163" y="3321050"/>
          <p14:tracePt t="11357" x="4338638" y="3214688"/>
          <p14:tracePt t="11362" x="4233863" y="3171825"/>
          <p14:tracePt t="11373" x="4165600" y="3135313"/>
          <p14:tracePt t="11384" x="4090988" y="3084513"/>
          <p14:tracePt t="11397" x="3997325" y="3011488"/>
          <p14:tracePt t="11415" x="3917950" y="2898775"/>
          <p14:tracePt t="11449" x="3824288" y="2595563"/>
          <p14:tracePt t="11455" x="3798888" y="2459038"/>
          <p14:tracePt t="11462" x="3781425" y="2328863"/>
          <p14:tracePt t="11469" x="3756025" y="2192338"/>
          <p14:tracePt t="11479" x="3743325" y="2074863"/>
          <p14:tracePt t="11484" x="3730625" y="1944688"/>
          <p14:tracePt t="11501" x="3719513" y="1728788"/>
          <p14:tracePt t="11511" x="3719513" y="1641475"/>
          <p14:tracePt t="11515" x="3719513" y="1579563"/>
          <p14:tracePt t="11532" x="3719513" y="1455738"/>
          <p14:tracePt t="11544" x="3743325" y="1400175"/>
          <p14:tracePt t="11561" x="3798888" y="1301750"/>
          <p14:tracePt t="11567" x="3830638" y="1257300"/>
          <p14:tracePt t="11580" x="3948113" y="1189038"/>
          <p14:tracePt t="11595" x="4140200" y="1114425"/>
          <p14:tracePt t="11603" x="4257675" y="1071563"/>
          <p14:tracePt t="11614" x="4394200" y="1047750"/>
          <p14:tracePt t="11635" x="4803775" y="984250"/>
          <p14:tracePt t="11643" x="5026025" y="954088"/>
          <p14:tracePt t="11651" x="5305425" y="935038"/>
          <p14:tracePt t="11662" x="5584825" y="917575"/>
          <p14:tracePt t="11671" x="5851525" y="917575"/>
          <p14:tracePt t="11678" x="6129338" y="928688"/>
          <p14:tracePt t="11695" x="6731000" y="1077913"/>
          <p14:tracePt t="11713" x="7300913" y="1325563"/>
          <p14:tracePt t="11717" x="7567613" y="1474788"/>
          <p14:tracePt t="11732" x="8064500" y="1790700"/>
          <p14:tracePt t="11741" x="8305800" y="1957388"/>
          <p14:tracePt t="11748" x="8516938" y="2112963"/>
          <p14:tracePt t="11759" x="8664575" y="2249488"/>
          <p14:tracePt t="11767" x="8777288" y="2360613"/>
          <p14:tracePt t="11779" x="8956675" y="2638425"/>
          <p14:tracePt t="11794" x="9012238" y="2757488"/>
          <p14:tracePt t="11813" x="9086850" y="3035300"/>
          <p14:tracePt t="11830" x="9112250" y="3203575"/>
          <p14:tracePt t="11837" x="9112250" y="3270250"/>
          <p14:tracePt t="11851" x="9112250" y="3357563"/>
          <p14:tracePt t="11861" x="9112250" y="3438525"/>
          <p14:tracePt t="11880" x="9037638" y="3556000"/>
          <p14:tracePt t="11896" x="8950325" y="3630613"/>
          <p14:tracePt t="11899" x="8918575" y="3649663"/>
          <p14:tracePt t="11918" x="8851900" y="3711575"/>
          <p14:tracePt t="11926" x="8794750" y="3748088"/>
          <p14:tracePt t="11934" x="8721725" y="3797300"/>
          <p14:tracePt t="11943" x="8658225" y="3829050"/>
          <p14:tracePt t="11953" x="8621713" y="3841750"/>
          <p14:tracePt t="11960" x="8596313" y="3846513"/>
          <p14:tracePt t="11965" x="8528050" y="3884613"/>
          <p14:tracePt t="11970" x="8442325" y="3908425"/>
          <p14:tracePt t="11980" x="8367713" y="3927475"/>
          <p14:tracePt t="11997" x="8162925" y="3983038"/>
          <p14:tracePt t="12012" x="7927975" y="4021138"/>
          <p14:tracePt t="12035" x="7661275" y="4044950"/>
          <p14:tracePt t="12042" x="7561263" y="4044950"/>
          <p14:tracePt t="12047" x="7443788" y="4044950"/>
          <p14:tracePt t="12055" x="7332663" y="4044950"/>
          <p14:tracePt t="12062" x="7232650" y="4044950"/>
          <p14:tracePt t="12070" x="7115175" y="4044950"/>
          <p14:tracePt t="12078" x="6997700" y="4044950"/>
          <p14:tracePt t="12083" x="6899275" y="4038600"/>
          <p14:tracePt t="12092" x="6799263" y="4014788"/>
          <p14:tracePt t="12100" x="6711950" y="4002088"/>
          <p14:tracePt t="12111" x="6626225" y="3989388"/>
          <p14:tracePt t="12130" x="6396038" y="3927475"/>
          <p14:tracePt t="12147" x="6327775" y="3903663"/>
          <p14:tracePt t="12156" x="6254750" y="3884613"/>
          <p14:tracePt t="12161" x="6197600" y="3846513"/>
          <p14:tracePt t="12168" x="6167438" y="3829050"/>
          <p14:tracePt t="12185" x="6129338" y="3773488"/>
          <p14:tracePt t="12197" x="6111875" y="3711575"/>
          <p14:tracePt t="12203" x="6105525" y="3679825"/>
          <p14:tracePt t="12210" x="6092825" y="3643313"/>
          <p14:tracePt t="12231" x="6073775" y="3536950"/>
          <p14:tracePt t="12248" x="6056313" y="3457575"/>
          <p14:tracePt t="12261" x="6043613" y="3351213"/>
          <p14:tracePt t="12279" x="6043613" y="3265488"/>
          <p14:tracePt t="12284" x="6043613" y="3227388"/>
          <p14:tracePt t="12296" x="6043613" y="3221038"/>
          <p14:tracePt t="12306" x="6043613" y="3178175"/>
          <p14:tracePt t="12316" x="6062663" y="3135313"/>
          <p14:tracePt t="12324" x="6142038" y="3035300"/>
          <p14:tracePt t="12331" x="6223000" y="2973388"/>
          <p14:tracePt t="12344" x="6297613" y="2905125"/>
          <p14:tracePt t="12349" x="6353175" y="2874963"/>
          <p14:tracePt t="12360" x="6396038" y="2849563"/>
          <p14:tracePt t="12372" x="6588125" y="2774950"/>
          <p14:tracePt t="12388" x="6707188" y="2751138"/>
          <p14:tracePt t="12393" x="6842125" y="2706688"/>
          <p14:tracePt t="12398" x="7010400" y="2663825"/>
          <p14:tracePt t="12412" x="7289800" y="2638425"/>
          <p14:tracePt t="12425" x="7394575" y="2627313"/>
          <p14:tracePt t="12438" x="7573963" y="2627313"/>
          <p14:tracePt t="12447" x="7661275" y="2633663"/>
          <p14:tracePt t="12462" x="7815263" y="2670175"/>
          <p14:tracePt t="12481" x="7945438" y="2725738"/>
          <p14:tracePt t="12487" x="8002588" y="2762250"/>
          <p14:tracePt t="12496" x="8051800" y="2806700"/>
          <p14:tracePt t="12507" x="8139113" y="2887663"/>
          <p14:tracePt t="12516" x="8175625" y="2943225"/>
          <p14:tracePt t="12534" x="8212138" y="3011488"/>
          <p14:tracePt t="12544" x="8243888" y="3054350"/>
          <p14:tracePt t="12548" x="8269288" y="3109913"/>
          <p14:tracePt t="12562" x="8305800" y="3165475"/>
          <p14:tracePt t="12578" x="8335963" y="3208338"/>
          <p14:tracePt t="12580" x="8355013" y="3233738"/>
          <p14:tracePt t="12597" x="8380413" y="3276600"/>
          <p14:tracePt t="12618" x="8386763" y="3295650"/>
          <p14:tracePt t="12630" x="8386763" y="3302000"/>
          <p14:tracePt t="12694" x="8374063" y="3308350"/>
          <p14:tracePt t="12704" x="8331200" y="3327400"/>
          <p14:tracePt t="12713" x="8312150" y="3344863"/>
          <p14:tracePt t="12732" x="8194675" y="3382963"/>
          <p14:tracePt t="12738" x="8156575" y="3395663"/>
          <p14:tracePt t="12749" x="8088313" y="3406775"/>
          <p14:tracePt t="12764" x="7983538" y="3425825"/>
          <p14:tracePt t="12772" x="7927975" y="3438525"/>
          <p14:tracePt t="12781" x="7859713" y="3438525"/>
          <p14:tracePt t="12796" x="7753350" y="3457575"/>
          <p14:tracePt t="12811" x="7723188" y="3468688"/>
          <p14:tracePt t="12829" x="7635875" y="3487738"/>
          <p14:tracePt t="12846" x="7599363" y="3487738"/>
          <p14:tracePt t="12854" x="7567613" y="3494088"/>
          <p14:tracePt t="12868" x="7550150" y="3494088"/>
          <p14:tracePt t="12879" x="7488238" y="3513138"/>
          <p14:tracePt t="12898" x="7394575" y="3524250"/>
          <p14:tracePt t="12912" x="7326313" y="3536950"/>
          <p14:tracePt t="12918" x="7300913" y="3543300"/>
          <p14:tracePt t="12931" x="7121525" y="3568700"/>
          <p14:tracePt t="12942" x="7004050" y="3581400"/>
          <p14:tracePt t="12947" x="6916738" y="3592513"/>
          <p14:tracePt t="12959" x="6799263" y="3605213"/>
          <p14:tracePt t="12962" x="6688138" y="3605213"/>
          <p14:tracePt t="12974" x="6588125" y="3605213"/>
          <p14:tracePt t="12980" x="6519863" y="3605213"/>
          <p14:tracePt t="12997" x="6464300" y="3592513"/>
          <p14:tracePt t="13013" x="6421438" y="3587750"/>
          <p14:tracePt t="13029" x="6396038" y="3575050"/>
          <p14:tracePt t="13046" x="6384925" y="3562350"/>
          <p14:tracePt t="13052" x="6378575" y="3562350"/>
          <p14:tracePt t="13062" x="6372225" y="3556000"/>
          <p14:tracePt t="13069" x="6365875" y="3549650"/>
          <p14:tracePt t="13086" x="6340475" y="3543300"/>
          <p14:tracePt t="13101" x="6316663" y="3513138"/>
          <p14:tracePt t="13112" x="6303963" y="3487738"/>
          <p14:tracePt t="13130" x="6278563" y="3451225"/>
          <p14:tracePt t="13134" x="6272213" y="3438525"/>
          <p14:tracePt t="13145" x="6259513" y="3419475"/>
          <p14:tracePt t="13149" x="6254750" y="3389313"/>
          <p14:tracePt t="13154" x="6254750" y="3376613"/>
          <p14:tracePt t="13165" x="6248400" y="3344863"/>
          <p14:tracePt t="13177" x="6248400" y="3321050"/>
          <p14:tracePt t="13182" x="6248400" y="3295650"/>
          <p14:tracePt t="13200" x="6259513" y="3227388"/>
          <p14:tracePt t="13213" x="6340475" y="3109913"/>
          <p14:tracePt t="13219" x="6372225" y="3084513"/>
          <p14:tracePt t="13230" x="6415088" y="3060700"/>
          <p14:tracePt t="13246" x="6557963" y="3016250"/>
          <p14:tracePt t="13263" x="6724650" y="2992438"/>
          <p14:tracePt t="13272" x="6824663" y="2992438"/>
          <p14:tracePt t="13278" x="6923088" y="2992438"/>
          <p14:tracePt t="13288" x="6991350" y="2992438"/>
          <p14:tracePt t="13294" x="7091363" y="2992438"/>
          <p14:tracePt t="13299" x="7196138" y="2998788"/>
          <p14:tracePt t="13312" x="7296150" y="3011488"/>
          <p14:tracePt t="13330" x="7573963" y="3097213"/>
          <p14:tracePt t="13348" x="7766050" y="3165475"/>
          <p14:tracePt t="13357" x="7866063" y="3203575"/>
          <p14:tracePt t="13363" x="7940675" y="3227388"/>
          <p14:tracePt t="13374" x="8013700" y="3265488"/>
          <p14:tracePt t="13380" x="8101013" y="3314700"/>
          <p14:tracePt t="13390" x="8175625" y="3351213"/>
          <p14:tracePt t="13396" x="8231188" y="3382963"/>
          <p14:tracePt t="13411" x="8293100" y="3419475"/>
          <p14:tracePt t="13419" x="8355013" y="3481388"/>
          <p14:tracePt t="13438" x="8380413" y="3524250"/>
          <p14:tracePt t="13449" x="8393113" y="3543300"/>
          <p14:tracePt t="13452" x="8393113" y="3568700"/>
          <p14:tracePt t="13461" x="8393113" y="3592513"/>
          <p14:tracePt t="13479" x="8386763" y="3636963"/>
          <p14:tracePt t="13483" x="8367713" y="3667125"/>
          <p14:tracePt t="13496" x="8348663" y="3692525"/>
          <p14:tracePt t="13502" x="8324850" y="3711575"/>
          <p14:tracePt t="13509" x="8269288" y="3754438"/>
          <p14:tracePt t="13516" x="8224838" y="3784600"/>
          <p14:tracePt t="13522" x="8181975" y="3810000"/>
          <p14:tracePt t="13535" x="8126413" y="3841750"/>
          <p14:tracePt t="13545" x="8051800" y="3890963"/>
          <p14:tracePt t="13549" x="7996238" y="3914775"/>
          <p14:tracePt t="13554" x="7951788" y="3933825"/>
          <p14:tracePt t="13566" x="7896225" y="3959225"/>
          <p14:tracePt t="13579" x="7821613" y="3989388"/>
          <p14:tracePt t="13589" x="7766050" y="3995738"/>
          <p14:tracePt t="13595" x="7710488" y="4008438"/>
          <p14:tracePt t="13607" x="7661275" y="4021138"/>
          <p14:tracePt t="13620" x="7550150" y="4038600"/>
          <p14:tracePt t="13639" x="7443788" y="4064000"/>
          <p14:tracePt t="13649" x="7419975" y="4064000"/>
          <p14:tracePt t="13653" x="7381875" y="4064000"/>
          <p14:tracePt t="13662" x="7313613" y="4070350"/>
          <p14:tracePt t="13680" x="7196138" y="4083050"/>
          <p14:tracePt t="13683" x="7127875" y="4083050"/>
          <p14:tracePt t="13695" x="7040563" y="4095750"/>
          <p14:tracePt t="13712" x="6991350" y="4095750"/>
          <p14:tracePt t="13715" x="6967538" y="4095750"/>
          <p14:tracePt t="13728" x="6961188" y="4095750"/>
          <p14:tracePt t="13732" x="6942138" y="4095750"/>
          <p14:tracePt t="13741" x="6935788" y="4095750"/>
          <p14:tracePt t="13764" x="6929438" y="4095750"/>
          <p14:tracePt t="13823" x="6910388" y="4095750"/>
          <p14:tracePt t="13838" x="6880225" y="4089400"/>
          <p14:tracePt t="13853" x="6837363" y="4070350"/>
          <p14:tracePt t="13862" x="6799263" y="4064000"/>
          <p14:tracePt t="13881" x="6743700" y="4044950"/>
          <p14:tracePt t="13885" x="6718300" y="4032250"/>
          <p14:tracePt t="13901" x="6681788" y="4014788"/>
          <p14:tracePt t="13916" x="6669088" y="4008438"/>
          <p14:tracePt t="13929" x="6662738" y="4008438"/>
          <p14:tracePt t="13947" x="6662738" y="4002088"/>
          <p14:tracePt t="13976" x="6656388" y="3995738"/>
          <p14:tracePt t="13987" x="6650038" y="3970338"/>
          <p14:tracePt t="13996" x="6632575" y="3959225"/>
          <p14:tracePt t="14012" x="6626225" y="3933825"/>
          <p14:tracePt t="14020" x="6619875" y="3927475"/>
          <p14:tracePt t="14037" x="6594475" y="3903663"/>
          <p14:tracePt t="14044" x="6577013" y="3890963"/>
          <p14:tracePt t="14054" x="6557963" y="3878263"/>
          <p14:tracePt t="14062" x="6538913" y="3859213"/>
          <p14:tracePt t="14079" x="6526213" y="3835400"/>
          <p14:tracePt t="14083" x="6515100" y="3816350"/>
          <p14:tracePt t="14098" x="6508750" y="3803650"/>
          <p14:tracePt t="14104" x="6502400" y="3797300"/>
          <p14:tracePt t="14113" x="6496050" y="3778250"/>
          <p14:tracePt t="14118" x="6496050" y="3760788"/>
          <p14:tracePt t="14133" x="6489700" y="3748088"/>
          <p14:tracePt t="14150" x="6477000" y="3722688"/>
          <p14:tracePt t="14162" x="6470650" y="3711575"/>
          <p14:tracePt t="14165" x="6470650" y="3692525"/>
          <p14:tracePt t="14180" x="6464300" y="3673475"/>
          <p14:tracePt t="14197" x="6464300" y="3654425"/>
          <p14:tracePt t="14213" x="6453188" y="3624263"/>
          <p14:tracePt t="14236" x="6453188" y="3581400"/>
          <p14:tracePt t="14247" x="6453188" y="3575050"/>
          <p14:tracePt t="14260" x="6453188" y="3556000"/>
          <p14:tracePt t="14272" x="6453188" y="3524250"/>
          <p14:tracePt t="14276" x="6470650" y="3506788"/>
          <p14:tracePt t="14285" x="6477000" y="3487738"/>
          <p14:tracePt t="14296" x="6496050" y="3481388"/>
          <p14:tracePt t="14315" x="6538913" y="3462338"/>
          <p14:tracePt t="14331" x="6619875" y="3444875"/>
          <p14:tracePt t="14347" x="6645275" y="3444875"/>
          <p14:tracePt t="14351" x="6662738" y="3444875"/>
          <p14:tracePt t="14354" x="6688138" y="3451225"/>
          <p14:tracePt t="14363" x="6718300" y="3457575"/>
          <p14:tracePt t="14375" x="6756400" y="3475038"/>
          <p14:tracePt t="14381" x="6811963" y="3500438"/>
          <p14:tracePt t="14391" x="6867525" y="3513138"/>
          <p14:tracePt t="14398" x="6905625" y="3530600"/>
          <p14:tracePt t="14402" x="6961188" y="3556000"/>
          <p14:tracePt t="14412" x="7016750" y="3575050"/>
          <p14:tracePt t="14430" x="7196138" y="3624263"/>
          <p14:tracePt t="14448" x="7362825" y="3649663"/>
          <p14:tracePt t="14454" x="7431088" y="3660775"/>
          <p14:tracePt t="14461" x="7505700" y="3673475"/>
          <p14:tracePt t="14469" x="7554913" y="3673475"/>
          <p14:tracePt t="14486" x="7605713" y="3673475"/>
          <p14:tracePt t="14497" x="7623175" y="3673475"/>
          <p14:tracePt t="14501" x="7635875" y="3673475"/>
          <p14:tracePt t="14515" x="7648575" y="3673475"/>
          <p14:tracePt t="14569" x="7642225" y="3673475"/>
          <p14:tracePt t="14583" x="7612063" y="3673475"/>
          <p14:tracePt t="14589" x="7561263" y="3673475"/>
          <p14:tracePt t="14596" x="7499350" y="3673475"/>
          <p14:tracePt t="14608" x="7431088" y="3673475"/>
          <p14:tracePt t="14620" x="7345363" y="3673475"/>
          <p14:tracePt t="14632" x="7296150" y="3673475"/>
          <p14:tracePt t="14637" x="7208838" y="3673475"/>
          <p14:tracePt t="14654" x="7053263" y="3660775"/>
          <p14:tracePt t="14660" x="6985000" y="3649663"/>
          <p14:tracePt t="14667" x="6935788" y="3649663"/>
          <p14:tracePt t="14676" x="6867525" y="3636963"/>
          <p14:tracePt t="14684" x="6799263" y="3624263"/>
          <p14:tracePt t="14695" x="6743700" y="3611563"/>
          <p14:tracePt t="14700" x="6700838" y="3592513"/>
          <p14:tracePt t="14712" x="6688138" y="3587750"/>
          <p14:tracePt t="14717" x="6656388" y="3568700"/>
          <p14:tracePt t="14723" x="6650038" y="3562350"/>
          <p14:tracePt t="14740" x="6645275" y="3562350"/>
          <p14:tracePt t="14748" x="6645275" y="3556000"/>
          <p14:tracePt t="14765" x="6638925" y="3543300"/>
          <p14:tracePt t="14788" x="6638925" y="3536950"/>
          <p14:tracePt t="14813" x="6638925" y="3530600"/>
          <p14:tracePt t="14828" x="6638925" y="3524250"/>
          <p14:tracePt t="14846" x="6645275" y="3506788"/>
          <p14:tracePt t="14855" x="6669088" y="3500438"/>
          <p14:tracePt t="14862" x="6700838" y="3500438"/>
          <p14:tracePt t="14873" x="6750050" y="3487738"/>
          <p14:tracePt t="14880" x="6786563" y="3487738"/>
          <p14:tracePt t="14884" x="6824663" y="3487738"/>
          <p14:tracePt t="14893" x="6899275" y="3487738"/>
          <p14:tracePt t="14902" x="7016750" y="3487738"/>
          <p14:tracePt t="14913" x="7146925" y="3487738"/>
          <p14:tracePt t="14917" x="7264400" y="3487738"/>
          <p14:tracePt t="14925" x="7413625" y="3487738"/>
          <p14:tracePt t="14934" x="7543800" y="3487738"/>
          <p14:tracePt t="14948" x="7872413" y="3487738"/>
          <p14:tracePt t="14954" x="8032750" y="3487738"/>
          <p14:tracePt t="14963" x="8212138" y="3487738"/>
          <p14:tracePt t="14981" x="8528050" y="3513138"/>
          <p14:tracePt t="14997" x="8777288" y="3513138"/>
          <p14:tracePt t="15014" x="8913813" y="3524250"/>
          <p14:tracePt t="15020" x="8937625" y="3524250"/>
          <p14:tracePt t="15030" x="8986838" y="3524250"/>
          <p14:tracePt t="15046" x="9086850" y="3524250"/>
          <p14:tracePt t="15063" x="9142413" y="3524250"/>
          <p14:tracePt t="15076" x="9191625" y="3524250"/>
          <p14:tracePt t="15090" x="9217025" y="3530600"/>
          <p14:tracePt t="15099" x="9236075" y="3530600"/>
          <p14:tracePt t="15115" x="9240838" y="3530600"/>
          <p14:tracePt t="15284" x="9229725" y="3549650"/>
          <p14:tracePt t="15293" x="9191625" y="3568700"/>
          <p14:tracePt t="15304" x="9148763" y="3587750"/>
          <p14:tracePt t="15312" x="9123363" y="3598863"/>
          <p14:tracePt t="15317" x="9061450" y="3605213"/>
          <p14:tracePt t="15329" x="8937625" y="3636963"/>
          <p14:tracePt t="15337" x="8839200" y="3649663"/>
          <p14:tracePt t="15346" x="8540750" y="3660775"/>
          <p14:tracePt t="15363" x="8107363" y="3660775"/>
          <p14:tracePt t="15383" x="7759700" y="3660775"/>
          <p14:tracePt t="15391" x="7580313" y="3660775"/>
          <p14:tracePt t="15396" x="7419975" y="3660775"/>
          <p14:tracePt t="15408" x="7283450" y="3660775"/>
          <p14:tracePt t="15416" x="7134225" y="3660775"/>
          <p14:tracePt t="15434" x="6935788" y="3654425"/>
          <p14:tracePt t="15438" x="6923088" y="3654425"/>
          <p14:tracePt t="15452" x="6899275" y="3654425"/>
          <p14:tracePt t="15667" x="6923088" y="3643313"/>
          <p14:tracePt t="15675" x="6948488" y="3643313"/>
          <p14:tracePt t="15683" x="6978650" y="3643313"/>
          <p14:tracePt t="15697" x="7029450" y="3643313"/>
          <p14:tracePt t="15701" x="7140575" y="3643313"/>
          <p14:tracePt t="15712" x="7258050" y="3649663"/>
          <p14:tracePt t="15716" x="7424738" y="3649663"/>
          <p14:tracePt t="15728" x="7573963" y="3649663"/>
          <p14:tracePt t="15731" x="7821613" y="3649663"/>
          <p14:tracePt t="15746" x="8094663" y="3649663"/>
          <p14:tracePt t="15749" x="8361363" y="3649663"/>
          <p14:tracePt t="15763" x="8839200" y="3649663"/>
          <p14:tracePt t="15779" x="9291638" y="3649663"/>
          <p14:tracePt t="15796" x="9539288" y="3649663"/>
          <p14:tracePt t="15812" x="9637713" y="3649663"/>
          <p14:tracePt t="15829" x="9644063" y="3649663"/>
          <p14:tracePt t="15916" x="9637713" y="3649663"/>
          <p14:tracePt t="15931" x="9631363" y="3649663"/>
          <p14:tracePt t="15939" x="9620250" y="3660775"/>
          <p14:tracePt t="15946" x="9613900" y="3660775"/>
          <p14:tracePt t="15963" x="9575800" y="3667125"/>
          <p14:tracePt t="15979" x="9532938" y="3673475"/>
          <p14:tracePt t="15996" x="9428163" y="3686175"/>
          <p14:tracePt t="16012" x="9328150" y="3686175"/>
          <p14:tracePt t="16029" x="9236075" y="3698875"/>
          <p14:tracePt t="16045" x="9117013" y="3711575"/>
          <p14:tracePt t="16053" x="8999538" y="3722688"/>
          <p14:tracePt t="16061" x="8869363" y="3722688"/>
          <p14:tracePt t="16079" x="8634413" y="3722688"/>
          <p14:tracePt t="16082" x="8504238" y="3722688"/>
          <p14:tracePt t="16095" x="8324850" y="3722688"/>
          <p14:tracePt t="16098" x="8175625" y="3722688"/>
          <p14:tracePt t="16113" x="8026400" y="3722688"/>
          <p14:tracePt t="16130" x="7567613" y="3722688"/>
          <p14:tracePt t="16147" x="7239000" y="3722688"/>
          <p14:tracePt t="16163" x="7108825" y="3722688"/>
          <p14:tracePt t="16166" x="7010400" y="3716338"/>
          <p14:tracePt t="16180" x="6942138" y="3686175"/>
          <p14:tracePt t="16197" x="6916738" y="3673475"/>
          <p14:tracePt t="16212" x="6905625" y="3660775"/>
          <p14:tracePt t="16229" x="6899275" y="3649663"/>
          <p14:tracePt t="16246" x="6892925" y="3643313"/>
          <p14:tracePt t="16403" x="6905625" y="3643313"/>
          <p14:tracePt t="16411" x="6935788" y="3636963"/>
          <p14:tracePt t="16419" x="6948488" y="3636963"/>
          <p14:tracePt t="16432" x="6978650" y="3624263"/>
          <p14:tracePt t="16436" x="7004050" y="3624263"/>
          <p14:tracePt t="16446" x="7029450" y="3617913"/>
          <p14:tracePt t="16462" x="7085013" y="3617913"/>
          <p14:tracePt t="16480" x="7146925" y="3617913"/>
          <p14:tracePt t="16486" x="7170738" y="3617913"/>
          <p14:tracePt t="16491" x="7202488" y="3617913"/>
          <p14:tracePt t="16502" x="7227888" y="3617913"/>
          <p14:tracePt t="16513" x="7232650" y="3617913"/>
          <p14:tracePt t="16517" x="7251700" y="3617913"/>
          <p14:tracePt t="16525" x="7258050" y="3617913"/>
          <p14:tracePt t="16530" x="7270750" y="3617913"/>
          <p14:tracePt t="16540" x="7300913" y="3624263"/>
          <p14:tracePt t="16546" x="7351713" y="3624263"/>
          <p14:tracePt t="16564" x="7413625" y="3636963"/>
          <p14:tracePt t="16571" x="7450138" y="3636963"/>
          <p14:tracePt t="16578" x="7499350" y="3636963"/>
          <p14:tracePt t="16588" x="7550150" y="3636963"/>
          <p14:tracePt t="16598" x="7618413" y="3636963"/>
          <p14:tracePt t="16606" x="7654925" y="3636963"/>
          <p14:tracePt t="16613" x="7704138" y="3636963"/>
          <p14:tracePt t="16622" x="7772400" y="3636963"/>
          <p14:tracePt t="16630" x="7872413" y="3636963"/>
          <p14:tracePt t="16646" x="8058150" y="3630613"/>
          <p14:tracePt t="16662" x="8318500" y="3630613"/>
          <p14:tracePt t="16680" x="8596313" y="3617913"/>
          <p14:tracePt t="16687" x="8732838" y="3617913"/>
          <p14:tracePt t="16702" x="9043988" y="3598863"/>
          <p14:tracePt t="16706" x="9191625" y="3598863"/>
          <p14:tracePt t="16714" x="9321800" y="3598863"/>
          <p14:tracePt t="16731" x="9507538" y="3587750"/>
          <p14:tracePt t="16747" x="9620250" y="3575050"/>
          <p14:tracePt t="16766" x="9644063" y="3568700"/>
          <p14:tracePt t="16867" x="9644063" y="3562350"/>
          <p14:tracePt t="16972" x="9620250" y="3581400"/>
          <p14:tracePt t="16980" x="9601200" y="3587750"/>
          <p14:tracePt t="16987" x="9551988" y="3598863"/>
          <p14:tracePt t="17013" x="9309100" y="3630613"/>
          <p14:tracePt t="17031" x="8993188" y="3660775"/>
          <p14:tracePt t="17036" x="8788400" y="3673475"/>
          <p14:tracePt t="17046" x="8547100" y="3692525"/>
          <p14:tracePt t="17063" x="7872413" y="3692525"/>
          <p14:tracePt t="17066" x="7599363" y="3692525"/>
          <p14:tracePt t="17079" x="7326313" y="3692525"/>
          <p14:tracePt t="17082" x="7053263" y="3692525"/>
          <p14:tracePt t="17096" x="6848475" y="3692525"/>
          <p14:tracePt t="17100" x="6669088" y="3692525"/>
          <p14:tracePt t="17112" x="6538913" y="3686175"/>
          <p14:tracePt t="17116" x="6421438" y="3673475"/>
          <p14:tracePt t="17136" x="6323013" y="3649663"/>
          <p14:tracePt t="17141" x="6310313" y="3649663"/>
          <p14:tracePt t="17155" x="6310313" y="3643313"/>
          <p14:tracePt t="17503" x="6316663" y="3643313"/>
          <p14:tracePt t="17517" x="6353175" y="3643313"/>
          <p14:tracePt t="17523" x="6496050" y="3643313"/>
          <p14:tracePt t="17531" x="6626225" y="3643313"/>
          <p14:tracePt t="17548" x="6861175" y="3643313"/>
          <p14:tracePt t="17563" x="7091363" y="3643313"/>
          <p14:tracePt t="17579" x="7258050" y="3643313"/>
          <p14:tracePt t="17597" x="7375525" y="3643313"/>
          <p14:tracePt t="17613" x="7493000" y="3643313"/>
          <p14:tracePt t="17630" x="7618413" y="3630613"/>
          <p14:tracePt t="17647" x="7723188" y="3611563"/>
          <p14:tracePt t="17652" x="7778750" y="3598863"/>
          <p14:tracePt t="17663" x="7827963" y="3587750"/>
          <p14:tracePt t="17681" x="7951788" y="3575050"/>
          <p14:tracePt t="17684" x="8002588" y="3575050"/>
          <p14:tracePt t="17697" x="8026400" y="3575050"/>
          <p14:tracePt t="17700" x="8045450" y="3575050"/>
          <p14:tracePt t="17714" x="8075613" y="3575050"/>
          <p14:tracePt t="17730" x="8101013" y="3581400"/>
          <p14:tracePt t="17747" x="8132763" y="3587750"/>
          <p14:tracePt t="17763" x="8162925" y="3587750"/>
          <p14:tracePt t="17779" x="8224838" y="3587750"/>
          <p14:tracePt t="17796" x="8280400" y="3587750"/>
          <p14:tracePt t="17812" x="8318500" y="3587750"/>
          <p14:tracePt t="17829" x="8380413" y="3587750"/>
          <p14:tracePt t="17847" x="8442325" y="3581400"/>
          <p14:tracePt t="17851" x="8478838" y="3581400"/>
          <p14:tracePt t="17864" x="8516938" y="3581400"/>
          <p14:tracePt t="17867" x="8566150" y="3581400"/>
          <p14:tracePt t="17881" x="8634413" y="3581400"/>
          <p14:tracePt t="17884" x="8670925" y="3581400"/>
          <p14:tracePt t="17897" x="8721725" y="3581400"/>
          <p14:tracePt t="17901" x="8745538" y="3581400"/>
          <p14:tracePt t="17913" x="8764588" y="3581400"/>
          <p14:tracePt t="17916" x="8770938" y="3581400"/>
          <p14:tracePt t="17930" x="8777288" y="3581400"/>
          <p14:tracePt t="18029" x="8783638" y="3581400"/>
          <p14:tracePt t="18044" x="8801100" y="3581400"/>
          <p14:tracePt t="18052" x="8851900" y="3581400"/>
          <p14:tracePt t="18061" x="8875713" y="3581400"/>
          <p14:tracePt t="18071" x="8913813" y="3581400"/>
          <p14:tracePt t="18083" x="9018588" y="3575050"/>
          <p14:tracePt t="18094" x="9043988" y="3575050"/>
          <p14:tracePt t="18104" x="9093200" y="3575050"/>
          <p14:tracePt t="18113" x="9142413" y="3575050"/>
          <p14:tracePt t="18131" x="9217025" y="3575050"/>
          <p14:tracePt t="18150" x="9278938" y="3575050"/>
          <p14:tracePt t="18279" x="9259888" y="3575050"/>
          <p14:tracePt t="18288" x="9236075" y="3592513"/>
          <p14:tracePt t="18299" x="9174163" y="3605213"/>
          <p14:tracePt t="18305" x="9142413" y="3605213"/>
          <p14:tracePt t="18319" x="8993188" y="3617913"/>
          <p14:tracePt t="18327" x="8894763" y="3630613"/>
          <p14:tracePt t="18334" x="8726488" y="3630613"/>
          <p14:tracePt t="18351" x="8274050" y="3660775"/>
          <p14:tracePt t="18355" x="8039100" y="3660775"/>
          <p14:tracePt t="18364" x="7804150" y="3660775"/>
          <p14:tracePt t="18373" x="7561263" y="3660775"/>
          <p14:tracePt t="18381" x="7400925" y="3660775"/>
          <p14:tracePt t="18399" x="7035800" y="3660775"/>
          <p14:tracePt t="18402" x="6854825" y="3660775"/>
          <p14:tracePt t="18415" x="6707188" y="3660775"/>
          <p14:tracePt t="18421" x="6577013" y="3660775"/>
          <p14:tracePt t="18431" x="6457950" y="3660775"/>
          <p14:tracePt t="18439" x="6434138" y="3660775"/>
          <p14:tracePt t="18443" x="6384925" y="3654425"/>
          <p14:tracePt t="18452" x="6378575" y="3649663"/>
          <p14:tracePt t="18463" x="6365875" y="3649663"/>
          <p14:tracePt t="18480" x="6359525" y="3649663"/>
          <p14:tracePt t="18498" x="6346825" y="3636963"/>
          <p14:tracePt t="18515" x="6334125" y="3624263"/>
          <p14:tracePt t="18527" x="6327775" y="3611563"/>
          <p14:tracePt t="18536" x="6316663" y="3605213"/>
          <p14:tracePt t="18546" x="6310313" y="3598863"/>
          <p14:tracePt t="18557" x="6303963" y="3592513"/>
          <p14:tracePt t="18563" x="6291263" y="3575050"/>
          <p14:tracePt t="18572" x="6272213" y="3562350"/>
          <p14:tracePt t="18580" x="6265863" y="3556000"/>
          <p14:tracePt t="18599" x="6259513" y="3556000"/>
          <p14:tracePt t="18603" x="6259513" y="3549650"/>
          <p14:tracePt t="18661" x="6259513" y="3543300"/>
          <p14:tracePt t="18668" x="6278563" y="3543300"/>
          <p14:tracePt t="18679" x="6316663" y="3543300"/>
          <p14:tracePt t="18683" x="6353175" y="3543300"/>
          <p14:tracePt t="18696" x="6402388" y="3556000"/>
          <p14:tracePt t="18699" x="6446838" y="3568700"/>
          <p14:tracePt t="18715" x="6581775" y="3587750"/>
          <p14:tracePt t="18724" x="6669088" y="3598863"/>
          <p14:tracePt t="18729" x="6818313" y="3611563"/>
          <p14:tracePt t="18745" x="6935788" y="3630613"/>
          <p14:tracePt t="18750" x="7097713" y="3643313"/>
          <p14:tracePt t="18763" x="7394575" y="3654425"/>
          <p14:tracePt t="18779" x="7710488" y="3654425"/>
          <p14:tracePt t="18788" x="7840663" y="3654425"/>
          <p14:tracePt t="18797" x="7989888" y="3654425"/>
          <p14:tracePt t="18809" x="8101013" y="3654425"/>
          <p14:tracePt t="18816" x="8237538" y="3654425"/>
          <p14:tracePt t="18824" x="8348663" y="3654425"/>
          <p14:tracePt t="18831" x="8435975" y="3654425"/>
          <p14:tracePt t="18835" x="8504238" y="3654425"/>
          <p14:tracePt t="18843" x="8566150" y="3654425"/>
          <p14:tracePt t="18850" x="8621713" y="3649663"/>
          <p14:tracePt t="18863" x="8677275" y="3636963"/>
          <p14:tracePt t="18866" x="8702675" y="3636963"/>
          <p14:tracePt t="18881" x="8721725" y="3630613"/>
          <p14:tracePt t="18885" x="8726488" y="3624263"/>
          <p14:tracePt t="18899" x="8732838" y="3617913"/>
          <p14:tracePt t="19039" x="8739188" y="3617913"/>
          <p14:tracePt t="19047" x="8745538" y="3617913"/>
          <p14:tracePt t="19052" x="8751888" y="3617913"/>
          <p14:tracePt t="19060" x="8764588" y="3617913"/>
          <p14:tracePt t="19071" x="8770938" y="3617913"/>
          <p14:tracePt t="19080" x="8777288" y="3617913"/>
          <p14:tracePt t="19087" x="8788400" y="3617913"/>
          <p14:tracePt t="19098" x="8794750" y="3617913"/>
          <p14:tracePt t="19101" x="8807450" y="3617913"/>
          <p14:tracePt t="19109" x="8813800" y="3617913"/>
          <p14:tracePt t="19118" x="8820150" y="3617913"/>
          <p14:tracePt t="19128" x="8826500" y="3617913"/>
          <p14:tracePt t="19147" x="8832850" y="3617913"/>
          <p14:tracePt t="19262" x="8801100" y="3617913"/>
          <p14:tracePt t="19272" x="8783638" y="3617913"/>
          <p14:tracePt t="19282" x="8758238" y="3617913"/>
          <p14:tracePt t="19289" x="8709025" y="3617913"/>
          <p14:tracePt t="19296" x="8653463" y="3624263"/>
          <p14:tracePt t="19302" x="8585200" y="3624263"/>
          <p14:tracePt t="19319" x="8318500" y="3649663"/>
          <p14:tracePt t="19327" x="8156575" y="3649663"/>
          <p14:tracePt t="19337" x="8008938" y="3649663"/>
          <p14:tracePt t="19342" x="7827963" y="3649663"/>
          <p14:tracePt t="19354" x="7667625" y="3649663"/>
          <p14:tracePt t="19363" x="7313613" y="3649663"/>
          <p14:tracePt t="19373" x="7183438" y="3649663"/>
          <p14:tracePt t="19380" x="7035800" y="3649663"/>
          <p14:tracePt t="19396" x="6935788" y="3649663"/>
          <p14:tracePt t="19402" x="6854825" y="3649663"/>
          <p14:tracePt t="19412" x="6769100" y="3643313"/>
          <p14:tracePt t="19417" x="6718300" y="3643313"/>
          <p14:tracePt t="19426" x="6669088" y="3643313"/>
          <p14:tracePt t="19438" x="6632575" y="3643313"/>
          <p14:tracePt t="19452" x="6626225" y="3643313"/>
          <p14:tracePt t="19526" x="6626225" y="3636963"/>
          <p14:tracePt t="19554" x="6626225" y="3630613"/>
          <p14:tracePt t="19561" x="6645275" y="3617913"/>
          <p14:tracePt t="19573" x="6656388" y="3611563"/>
          <p14:tracePt t="19583" x="6762750" y="3611563"/>
          <p14:tracePt t="19591" x="6824663" y="3598863"/>
          <p14:tracePt t="19598" x="6873875" y="3598863"/>
          <p14:tracePt t="19608" x="6972300" y="3587750"/>
          <p14:tracePt t="19618" x="7091363" y="3575050"/>
          <p14:tracePt t="19630" x="7375525" y="3562350"/>
          <p14:tracePt t="19648" x="7505700" y="3562350"/>
          <p14:tracePt t="19661" x="7785100" y="3562350"/>
          <p14:tracePt t="19671" x="7915275" y="3562350"/>
          <p14:tracePt t="19676" x="8051800" y="3562350"/>
          <p14:tracePt t="19688" x="8162925" y="3562350"/>
          <p14:tracePt t="19696" x="8262938" y="3562350"/>
          <p14:tracePt t="19700" x="8348663" y="3562350"/>
          <p14:tracePt t="19714" x="8466138" y="3562350"/>
          <p14:tracePt t="19730" x="8528050" y="3562350"/>
          <p14:tracePt t="19747" x="8572500" y="3562350"/>
          <p14:tracePt t="19764" x="8602663" y="3562350"/>
          <p14:tracePt t="19781" x="8628063" y="3562350"/>
          <p14:tracePt t="19798" x="8634413" y="3562350"/>
          <p14:tracePt t="19813" x="8640763" y="3562350"/>
          <p14:tracePt t="20294" x="8634413" y="3562350"/>
          <p14:tracePt t="20307" x="8628063" y="3562350"/>
          <p14:tracePt t="20320" x="8609013" y="3562350"/>
          <p14:tracePt t="20332" x="8609013" y="3568700"/>
          <p14:tracePt t="21596" x="8609013" y="3575050"/>
          <p14:tracePt t="21613" x="8547100" y="3624263"/>
          <p14:tracePt t="21624" x="8516938" y="3630613"/>
          <p14:tracePt t="21637" x="8491538" y="3643313"/>
          <p14:tracePt t="21648" x="8429625" y="3649663"/>
          <p14:tracePt t="21657" x="8397875" y="3649663"/>
          <p14:tracePt t="21664" x="8374063" y="3660775"/>
          <p14:tracePt t="21671" x="8355013" y="3660775"/>
          <p14:tracePt t="21679" x="8331200" y="3667125"/>
          <p14:tracePt t="21687" x="8312150" y="3679825"/>
          <p14:tracePt t="21693" x="8299450" y="3679825"/>
          <p14:tracePt t="21699" x="8262938" y="3686175"/>
          <p14:tracePt t="21708" x="8250238" y="3686175"/>
          <p14:tracePt t="21719" x="8224838" y="3692525"/>
          <p14:tracePt t="21731" x="8175625" y="3705225"/>
          <p14:tracePt t="21750" x="8094663" y="3722688"/>
          <p14:tracePt t="21765" x="7958138" y="3760788"/>
          <p14:tracePt t="21781" x="7872413" y="3760788"/>
          <p14:tracePt t="21797" x="7735888" y="3773488"/>
          <p14:tracePt t="21804" x="7667625" y="3773488"/>
          <p14:tracePt t="21814" x="7618413" y="3773488"/>
          <p14:tracePt t="21831" x="7524750" y="3773488"/>
          <p14:tracePt t="21849" x="7481888" y="3767138"/>
          <p14:tracePt t="21853" x="7469188" y="3748088"/>
          <p14:tracePt t="21866" x="7400925" y="3729038"/>
          <p14:tracePt t="21877" x="7358063" y="3711575"/>
          <p14:tracePt t="21887" x="7300913" y="3686175"/>
          <p14:tracePt t="21892" x="7277100" y="3679825"/>
          <p14:tracePt t="21900" x="7227888" y="3667125"/>
          <p14:tracePt t="21914" x="7102475" y="3636963"/>
          <p14:tracePt t="21930" x="6997700" y="3624263"/>
          <p14:tracePt t="21948" x="6916738" y="3617913"/>
          <p14:tracePt t="21964" x="6842125" y="3592513"/>
          <p14:tracePt t="21981" x="6775450" y="3575050"/>
          <p14:tracePt t="21987" x="6750050" y="3568700"/>
          <p14:tracePt t="22006" x="6743700" y="3556000"/>
          <p14:tracePt t="22071" x="6743700" y="3549650"/>
          <p14:tracePt t="22080" x="6743700" y="3530600"/>
          <p14:tracePt t="22090" x="6750050" y="3519488"/>
          <p14:tracePt t="22109" x="6769100" y="3500438"/>
          <p14:tracePt t="22121" x="6775450" y="3494088"/>
          <p14:tracePt t="22129" x="6780213" y="3487738"/>
          <p14:tracePt t="22139" x="6792913" y="3462338"/>
          <p14:tracePt t="22147" x="6805613" y="3462338"/>
          <p14:tracePt t="22157" x="6811963" y="3457575"/>
          <p14:tracePt t="22171" x="6818313" y="3451225"/>
          <p14:tracePt t="22180" x="6824663" y="3451225"/>
          <p14:tracePt t="22204" x="6831013" y="3444875"/>
          <p14:tracePt t="22230" x="6837363" y="3444875"/>
          <p14:tracePt t="22246" x="6842125" y="3438525"/>
          <p14:tracePt t="22253" x="6861175" y="3413125"/>
          <p14:tracePt t="22268" x="6867525" y="3406775"/>
          <p14:tracePt t="22275" x="6867525" y="3400425"/>
          <p14:tracePt t="22283" x="6873875" y="3382963"/>
          <p14:tracePt t="22298" x="6873875" y="3376613"/>
          <p14:tracePt t="22317" x="6880225" y="3357563"/>
          <p14:tracePt t="22646" x="6880225" y="3363913"/>
          <p14:tracePt t="22656" x="6873875" y="3370263"/>
          <p14:tracePt t="22671" x="6873875" y="3406775"/>
          <p14:tracePt t="22675" x="6873875" y="3425825"/>
          <p14:tracePt t="22685" x="6873875" y="3444875"/>
          <p14:tracePt t="22697" x="6867525" y="3457575"/>
          <p14:tracePt t="22716" x="6854825" y="3494088"/>
          <p14:tracePt t="22731" x="6848475" y="3536950"/>
          <p14:tracePt t="22749" x="6842125" y="3581400"/>
          <p14:tracePt t="22765" x="6842125" y="3624263"/>
          <p14:tracePt t="22771" x="6842125" y="3643313"/>
          <p14:tracePt t="22790" x="6842125" y="3692525"/>
          <p14:tracePt t="22797" x="6831013" y="3722688"/>
          <p14:tracePt t="22805" x="6831013" y="3748088"/>
          <p14:tracePt t="22815" x="6811963" y="3778250"/>
          <p14:tracePt t="22820" x="6805613" y="3816350"/>
          <p14:tracePt t="22829" x="6792913" y="3841750"/>
          <p14:tracePt t="22839" x="6775450" y="3871913"/>
          <p14:tracePt t="22847" x="6756400" y="3897313"/>
          <p14:tracePt t="22865" x="6724650" y="3965575"/>
          <p14:tracePt t="22869" x="6711950" y="3983038"/>
          <p14:tracePt t="22881" x="6681788" y="4002088"/>
          <p14:tracePt t="22892" x="6638925" y="4051300"/>
          <p14:tracePt t="22897" x="6564313" y="4100513"/>
          <p14:tracePt t="22907" x="6464300" y="4181475"/>
          <p14:tracePt t="22926" x="6389688" y="4219575"/>
          <p14:tracePt t="22943" x="6265863" y="4298950"/>
          <p14:tracePt t="22952" x="6142038" y="4367213"/>
          <p14:tracePt t="22966" x="5770563" y="4516438"/>
          <p14:tracePt t="22982" x="5392738" y="4621213"/>
          <p14:tracePt t="22998" x="4940300" y="4738688"/>
          <p14:tracePt t="23015" x="4376738" y="4881563"/>
          <p14:tracePt t="23020" x="4078288" y="4937125"/>
          <p14:tracePt t="23031" x="3817938" y="4992688"/>
          <p14:tracePt t="23039" x="3527425" y="5048250"/>
          <p14:tracePt t="23047" x="3235325" y="5080000"/>
          <p14:tracePt t="23057" x="3049588" y="5111750"/>
          <p14:tracePt t="23064" x="2832100" y="5129213"/>
          <p14:tracePt t="23075" x="2590800" y="5141913"/>
          <p14:tracePt t="23092" x="2070100" y="5160963"/>
          <p14:tracePt t="23097" x="1890713" y="5160963"/>
          <p14:tracePt t="23100" x="1692275" y="5160963"/>
          <p14:tracePt t="23107" x="1524000" y="5173663"/>
          <p14:tracePt t="23119" x="1393825" y="5184775"/>
          <p14:tracePt t="23135" x="1128713" y="5197475"/>
          <p14:tracePt t="23139" x="1009650" y="5197475"/>
          <p14:tracePt t="23149" x="879475" y="5216525"/>
          <p14:tracePt t="23166" x="681038" y="5216525"/>
          <p14:tracePt t="23175" x="614363" y="5216525"/>
          <p14:tracePt t="23181" x="546100" y="5216525"/>
          <p14:tracePt t="23191" x="477838" y="5222875"/>
          <p14:tracePt t="23197" x="446088" y="5222875"/>
          <p14:tracePt t="23214" x="384175" y="5235575"/>
          <p14:tracePt t="23230" x="328613" y="5253038"/>
          <p14:tracePt t="23247" x="303213" y="5265738"/>
          <p14:tracePt t="23254" x="296863" y="5265738"/>
          <p14:tracePt t="23264" x="296863" y="5278438"/>
          <p14:tracePt t="23304" x="296863" y="5284788"/>
          <p14:tracePt t="23315" x="303213" y="5327650"/>
          <p14:tracePt t="23322" x="309563" y="5365750"/>
          <p14:tracePt t="23333" x="377825" y="5464175"/>
          <p14:tracePt t="23338" x="409575" y="5494338"/>
          <p14:tracePt t="23350" x="452438" y="5538788"/>
          <p14:tracePt t="23367" x="569913" y="5637213"/>
          <p14:tracePt t="23384" x="638175" y="5675313"/>
          <p14:tracePt t="23391" x="681038" y="5692775"/>
          <p14:tracePt t="23400" x="706438" y="5692775"/>
          <p14:tracePt t="23407" x="744538" y="5711825"/>
          <p14:tracePt t="23415" x="762000" y="5711825"/>
          <p14:tracePt t="23421" x="800100" y="5724525"/>
          <p14:tracePt t="23426" x="823913" y="5724525"/>
          <p14:tracePt t="23436" x="842963" y="5724525"/>
          <p14:tracePt t="23448" x="868363" y="5724525"/>
          <p14:tracePt t="23464" x="898525" y="5724525"/>
          <p14:tracePt t="23480" x="904875" y="5724525"/>
          <p14:tracePt t="23557" x="904875" y="5718175"/>
          <p14:tracePt t="23727" x="911225" y="5718175"/>
          <p14:tracePt t="23743" x="911225" y="5705475"/>
          <p14:tracePt t="23765" x="936625" y="5705475"/>
          <p14:tracePt t="23784" x="960438" y="5705475"/>
          <p14:tracePt t="23792" x="1016000" y="5705475"/>
          <p14:tracePt t="23802" x="1054100" y="5705475"/>
          <p14:tracePt t="23809" x="1066800" y="5705475"/>
          <p14:tracePt t="23821" x="1135063" y="5705475"/>
          <p14:tracePt t="23831" x="1158875" y="5705475"/>
          <p14:tracePt t="23838" x="1184275" y="5711825"/>
          <p14:tracePt t="23847" x="1201738" y="5718175"/>
          <p14:tracePt t="23854" x="1208088" y="5718175"/>
          <p14:tracePt t="23861" x="1214438" y="5724525"/>
          <p14:tracePt t="23926" x="1214438" y="5737225"/>
          <p14:tracePt t="23968" x="1214438" y="5743575"/>
          <p14:tracePt t="24013" x="1208088" y="5743575"/>
          <p14:tracePt t="24031" x="1184275" y="5743575"/>
          <p14:tracePt t="24038" x="1165225" y="5748338"/>
          <p14:tracePt t="24052" x="1152525" y="5748338"/>
          <p14:tracePt t="24055" x="1146175" y="5754688"/>
          <p14:tracePt t="24062" x="1139825" y="5754688"/>
          <p14:tracePt t="24070" x="1135063" y="5754688"/>
          <p14:tracePt t="24081" x="1128713" y="5754688"/>
          <p14:tracePt t="24085" x="1122363" y="5754688"/>
          <p14:tracePt t="24100" x="1116013" y="5754688"/>
          <p14:tracePt t="24182" x="1109663" y="5754688"/>
          <p14:tracePt t="24192" x="1090613" y="5754688"/>
          <p14:tracePt t="24204" x="1084263" y="5754688"/>
          <p14:tracePt t="24210" x="1071563" y="5754688"/>
          <p14:tracePt t="24220" x="1066800" y="5754688"/>
          <p14:tracePt t="24231" x="1054100" y="5748338"/>
          <p14:tracePt t="24250" x="1047750" y="5743575"/>
          <p14:tracePt t="24267" x="1041400" y="5730875"/>
          <p14:tracePt t="24282" x="1041400" y="5724525"/>
          <p14:tracePt t="24300" x="1035050" y="5724525"/>
          <p14:tracePt t="24327" x="1035050" y="5718175"/>
          <p14:tracePt t="24342" x="1028700" y="5718175"/>
          <p14:tracePt t="25146" x="1028700" y="5711825"/>
          <p14:tracePt t="25178" x="1035050" y="5711825"/>
          <p14:tracePt t="25193" x="1041400" y="5711825"/>
          <p14:tracePt t="25215" x="1047750" y="5711825"/>
          <p14:tracePt t="25391" x="1060450" y="5711825"/>
          <p14:tracePt t="25407" x="1066800" y="5711825"/>
          <p14:tracePt t="25427" x="1071563" y="5711825"/>
          <p14:tracePt t="25445" x="1077913" y="5711825"/>
          <p14:tracePt t="25459" x="1077913" y="5718175"/>
          <p14:tracePt t="25478" x="1084263" y="5724525"/>
          <p14:tracePt t="26131" x="1090613" y="5724525"/>
          <p14:tracePt t="26141" x="1096963" y="5724525"/>
          <p14:tracePt t="26152" x="1116013" y="5711825"/>
          <p14:tracePt t="26159" x="1122363" y="5711825"/>
          <p14:tracePt t="26181" x="1128713" y="5711825"/>
          <p14:tracePt t="26213" x="1135063" y="5711825"/>
          <p14:tracePt t="26262" x="1135063" y="5705475"/>
          <p14:tracePt t="26277" x="1146175" y="5705475"/>
          <p14:tracePt t="26284" x="1146175" y="5699125"/>
          <p14:tracePt t="26303" x="1152525" y="5699125"/>
          <p14:tracePt t="26320" x="1165225" y="5692775"/>
          <p14:tracePt t="26358" x="1171575" y="5692775"/>
          <p14:tracePt t="26453" x="1177925" y="5692775"/>
          <p14:tracePt t="26465" x="1177925" y="5681663"/>
          <p14:tracePt t="26591" x="1184275" y="5675313"/>
          <p14:tracePt t="26604" x="1184275" y="5668963"/>
          <p14:tracePt t="26621" x="1190625" y="5662613"/>
          <p14:tracePt t="26629" x="1190625" y="5656263"/>
          <p14:tracePt t="26641" x="1196975" y="5649913"/>
          <p14:tracePt t="26649" x="1196975" y="5643563"/>
          <p14:tracePt t="26661" x="1214438" y="5624513"/>
          <p14:tracePt t="26672" x="1220788" y="5613400"/>
          <p14:tracePt t="26680" x="1227138" y="5607050"/>
          <p14:tracePt t="26688" x="1233488" y="5600700"/>
          <p14:tracePt t="26696" x="1239838" y="5600700"/>
          <p14:tracePt t="26707" x="1239838" y="5588000"/>
          <p14:tracePt t="26722" x="1246188" y="5581650"/>
          <p14:tracePt t="26732" x="1258888" y="5575300"/>
          <p14:tracePt t="26749" x="1258888" y="5568950"/>
          <p14:tracePt t="26782" x="1265238" y="5562600"/>
          <p14:tracePt t="26822" x="1270000" y="5556250"/>
          <p14:tracePt t="26834" x="1282700" y="5556250"/>
          <p14:tracePt t="26838" x="1289050" y="5556250"/>
          <p14:tracePt t="26842" x="1308100" y="5545138"/>
          <p14:tracePt t="26855" x="1327150" y="5538788"/>
          <p14:tracePt t="26867" x="1331913" y="5538788"/>
          <p14:tracePt t="26873" x="1344613" y="5532438"/>
          <p14:tracePt t="26882" x="1350963" y="5532438"/>
          <p14:tracePt t="26958" x="1357313" y="5532438"/>
          <p14:tracePt t="26971" x="1376363" y="5532438"/>
          <p14:tracePt t="26986" x="1382713" y="5532438"/>
          <p14:tracePt t="26999" x="1393825" y="5532438"/>
          <p14:tracePt t="27017" x="1406525" y="5538788"/>
          <p14:tracePt t="27033" x="1419225" y="5538788"/>
          <p14:tracePt t="27039" x="1425575" y="5538788"/>
          <p14:tracePt t="27055" x="1431925" y="5545138"/>
          <p14:tracePt t="27065" x="1444625" y="5545138"/>
          <p14:tracePt t="27068" x="1462088" y="5545138"/>
          <p14:tracePt t="27074" x="1474788" y="5545138"/>
          <p14:tracePt t="27085" x="1493838" y="5545138"/>
          <p14:tracePt t="27100" x="1536700" y="5545138"/>
          <p14:tracePt t="27116" x="1568450" y="5545138"/>
          <p14:tracePt t="27138" x="1598613" y="5545138"/>
          <p14:tracePt t="27143" x="1604963" y="5545138"/>
          <p14:tracePt t="27158" x="1611313" y="5551488"/>
          <p14:tracePt t="27172" x="1617663" y="5551488"/>
          <p14:tracePt t="27234" x="1630363" y="5551488"/>
          <p14:tracePt t="27262" x="1636713" y="5551488"/>
          <p14:tracePt t="27278" x="1643063" y="5551488"/>
          <p14:tracePt t="27293" x="1649413" y="5551488"/>
          <p14:tracePt t="27311" x="1654175" y="5551488"/>
          <p14:tracePt t="27414" x="1660525" y="5551488"/>
          <p14:tracePt t="27431" x="1666875" y="5551488"/>
          <p14:tracePt t="27448" x="1685925" y="5551488"/>
          <p14:tracePt t="27460" x="1704975" y="5551488"/>
          <p14:tracePt t="27469" x="1711325" y="5551488"/>
          <p14:tracePt t="27485" x="1711325" y="5562600"/>
          <p14:tracePt t="27503" x="1717675" y="5562600"/>
          <p14:tracePt t="27558" x="1728788" y="5562600"/>
          <p14:tracePt t="27591" x="1735138" y="5562600"/>
          <p14:tracePt t="27603" x="1741488" y="5568950"/>
          <p14:tracePt t="27620" x="1747838" y="5568950"/>
          <p14:tracePt t="27633" x="1754188" y="5568950"/>
          <p14:tracePt t="27650" x="1766888" y="5568950"/>
          <p14:tracePt t="27667" x="1773238" y="5568950"/>
          <p14:tracePt t="27682" x="1784350" y="5568950"/>
          <p14:tracePt t="27701" x="1790700" y="5568950"/>
          <p14:tracePt t="27717" x="1797050" y="5568950"/>
          <p14:tracePt t="27736" x="1803400" y="5568950"/>
          <p14:tracePt t="27746" x="1803400" y="5556250"/>
          <p14:tracePt t="27752" x="1809750" y="5556250"/>
          <p14:tracePt t="27759" x="1809750" y="5551488"/>
          <p14:tracePt t="27770" x="1816100" y="5545138"/>
          <p14:tracePt t="27780" x="1822450" y="5538788"/>
          <p14:tracePt t="27792" x="1835150" y="5526088"/>
          <p14:tracePt t="27806" x="1847850" y="5500688"/>
          <p14:tracePt t="27815" x="1847850" y="5494338"/>
          <p14:tracePt t="27819" x="1852613" y="5489575"/>
          <p14:tracePt t="27833" x="1858963" y="5470525"/>
          <p14:tracePt t="27837" x="1858963" y="5464175"/>
          <p14:tracePt t="27842" x="1858963" y="5457825"/>
          <p14:tracePt t="27852" x="1871663" y="5445125"/>
          <p14:tracePt t="27867" x="1871663" y="5432425"/>
          <p14:tracePt t="27873" x="1871663" y="5427663"/>
          <p14:tracePt t="27928" x="1878013" y="5421313"/>
          <p14:tracePt t="27940" x="1884363" y="5414963"/>
          <p14:tracePt t="27949" x="1884363" y="5408613"/>
          <p14:tracePt t="27967" x="1897063" y="5395913"/>
          <p14:tracePt t="27983" x="1903413" y="5383213"/>
          <p14:tracePt t="27988" x="1903413" y="5376863"/>
          <p14:tracePt t="28008" x="1909763" y="5370513"/>
          <p14:tracePt t="28018" x="1920875" y="5370513"/>
          <p14:tracePt t="28032" x="1920875" y="5365750"/>
          <p14:tracePt t="28094" x="1927225" y="5359400"/>
          <p14:tracePt t="28120" x="1933575" y="5359400"/>
          <p14:tracePt t="28140" x="1933575" y="5376863"/>
          <p14:tracePt t="28157" x="1952625" y="5483225"/>
          <p14:tracePt t="28165" x="1978025" y="5538788"/>
          <p14:tracePt t="28172" x="1989138" y="5594350"/>
          <p14:tracePt t="28182" x="1995488" y="5630863"/>
          <p14:tracePt t="28200" x="2014538" y="5686425"/>
          <p14:tracePt t="28204" x="2014538" y="5711825"/>
          <p14:tracePt t="28217" x="2027238" y="5743575"/>
          <p14:tracePt t="28220" x="2033588" y="5754688"/>
          <p14:tracePt t="28228" x="2033588" y="5786438"/>
          <p14:tracePt t="28237" x="2033588" y="5799138"/>
          <p14:tracePt t="28247" x="2039938" y="5805488"/>
          <p14:tracePt t="28259" x="2039938" y="5810250"/>
          <p14:tracePt t="28351" x="2044700" y="5810250"/>
          <p14:tracePt t="28384" x="2051050" y="5810250"/>
          <p14:tracePt t="29341" x="2051050" y="5805488"/>
          <p14:tracePt t="29750" x="2014538" y="5835650"/>
          <p14:tracePt t="29765" x="1971675" y="5867400"/>
          <p14:tracePt t="29772" x="1946275" y="5884863"/>
          <p14:tracePt t="29776" x="1865313" y="5903913"/>
          <p14:tracePt t="29783" x="1797050" y="5916613"/>
          <p14:tracePt t="29791" x="1711325" y="5929313"/>
          <p14:tracePt t="29796" x="1649413" y="5929313"/>
          <p14:tracePt t="29817" x="1431925" y="5929313"/>
          <p14:tracePt t="29828" x="1301750" y="5929313"/>
          <p14:tracePt t="29833" x="1184275" y="5929313"/>
          <p14:tracePt t="29838" x="1066800" y="5929313"/>
          <p14:tracePt t="29846" x="966788" y="5929313"/>
          <p14:tracePt t="29867" x="762000" y="5903913"/>
          <p14:tracePt t="29883" x="644525" y="5854700"/>
          <p14:tracePt t="29899" x="614363" y="5822950"/>
          <p14:tracePt t="29917" x="563563" y="5786438"/>
          <p14:tracePt t="29926" x="546100" y="5754688"/>
          <p14:tracePt t="29934" x="539750" y="5743575"/>
          <p14:tracePt t="29949" x="514350" y="5705475"/>
          <p14:tracePt t="29966" x="495300" y="5692775"/>
          <p14:tracePt t="29970" x="488950" y="5692775"/>
          <p14:tracePt t="29983" x="488950" y="5686425"/>
          <p14:tracePt t="30001" x="484188" y="5668963"/>
          <p14:tracePt t="30006" x="477838" y="5662613"/>
          <p14:tracePt t="30019" x="471488" y="5649913"/>
          <p14:tracePt t="30033" x="465138" y="5649913"/>
          <p14:tracePt t="30047" x="458788" y="5637213"/>
          <p14:tracePt t="30052" x="446088" y="5637213"/>
          <p14:tracePt t="30118" x="446088" y="5630863"/>
          <p14:tracePt t="30333" x="452438" y="5630863"/>
          <p14:tracePt t="30359" x="458788" y="5630863"/>
          <p14:tracePt t="30390" x="465138" y="5630863"/>
          <p14:tracePt t="30398" x="471488" y="5630863"/>
          <p14:tracePt t="30407" x="477838" y="5630863"/>
          <p14:tracePt t="30421" x="488950" y="5637213"/>
          <p14:tracePt t="30430" x="501650" y="5637213"/>
          <p14:tracePt t="30436" x="508000" y="5637213"/>
          <p14:tracePt t="30451" x="514350" y="5643563"/>
          <p14:tracePt t="30458" x="520700" y="5643563"/>
          <p14:tracePt t="30493" x="527050" y="5643563"/>
          <p14:tracePt t="30621" x="533400" y="5643563"/>
          <p14:tracePt t="30637" x="539750" y="5643563"/>
          <p14:tracePt t="30651" x="550863" y="5643563"/>
          <p14:tracePt t="30665" x="550863" y="5637213"/>
          <p14:tracePt t="30685" x="563563" y="5630863"/>
          <p14:tracePt t="30703" x="569913" y="5619750"/>
          <p14:tracePt t="30717" x="569913" y="5613400"/>
          <p14:tracePt t="30723" x="576263" y="5613400"/>
          <p14:tracePt t="31006" x="576263" y="5607050"/>
          <p14:tracePt t="31018" x="582613" y="5607050"/>
          <p14:tracePt t="31035" x="588963" y="5600700"/>
          <p14:tracePt t="31051" x="601663" y="5594350"/>
          <p14:tracePt t="31071" x="608013" y="5588000"/>
          <p14:tracePt t="31968" x="608013" y="5594350"/>
          <p14:tracePt t="31995" x="595313" y="5594350"/>
          <p14:tracePt t="32020" x="595313" y="5600700"/>
          <p14:tracePt t="33440" x="588963" y="5607050"/>
          <p14:tracePt t="33527" x="582613" y="5607050"/>
          <p14:tracePt t="33541" x="576263" y="5607050"/>
          <p14:tracePt t="33670" x="569913" y="5607050"/>
          <p14:tracePt t="35259" x="569913" y="5600700"/>
          <p14:tracePt t="35272" x="595313" y="5562600"/>
          <p14:tracePt t="35290" x="619125" y="5538788"/>
          <p14:tracePt t="35296" x="644525" y="5526088"/>
          <p14:tracePt t="35302" x="663575" y="5507038"/>
          <p14:tracePt t="35318" x="669925" y="5500688"/>
          <p14:tracePt t="35327" x="693738" y="5476875"/>
          <p14:tracePt t="35338" x="706438" y="5470525"/>
          <p14:tracePt t="35351" x="719138" y="5457825"/>
          <p14:tracePt t="35372" x="738188" y="5438775"/>
          <p14:tracePt t="35386" x="744538" y="5432425"/>
          <p14:tracePt t="35390" x="755650" y="5432425"/>
          <p14:tracePt t="35406" x="755650" y="5421313"/>
          <p14:tracePt t="35417" x="762000" y="5414963"/>
          <p14:tracePt t="35422" x="774700" y="5408613"/>
          <p14:tracePt t="35437" x="781050" y="5402263"/>
          <p14:tracePt t="35448" x="806450" y="5389563"/>
          <p14:tracePt t="35453" x="823913" y="5370513"/>
          <p14:tracePt t="35461" x="842963" y="5359400"/>
          <p14:tracePt t="35469" x="855663" y="5353050"/>
          <p14:tracePt t="35487" x="892175" y="5327650"/>
          <p14:tracePt t="35501" x="936625" y="5308600"/>
          <p14:tracePt t="35519" x="979488" y="5291138"/>
          <p14:tracePt t="35527" x="998538" y="5291138"/>
          <p14:tracePt t="35536" x="1022350" y="5284788"/>
          <p14:tracePt t="35543" x="1054100" y="5265738"/>
          <p14:tracePt t="35554" x="1103313" y="5253038"/>
          <p14:tracePt t="35558" x="1139825" y="5240338"/>
          <p14:tracePt t="35568" x="1165225" y="5235575"/>
          <p14:tracePt t="35584" x="1246188" y="5203825"/>
          <p14:tracePt t="35601" x="1357313" y="5173663"/>
          <p14:tracePt t="35607" x="1474788" y="5148263"/>
          <p14:tracePt t="35615" x="1604963" y="5116513"/>
          <p14:tracePt t="35620" x="1741488" y="5105400"/>
          <p14:tracePt t="35633" x="1927225" y="5080000"/>
          <p14:tracePt t="35643" x="2609850" y="4962525"/>
          <p14:tracePt t="35650" x="2938463" y="4900613"/>
          <p14:tracePt t="35668" x="3867150" y="4813300"/>
          <p14:tracePt t="35686" x="4846638" y="4794250"/>
          <p14:tracePt t="35703" x="5757863" y="4794250"/>
          <p14:tracePt t="35709" x="6135688" y="4806950"/>
          <p14:tracePt t="35717" x="6453188" y="4845050"/>
          <p14:tracePt t="35724" x="6750050" y="4900613"/>
          <p14:tracePt t="35734" x="7010400" y="4949825"/>
          <p14:tracePt t="35738" x="7208838" y="4999038"/>
          <p14:tracePt t="35751" x="7358063" y="5037138"/>
          <p14:tracePt t="35756" x="7550150" y="5086350"/>
          <p14:tracePt t="35768" x="7704138" y="5122863"/>
          <p14:tracePt t="35772" x="7853363" y="5167313"/>
          <p14:tracePt t="35787" x="8039100" y="5191125"/>
          <p14:tracePt t="35793" x="8205788" y="5222875"/>
          <p14:tracePt t="35799" x="8393113" y="5253038"/>
          <p14:tracePt t="35816" x="8628063" y="5314950"/>
          <p14:tracePt t="35828" x="8732838" y="5359400"/>
          <p14:tracePt t="35835" x="8764588" y="5376863"/>
          <p14:tracePt t="35849" x="8783638" y="5421313"/>
          <p14:tracePt t="35857" x="8801100" y="5432425"/>
          <p14:tracePt t="35871" x="8807450" y="5489575"/>
          <p14:tracePt t="35885" x="8807450" y="5545138"/>
          <p14:tracePt t="35905" x="8807450" y="5607050"/>
          <p14:tracePt t="35909" x="8788400" y="5630863"/>
          <p14:tracePt t="35925" x="8739188" y="5699125"/>
          <p14:tracePt t="35934" x="8709025" y="5743575"/>
          <p14:tracePt t="35940" x="8664575" y="5780088"/>
          <p14:tracePt t="35949" x="8621713" y="5810250"/>
          <p14:tracePt t="35963" x="8553450" y="5842000"/>
          <p14:tracePt t="35968" x="8510588" y="5861050"/>
          <p14:tracePt t="35977" x="8485188" y="5867400"/>
          <p14:tracePt t="35985" x="8435975" y="5891213"/>
          <p14:tracePt t="36000" x="8380413" y="5897563"/>
          <p14:tracePt t="36003" x="8305800" y="5922963"/>
          <p14:tracePt t="36017" x="8269288" y="5935663"/>
          <p14:tracePt t="36021" x="8243888" y="5940425"/>
          <p14:tracePt t="36028" x="8205788" y="5953125"/>
          <p14:tracePt t="36034" x="8150225" y="5953125"/>
          <p14:tracePt t="36047" x="8101013" y="5959475"/>
          <p14:tracePt t="36066" x="8008938" y="5984875"/>
          <p14:tracePt t="36073" x="7983538" y="5984875"/>
          <p14:tracePt t="36084" x="7951788" y="5984875"/>
          <p14:tracePt t="36087" x="7940675" y="5984875"/>
          <p14:tracePt t="36100" x="7908925" y="5984875"/>
          <p14:tracePt t="36108" x="7872413" y="5984875"/>
          <p14:tracePt t="36118" x="7853363" y="5978525"/>
          <p14:tracePt t="36133" x="7834313" y="5972175"/>
          <p14:tracePt t="36142" x="7791450" y="5965825"/>
          <p14:tracePt t="36147" x="7772400" y="5946775"/>
          <p14:tracePt t="36156" x="7748588" y="5929313"/>
          <p14:tracePt t="36169" x="7723188" y="5916613"/>
          <p14:tracePt t="36173" x="7680325" y="5878513"/>
          <p14:tracePt t="36185" x="7661275" y="5867400"/>
          <p14:tracePt t="36189" x="7642225" y="5842000"/>
          <p14:tracePt t="36201" x="7623175" y="5810250"/>
          <p14:tracePt t="36205" x="7605713" y="5792788"/>
          <p14:tracePt t="36213" x="7599363" y="5767388"/>
          <p14:tracePt t="36220" x="7586663" y="5743575"/>
          <p14:tracePt t="36230" x="7580313" y="5711825"/>
          <p14:tracePt t="36240" x="7567613" y="5686425"/>
          <p14:tracePt t="36251" x="7567613" y="5630863"/>
          <p14:tracePt t="36269" x="7567613" y="5568950"/>
          <p14:tracePt t="36287" x="7567613" y="5500688"/>
          <p14:tracePt t="36303" x="7580313" y="5451475"/>
          <p14:tracePt t="36320" x="7629525" y="5395913"/>
          <p14:tracePt t="36324" x="7673975" y="5359400"/>
          <p14:tracePt t="36334" x="7716838" y="5327650"/>
          <p14:tracePt t="36351" x="7778750" y="5308600"/>
          <p14:tracePt t="36371" x="7883525" y="5308600"/>
          <p14:tracePt t="36376" x="7921625" y="5308600"/>
          <p14:tracePt t="36388" x="7958138" y="5314950"/>
          <p14:tracePt t="36402" x="8032750" y="5340350"/>
          <p14:tracePt t="36419" x="8094663" y="5389563"/>
          <p14:tracePt t="36436" x="8162925" y="5451475"/>
          <p14:tracePt t="36450" x="8194675" y="5483225"/>
          <p14:tracePt t="36468" x="8231188" y="5551488"/>
          <p14:tracePt t="36488" x="8243888" y="5607050"/>
          <p14:tracePt t="36495" x="8243888" y="5624513"/>
          <p14:tracePt t="36504" x="8243888" y="5637213"/>
          <p14:tracePt t="36518" x="8243888" y="5643563"/>
          <p14:tracePt t="36521" x="8243888" y="5649913"/>
          <p14:tracePt t="36536" x="8243888" y="5656263"/>
          <p14:tracePt t="36552" x="8212138" y="5668963"/>
          <p14:tracePt t="36556" x="8143875" y="5686425"/>
          <p14:tracePt t="36572" x="8107363" y="5686425"/>
          <p14:tracePt t="36578" x="7945438" y="5711825"/>
          <p14:tracePt t="36596" x="7729538" y="5724525"/>
          <p14:tracePt t="36604" x="7612063" y="5724525"/>
          <p14:tracePt t="36613" x="7493000" y="5724525"/>
          <p14:tracePt t="36622" x="7381875" y="5724525"/>
          <p14:tracePt t="36626" x="7264400" y="5724525"/>
          <p14:tracePt t="36637" x="7165975" y="5718175"/>
          <p14:tracePt t="36652" x="7035800" y="5681663"/>
          <p14:tracePt t="36670" x="7010400" y="5649913"/>
          <p14:tracePt t="36673" x="7004050" y="5630863"/>
          <p14:tracePt t="36686" x="7004050" y="5624513"/>
          <p14:tracePt t="36703" x="7016750" y="5594350"/>
          <p14:tracePt t="36717" x="7078663" y="5519738"/>
          <p14:tracePt t="36738" x="7215188" y="5470525"/>
          <p14:tracePt t="36753" x="7283450" y="5457825"/>
          <p14:tracePt t="36759" x="7351713" y="5445125"/>
          <p14:tracePt t="36776" x="7518400" y="5432425"/>
          <p14:tracePt t="36792" x="7704138" y="5438775"/>
          <p14:tracePt t="36805" x="7847013" y="5489575"/>
          <p14:tracePt t="36813" x="7902575" y="5507038"/>
          <p14:tracePt t="36819" x="7977188" y="5545138"/>
          <p14:tracePt t="36832" x="8039100" y="5594350"/>
          <p14:tracePt t="36838" x="8051800" y="5600700"/>
          <p14:tracePt t="36844" x="8107363" y="5643563"/>
          <p14:tracePt t="36851" x="8120063" y="5662613"/>
          <p14:tracePt t="36864" x="8132763" y="5681663"/>
          <p14:tracePt t="36868" x="8143875" y="5686425"/>
          <p14:tracePt t="36871" x="8150225" y="5692775"/>
          <p14:tracePt t="36886" x="8150225" y="5699125"/>
          <p14:tracePt t="36891" x="8150225" y="5705475"/>
          <p14:tracePt t="36904" x="8150225" y="5724525"/>
          <p14:tracePt t="36919" x="8101013" y="5761038"/>
          <p14:tracePt t="36926" x="8081963" y="5780088"/>
          <p14:tracePt t="36936" x="8045450" y="5786438"/>
          <p14:tracePt t="36947" x="7989888" y="5805488"/>
          <p14:tracePt t="36956" x="7940675" y="5816600"/>
          <p14:tracePt t="36975" x="7883525" y="5816600"/>
          <p14:tracePt t="36983" x="7859713" y="5816600"/>
          <p14:tracePt t="36988" x="7834313" y="5816600"/>
          <p14:tracePt t="37001" x="7804150" y="5810250"/>
          <p14:tracePt t="37005" x="7778750" y="5810250"/>
          <p14:tracePt t="37018" x="7759700" y="5805488"/>
          <p14:tracePt t="37036" x="7710488" y="5773738"/>
          <p14:tracePt t="37056" x="7704138" y="5767388"/>
          <p14:tracePt t="37065" x="7704138" y="5748338"/>
          <p14:tracePt t="37075" x="7704138" y="5743575"/>
          <p14:tracePt t="37084" x="7704138" y="5711825"/>
          <p14:tracePt t="37098" x="7704138" y="5692775"/>
          <p14:tracePt t="37103" x="7735888" y="5668963"/>
          <p14:tracePt t="37108" x="7766050" y="5637213"/>
          <p14:tracePt t="37118" x="7821613" y="5600700"/>
          <p14:tracePt t="37135" x="7964488" y="5556250"/>
          <p14:tracePt t="37152" x="8218488" y="5500688"/>
          <p14:tracePt t="37156" x="8386763" y="5489575"/>
          <p14:tracePt t="37168" x="8547100" y="5476875"/>
          <p14:tracePt t="37174" x="8664575" y="5476875"/>
          <p14:tracePt t="37184" x="8783638" y="5476875"/>
          <p14:tracePt t="37192" x="8863013" y="5476875"/>
          <p14:tracePt t="37200" x="8931275" y="5483225"/>
          <p14:tracePt t="37203" x="8986838" y="5494338"/>
          <p14:tracePt t="37219" x="9018588" y="5519738"/>
          <p14:tracePt t="37236" x="9031288" y="5532438"/>
          <p14:tracePt t="37251" x="9031288" y="5556250"/>
          <p14:tracePt t="37258" x="9031288" y="5568950"/>
          <p14:tracePt t="37264" x="9031288" y="5588000"/>
          <p14:tracePt t="37278" x="9031288" y="5594350"/>
          <p14:tracePt t="37288" x="9024938" y="5607050"/>
          <p14:tracePt t="37304" x="8999538" y="5643563"/>
          <p14:tracePt t="37311" x="8969375" y="5668963"/>
          <p14:tracePt t="37319" x="8950325" y="5675313"/>
          <p14:tracePt t="37328" x="8931275" y="5686425"/>
          <p14:tracePt t="37342" x="8907463" y="5692775"/>
          <p14:tracePt t="37352" x="8869363" y="5705475"/>
          <p14:tracePt t="37356" x="8794750" y="5718175"/>
          <p14:tracePt t="37370" x="8726488" y="5730875"/>
          <p14:tracePt t="37373" x="8689975" y="5730875"/>
          <p14:tracePt t="37377" x="8640763" y="5730875"/>
          <p14:tracePt t="37385" x="8540750" y="5730875"/>
          <p14:tracePt t="37401" x="8423275" y="5730875"/>
          <p14:tracePt t="37406" x="8293100" y="5730875"/>
          <p14:tracePt t="37416" x="8162925" y="5718175"/>
          <p14:tracePt t="37422" x="8058150" y="5705475"/>
          <p14:tracePt t="37430" x="7958138" y="5681663"/>
          <p14:tracePt t="37437" x="7872413" y="5643563"/>
          <p14:tracePt t="37448" x="7797800" y="5619750"/>
          <p14:tracePt t="37456" x="7778750" y="5594350"/>
          <p14:tracePt t="37463" x="7778750" y="5588000"/>
          <p14:tracePt t="37474" x="7772400" y="5556250"/>
          <p14:tracePt t="37484" x="7772400" y="5545138"/>
          <p14:tracePt t="37500" x="7785100" y="5507038"/>
          <p14:tracePt t="37503" x="7791450" y="5494338"/>
          <p14:tracePt t="37520" x="7834313" y="5470525"/>
          <p14:tracePt t="37538" x="7883525" y="5470525"/>
          <p14:tracePt t="37555" x="7927975" y="5470525"/>
          <p14:tracePt t="37571" x="7964488" y="5494338"/>
          <p14:tracePt t="37589" x="7996238" y="5526088"/>
          <p14:tracePt t="37602" x="8032750" y="5575300"/>
          <p14:tracePt t="37619" x="8058150" y="5600700"/>
          <p14:tracePt t="37634" x="8075613" y="5649913"/>
          <p14:tracePt t="37651" x="8081963" y="5681663"/>
          <p14:tracePt t="37668" x="8081963" y="5699125"/>
          <p14:tracePt t="37677" x="8081963" y="5705475"/>
          <p14:tracePt t="37686" x="8075613" y="5711825"/>
          <p14:tracePt t="37697" x="8058150" y="5718175"/>
          <p14:tracePt t="37702" x="8051800" y="5724525"/>
          <p14:tracePt t="37704" x="8039100" y="5730875"/>
          <p14:tracePt t="37716" x="8020050" y="5730875"/>
          <p14:tracePt t="37725" x="7996238" y="5730875"/>
          <p14:tracePt t="37734" x="7970838" y="5730875"/>
          <p14:tracePt t="37751" x="7927975" y="5730875"/>
          <p14:tracePt t="37754" x="7902575" y="5730875"/>
          <p14:tracePt t="37759" x="7883525" y="5730875"/>
          <p14:tracePt t="37769" x="7853363" y="5724525"/>
          <p14:tracePt t="37790" x="7804150" y="5692775"/>
          <p14:tracePt t="37797" x="7785100" y="5686425"/>
          <p14:tracePt t="37803" x="7753350" y="5675313"/>
          <p14:tracePt t="37814" x="7729538" y="5656263"/>
          <p14:tracePt t="37822" x="7704138" y="5649913"/>
          <p14:tracePt t="37831" x="7691438" y="5649913"/>
          <p14:tracePt t="37839" x="7680325" y="5643563"/>
          <p14:tracePt t="37852" x="7680325" y="5630863"/>
          <p14:tracePt t="37884" x="7680325" y="5624513"/>
          <p14:tracePt t="37897" x="7680325" y="5619750"/>
          <p14:tracePt t="37904" x="7680325" y="5613400"/>
          <p14:tracePt t="37919" x="7691438" y="5600700"/>
          <p14:tracePt t="37936" x="7697788" y="5600700"/>
          <p14:tracePt t="37998" x="7697788" y="5607050"/>
          <p14:tracePt t="38009" x="7697788" y="5613400"/>
          <p14:tracePt t="38013" x="7697788" y="5630863"/>
          <p14:tracePt t="38021" x="7691438" y="5637213"/>
          <p14:tracePt t="38036" x="7685088" y="5656263"/>
          <p14:tracePt t="38042" x="7685088" y="5668963"/>
          <p14:tracePt t="38058" x="7680325" y="5675313"/>
          <p14:tracePt t="38142" x="7661275" y="5675313"/>
          <p14:tracePt t="38152" x="7648575" y="5675313"/>
          <p14:tracePt t="38157" x="7642225" y="5675313"/>
          <p14:tracePt t="38164" x="7623175" y="5675313"/>
          <p14:tracePt t="38171" x="7618413" y="5675313"/>
          <p14:tracePt t="38184" x="7605713" y="5675313"/>
          <p14:tracePt t="38198" x="7567613" y="5662613"/>
          <p14:tracePt t="38209" x="7531100" y="5649913"/>
          <p14:tracePt t="38218" x="7512050" y="5649913"/>
          <p14:tracePt t="38229" x="7493000" y="5637213"/>
          <p14:tracePt t="38238" x="7488238" y="5637213"/>
          <p14:tracePt t="38254" x="7475538" y="5630863"/>
          <p14:tracePt t="38269" x="7462838" y="5624513"/>
          <p14:tracePt t="38464" x="7462838" y="5619750"/>
          <p14:tracePt t="38478" x="7462838" y="5613400"/>
          <p14:tracePt t="38501" x="7462838" y="5607050"/>
          <p14:tracePt t="38513" x="7462838" y="5600700"/>
          <p14:tracePt t="38525" x="7462838" y="5588000"/>
          <p14:tracePt t="38558" x="7462838" y="5581650"/>
          <p14:tracePt t="38718" x="7450138" y="5568950"/>
          <p14:tracePt t="38729" x="7431088" y="5538788"/>
          <p14:tracePt t="38734" x="7424738" y="5526088"/>
          <p14:tracePt t="38752" x="7394575" y="5494338"/>
          <p14:tracePt t="38758" x="7362825" y="5451475"/>
          <p14:tracePt t="38768" x="7345363" y="5432425"/>
          <p14:tracePt t="38777" x="7326313" y="5414963"/>
          <p14:tracePt t="38786" x="7319963" y="5395913"/>
          <p14:tracePt t="38797" x="7307263" y="5383213"/>
          <p14:tracePt t="38926" x="7307263" y="5389563"/>
          <p14:tracePt t="38942" x="7307263" y="5414963"/>
          <p14:tracePt t="38958" x="7313613" y="5427663"/>
          <p14:tracePt t="38969" x="7319963" y="5445125"/>
          <p14:tracePt t="38981" x="7345363" y="5476875"/>
          <p14:tracePt t="38988" x="7362825" y="5483225"/>
          <p14:tracePt t="38995" x="7369175" y="5494338"/>
          <p14:tracePt t="39005" x="7375525" y="5500688"/>
          <p14:tracePt t="39011" x="7381875" y="5500688"/>
          <p14:tracePt t="39036" x="7407275" y="5519738"/>
          <p14:tracePt t="39058" x="7413625" y="5538788"/>
          <p14:tracePt t="39068" x="7413625" y="5545138"/>
          <p14:tracePt t="39092" x="7413625" y="5551488"/>
          <p14:tracePt t="39197" x="7419975" y="5551488"/>
          <p14:tracePt t="39204" x="7424738" y="5551488"/>
          <p14:tracePt t="39220" x="7456488" y="5551488"/>
          <p14:tracePt t="39226" x="7462838" y="5551488"/>
          <p14:tracePt t="39237" x="7488238" y="5551488"/>
          <p14:tracePt t="39252" x="7543800" y="5568950"/>
          <p14:tracePt t="39260" x="7567613" y="5575300"/>
          <p14:tracePt t="39277" x="7599363" y="5594350"/>
          <p14:tracePt t="39285" x="7629525" y="5613400"/>
          <p14:tracePt t="39300" x="7654925" y="5624513"/>
          <p14:tracePt t="39310" x="7661275" y="5624513"/>
          <p14:tracePt t="39320" x="7667625" y="5637213"/>
          <p14:tracePt t="39324" x="7673975" y="5643563"/>
          <p14:tracePt t="39337" x="7680325" y="5643563"/>
          <p14:tracePt t="39340" x="7697788" y="5649913"/>
          <p14:tracePt t="39344" x="7704138" y="5649913"/>
          <p14:tracePt t="39354" x="7729538" y="5649913"/>
          <p14:tracePt t="39359" x="7742238" y="5649913"/>
          <p14:tracePt t="39378" x="7759700" y="5649913"/>
          <p14:tracePt t="39837" x="7766050" y="5649913"/>
          <p14:tracePt t="39846" x="7772400" y="5643563"/>
          <p14:tracePt t="39858" x="7785100" y="5643563"/>
          <p14:tracePt t="39873" x="7810500" y="5643563"/>
          <p14:tracePt t="39887" x="7821613" y="5637213"/>
          <p14:tracePt t="39902" x="7834313" y="5637213"/>
          <p14:tracePt t="40054" x="7827963" y="5637213"/>
          <p14:tracePt t="40068" x="7821613" y="5643563"/>
          <p14:tracePt t="40100" x="7815263" y="5643563"/>
          <p14:tracePt t="40964" x="7815263" y="5656263"/>
          <p14:tracePt t="40977" x="7815263" y="5662613"/>
          <p14:tracePt t="40985" x="7815263" y="5675313"/>
          <p14:tracePt t="40997" x="7827963" y="5675313"/>
          <p14:tracePt t="41211" x="7821613" y="5675313"/>
          <p14:tracePt t="41358" x="7815263" y="5675313"/>
          <p14:tracePt t="41422" x="7810500" y="5675313"/>
          <p14:tracePt t="41440" x="7804150" y="5675313"/>
          <p14:tracePt t="41460" x="7797800" y="5675313"/>
          <p14:tracePt t="41479" x="7797800" y="5681663"/>
          <p14:tracePt t="41679" x="7791450" y="5681663"/>
          <p14:tracePt t="41693" x="7772400" y="5668963"/>
          <p14:tracePt t="41703" x="7766050" y="5662613"/>
          <p14:tracePt t="41721" x="7759700" y="5649913"/>
          <p14:tracePt t="41727" x="7753350" y="5637213"/>
          <p14:tracePt t="41741" x="7753350" y="5600700"/>
          <p14:tracePt t="41754" x="7753350" y="5575300"/>
          <p14:tracePt t="41758" x="7753350" y="5556250"/>
          <p14:tracePt t="41762" x="7785100" y="5532438"/>
          <p14:tracePt t="41766" x="7827963" y="5500688"/>
          <p14:tracePt t="41778" x="7883525" y="5464175"/>
          <p14:tracePt t="41786" x="7915275" y="5457825"/>
          <p14:tracePt t="41791" x="8002588" y="5421313"/>
          <p14:tracePt t="41802" x="8139113" y="5395913"/>
          <p14:tracePt t="41820" x="8504238" y="5321300"/>
          <p14:tracePt t="41828" x="8670925" y="5291138"/>
          <p14:tracePt t="41836" x="8882063" y="5259388"/>
          <p14:tracePt t="41842" x="9136063" y="5229225"/>
          <p14:tracePt t="41853" x="9626600" y="5197475"/>
          <p14:tracePt t="41869" x="9880600" y="5160963"/>
          <p14:tracePt t="41873" x="10158413" y="5141913"/>
          <p14:tracePt t="41889" x="10655300" y="5111750"/>
          <p14:tracePt t="41905" x="10802938" y="5111750"/>
          <p14:tracePt t="41911" x="10933113" y="5111750"/>
          <p14:tracePt t="41919" x="10958513" y="5111750"/>
          <p14:tracePt t="41924" x="10983913" y="5116513"/>
          <p14:tracePt t="41944" x="11033125" y="5141913"/>
          <p14:tracePt t="41951" x="11039475" y="5148263"/>
          <p14:tracePt t="41957" x="11045825" y="5154613"/>
          <p14:tracePt t="41967" x="11045825" y="5160963"/>
          <p14:tracePt t="41987" x="11045825" y="5167313"/>
          <p14:tracePt t="41995" x="11033125" y="5184775"/>
          <p14:tracePt t="42006" x="11026775" y="5191125"/>
          <p14:tracePt t="42021" x="10977563" y="5229225"/>
          <p14:tracePt t="42027" x="10945813" y="5253038"/>
          <p14:tracePt t="42036" x="10922000" y="5272088"/>
          <p14:tracePt t="42052" x="10902950" y="5284788"/>
          <p14:tracePt t="42088" x="10896600" y="5284788"/>
          <p14:tracePt t="42098" x="10883900" y="5291138"/>
          <p14:tracePt t="42107" x="10864850" y="5297488"/>
          <p14:tracePt t="42122" x="10802938" y="5308600"/>
          <p14:tracePt t="42137" x="10655300" y="5327650"/>
          <p14:tracePt t="42156" x="10487025" y="5327650"/>
          <p14:tracePt t="42173" x="10320338" y="5327650"/>
          <p14:tracePt t="42186" x="10183813" y="5327650"/>
          <p14:tracePt t="42203" x="10059988" y="5302250"/>
          <p14:tracePt t="42207" x="10040938" y="5284788"/>
          <p14:tracePt t="42222" x="10034588" y="5259388"/>
          <p14:tracePt t="42226" x="10021888" y="5240338"/>
          <p14:tracePt t="42237" x="10021888" y="5203825"/>
          <p14:tracePt t="42253" x="10047288" y="5122863"/>
          <p14:tracePt t="42259" x="10083800" y="5067300"/>
          <p14:tracePt t="42269" x="10102850" y="5048250"/>
          <p14:tracePt t="42288" x="10220325" y="4968875"/>
          <p14:tracePt t="42294" x="10233025" y="4968875"/>
          <p14:tracePt t="42316" x="10239375" y="4968875"/>
          <p14:tracePt t="42326" x="10245725" y="4968875"/>
          <p14:tracePt t="42337" x="10258425" y="4968875"/>
          <p14:tracePt t="42343" x="10264775" y="4975225"/>
          <p14:tracePt t="42351" x="10307638" y="4992688"/>
          <p14:tracePt t="42360" x="10333038" y="4992688"/>
          <p14:tracePt t="42369" x="10375900" y="5011738"/>
          <p14:tracePt t="42386" x="10437813" y="5018088"/>
          <p14:tracePt t="42403" x="10531475" y="5030788"/>
          <p14:tracePt t="42419" x="10567988" y="5030788"/>
          <p14:tracePt t="42442" x="10685463" y="5030788"/>
          <p14:tracePt t="42452" x="10753725" y="5030788"/>
          <p14:tracePt t="42465" x="10779125" y="5037138"/>
          <p14:tracePt t="42470" x="10785475" y="5037138"/>
          <p14:tracePt t="42509" x="10785475" y="5043488"/>
          <p14:tracePt t="42614" x="10809288" y="5043488"/>
          <p14:tracePt t="42625" x="10815638" y="5043488"/>
          <p14:tracePt t="42630" x="10853738" y="5037138"/>
          <p14:tracePt t="42649" x="10915650" y="5024438"/>
          <p14:tracePt t="42661" x="11014075" y="5024438"/>
          <p14:tracePt t="42676" x="11082338" y="5030788"/>
          <p14:tracePt t="42689" x="11095038" y="5043488"/>
          <p14:tracePt t="42703" x="11095038" y="5060950"/>
          <p14:tracePt t="42708" x="11101388" y="5086350"/>
          <p14:tracePt t="42720" x="11101388" y="5116513"/>
          <p14:tracePt t="42736" x="11101388" y="5167313"/>
          <p14:tracePt t="42740" x="11101388" y="5184775"/>
          <p14:tracePt t="42749" x="11101388" y="5197475"/>
          <p14:tracePt t="42755" x="11101388" y="5203825"/>
          <p14:tracePt t="42767" x="11101388" y="5222875"/>
          <p14:tracePt t="42772" x="11101388" y="5235575"/>
          <p14:tracePt t="42780" x="11101388" y="5246688"/>
          <p14:tracePt t="42787" x="11101388" y="5253038"/>
          <p14:tracePt t="42803" x="11101388" y="5259388"/>
          <p14:tracePt t="42821" x="11101388" y="5265738"/>
          <p14:tracePt t="42916" x="11107738" y="5265738"/>
          <p14:tracePt t="42927" x="11114088" y="5259388"/>
          <p14:tracePt t="42937" x="11150600" y="5235575"/>
          <p14:tracePt t="42959" x="11255375" y="5210175"/>
          <p14:tracePt t="42969" x="11355388" y="5191125"/>
          <p14:tracePt t="42977" x="11404600" y="5191125"/>
          <p14:tracePt t="42983" x="11430000" y="5191125"/>
          <p14:tracePt t="42991" x="11447463" y="5191125"/>
          <p14:tracePt t="43070" x="11436350" y="5197475"/>
          <p14:tracePt t="43086" x="11410950" y="5222875"/>
          <p14:tracePt t="43094" x="11398250" y="5229225"/>
          <p14:tracePt t="43100" x="11391900" y="5229225"/>
          <p14:tracePt t="43110" x="11374438" y="5235575"/>
          <p14:tracePt t="43120" x="11368088" y="5235575"/>
          <p14:tracePt t="43147" x="11361738" y="5235575"/>
          <p14:tracePt t="43170" x="11355388" y="5235575"/>
          <p14:tracePt t="43183" x="11336338" y="5229225"/>
          <p14:tracePt t="43197" x="11329988" y="5222875"/>
          <p14:tracePt t="43204" x="11323638" y="5210175"/>
          <p14:tracePt t="43221" x="11317288" y="5191125"/>
          <p14:tracePt t="43228" x="11312525" y="5184775"/>
          <p14:tracePt t="43232" x="11312525" y="5178425"/>
          <p14:tracePt t="43242" x="11306175" y="5167313"/>
          <p14:tracePt t="43374" x="11312525" y="5167313"/>
          <p14:tracePt t="43388" x="11317288" y="5167313"/>
          <p14:tracePt t="43402" x="11323638" y="5167313"/>
          <p14:tracePt t="43418" x="11329988" y="5167313"/>
          <p14:tracePt t="43427" x="11349038" y="5160963"/>
          <p14:tracePt t="43436" x="11355388" y="5160963"/>
          <p14:tracePt t="43440" x="11361738" y="5154613"/>
          <p14:tracePt t="43478" x="11368088" y="5154613"/>
          <p14:tracePt t="44770" x="11374438" y="5154613"/>
          <p14:tracePt t="44781" x="11380788" y="5154613"/>
          <p14:tracePt t="46220" x="11374438" y="5154613"/>
          <p14:tracePt t="46232" x="11261725" y="5222875"/>
          <p14:tracePt t="46250" x="11218863" y="5265738"/>
          <p14:tracePt t="46261" x="11187113" y="5308600"/>
          <p14:tracePt t="46264" x="11144250" y="5353050"/>
          <p14:tracePt t="46272" x="11114088" y="5383213"/>
          <p14:tracePt t="46294" x="10995025" y="5476875"/>
          <p14:tracePt t="46303" x="10952163" y="5507038"/>
          <p14:tracePt t="46310" x="10909300" y="5545138"/>
          <p14:tracePt t="46324" x="10821988" y="5619750"/>
          <p14:tracePt t="46342" x="10729913" y="5686425"/>
          <p14:tracePt t="46357" x="10617200" y="5748338"/>
          <p14:tracePt t="46361" x="10580688" y="5773738"/>
          <p14:tracePt t="46371" x="10518775" y="5792788"/>
          <p14:tracePt t="46389" x="10407650" y="5835650"/>
          <p14:tracePt t="46392" x="10339388" y="5873750"/>
          <p14:tracePt t="46404" x="10307638" y="5884863"/>
          <p14:tracePt t="46408" x="10258425" y="5903913"/>
          <p14:tracePt t="46433" x="10134600" y="5935663"/>
          <p14:tracePt t="46443" x="10102850" y="5935663"/>
          <p14:tracePt t="46453" x="10090150" y="5935663"/>
          <p14:tracePt t="46480" x="10083800" y="5935663"/>
          <p14:tracePt t="46497" x="10079038" y="5935663"/>
          <p14:tracePt t="46504" x="10059988" y="5935663"/>
          <p14:tracePt t="46528" x="9955213" y="5946775"/>
          <p14:tracePt t="46536" x="9904413" y="5946775"/>
          <p14:tracePt t="46548" x="9867900" y="5953125"/>
          <p14:tracePt t="46555" x="9842500" y="5953125"/>
          <p14:tracePt t="46560" x="9805988" y="5953125"/>
          <p14:tracePt t="46568" x="9767888" y="5953125"/>
          <p14:tracePt t="46577" x="9731375" y="5953125"/>
          <p14:tracePt t="46588" x="9699625" y="5953125"/>
          <p14:tracePt t="46592" x="9688513" y="5953125"/>
          <p14:tracePt t="46604" x="9669463" y="5953125"/>
          <p14:tracePt t="46621" x="9637713" y="5953125"/>
          <p14:tracePt t="46624" x="9631363" y="5953125"/>
          <p14:tracePt t="46648" x="9626600" y="5953125"/>
          <p14:tracePt t="46675" x="9620250" y="5953125"/>
          <p14:tracePt t="46688" x="9613900" y="5953125"/>
          <p14:tracePt t="46698" x="9601200" y="5953125"/>
          <p14:tracePt t="46714" x="9594850" y="5953125"/>
          <p14:tracePt t="46876" x="9607550" y="5940425"/>
          <p14:tracePt t="46891" x="9613900" y="5940425"/>
          <p14:tracePt t="46897" x="9620250" y="5922963"/>
          <p14:tracePt t="46906" x="9626600" y="5922963"/>
          <p14:tracePt t="47226" x="9631363" y="5922963"/>
          <p14:tracePt t="47238" x="9656763" y="5929313"/>
          <p14:tracePt t="47258" x="9682163" y="5935663"/>
          <p14:tracePt t="47269" x="9688513" y="5935663"/>
          <p14:tracePt t="47282" x="9694863" y="5935663"/>
          <p14:tracePt t="47309" x="9699625" y="5935663"/>
          <p14:tracePt t="47438" x="9705975" y="5935663"/>
          <p14:tracePt t="47453" x="9718675" y="5935663"/>
          <p14:tracePt t="47464" x="9744075" y="5935663"/>
          <p14:tracePt t="47472" x="9750425" y="5935663"/>
          <p14:tracePt t="47485" x="9793288" y="5935663"/>
          <p14:tracePt t="47497" x="9805988" y="5935663"/>
          <p14:tracePt t="47505" x="9874250" y="5940425"/>
          <p14:tracePt t="47522" x="9948863" y="5953125"/>
          <p14:tracePt t="47530" x="9966325" y="5953125"/>
          <p14:tracePt t="47538" x="9985375" y="5959475"/>
          <p14:tracePt t="47543" x="9991725" y="5959475"/>
          <p14:tracePt t="47554" x="9998075" y="5959475"/>
          <p14:tracePt t="47594" x="9998075" y="5965825"/>
          <p14:tracePt t="47608" x="10004425" y="5965825"/>
          <p14:tracePt t="47634" x="10010775" y="5965825"/>
          <p14:tracePt t="47649" x="10017125" y="5965825"/>
          <p14:tracePt t="47669" x="10028238" y="5965825"/>
          <p14:tracePt t="48313" x="10047288" y="5965825"/>
          <p14:tracePt t="48324" x="10066338" y="5965825"/>
          <p14:tracePt t="48329" x="10102850" y="5978525"/>
          <p14:tracePt t="48347" x="10147300" y="5984875"/>
          <p14:tracePt t="48362" x="10171113" y="5984875"/>
          <p14:tracePt t="48370" x="10226675" y="5997575"/>
          <p14:tracePt t="48378" x="10245725" y="5997575"/>
          <p14:tracePt t="48388" x="10252075" y="5997575"/>
          <p14:tracePt t="48397" x="10264775" y="5997575"/>
          <p14:tracePt t="48406" x="10271125" y="6002338"/>
          <p14:tracePt t="48412" x="10277475" y="6002338"/>
          <p14:tracePt t="48417" x="10294938" y="6002338"/>
          <p14:tracePt t="48426" x="10301288" y="6002338"/>
          <p14:tracePt t="48437" x="10307638" y="6002338"/>
          <p14:tracePt t="48441" x="10313988" y="6002338"/>
          <p14:tracePt t="48454" x="10333038" y="6002338"/>
          <p14:tracePt t="48471" x="10363200" y="5997575"/>
          <p14:tracePt t="48488" x="10375900" y="5997575"/>
          <p14:tracePt t="48505" x="10425113" y="5997575"/>
          <p14:tracePt t="48511" x="10444163" y="5997575"/>
          <p14:tracePt t="48521" x="10456863" y="5997575"/>
          <p14:tracePt t="48537" x="10463213" y="5997575"/>
          <p14:tracePt t="48579" x="10469563" y="5997575"/>
          <p14:tracePt t="48591" x="10474325" y="5997575"/>
          <p14:tracePt t="48602" x="10493375" y="5991225"/>
          <p14:tracePt t="48609" x="10506075" y="5991225"/>
          <p14:tracePt t="48621" x="10525125" y="5984875"/>
          <p14:tracePt t="48627" x="10542588" y="5978525"/>
          <p14:tracePt t="48640" x="10561638" y="5965825"/>
          <p14:tracePt t="48654" x="10604500" y="5959475"/>
          <p14:tracePt t="48672" x="10636250" y="5953125"/>
          <p14:tracePt t="48679" x="10648950" y="5953125"/>
          <p14:tracePt t="48697" x="10655300" y="5953125"/>
          <p14:tracePt t="48947" x="10661650" y="5953125"/>
          <p14:tracePt t="48979" x="10668000" y="5953125"/>
          <p14:tracePt t="49433" x="10672763" y="5953125"/>
          <p14:tracePt t="49446" x="10679113" y="5953125"/>
          <p14:tracePt t="49453" x="10698163" y="5953125"/>
          <p14:tracePt t="49467" x="10717213" y="5953125"/>
          <p14:tracePt t="49478" x="10734675" y="5940425"/>
          <p14:tracePt t="49490" x="10791825" y="5935663"/>
          <p14:tracePt t="49508" x="10841038" y="5922963"/>
          <p14:tracePt t="49521" x="10877550" y="5916613"/>
          <p14:tracePt t="49523" x="10922000" y="5903913"/>
          <p14:tracePt t="49531" x="10958513" y="5903913"/>
          <p14:tracePt t="49538" x="10995025" y="5903913"/>
          <p14:tracePt t="49553" x="11101388" y="5884863"/>
          <p14:tracePt t="49570" x="11187113" y="5873750"/>
          <p14:tracePt t="49588" x="11312525" y="5861050"/>
          <p14:tracePt t="49591" x="11361738" y="5854700"/>
          <p14:tracePt t="49604" x="11398250" y="5854700"/>
          <p14:tracePt t="49620" x="11491913" y="5842000"/>
          <p14:tracePt t="49627" x="11560175" y="5829300"/>
          <p14:tracePt t="49641" x="11645900" y="5829300"/>
          <p14:tracePt t="49656" x="11714163" y="5829300"/>
          <p14:tracePt t="49667" x="11726863" y="5829300"/>
          <p14:tracePt t="49674" x="11745913" y="5829300"/>
          <p14:tracePt t="49687" x="11752263" y="5829300"/>
          <p14:tracePt t="49698" x="11764963" y="5829300"/>
          <p14:tracePt t="49723" x="11764963" y="5842000"/>
          <p14:tracePt t="49744" x="11769725" y="5842000"/>
          <p14:tracePt t="49771" x="11776075" y="5842000"/>
          <p14:tracePt t="49784" x="11788775" y="5842000"/>
          <p14:tracePt t="49793" x="11795125" y="5842000"/>
          <p14:tracePt t="49890" x="11795125" y="5848350"/>
          <p14:tracePt t="49902" x="11795125" y="5854700"/>
          <p14:tracePt t="49918" x="11758613" y="5867400"/>
          <p14:tracePt t="49929" x="11745913" y="5878513"/>
          <p14:tracePt t="49932" x="11714163" y="5884863"/>
          <p14:tracePt t="49940" x="11690350" y="5884863"/>
          <p14:tracePt t="49955" x="11634788" y="5897563"/>
          <p14:tracePt t="49967" x="11622088" y="5897563"/>
          <p14:tracePt t="49972" x="11603038" y="5897563"/>
          <p14:tracePt t="49977" x="11596688" y="5897563"/>
          <p14:tracePt t="49984" x="11590338" y="5897563"/>
          <p14:tracePt t="49991" x="11583988" y="5903913"/>
          <p14:tracePt t="50106" x="11577638" y="5903913"/>
          <p14:tracePt t="50120" x="11566525" y="5903913"/>
          <p14:tracePt t="50136" x="11560175" y="5903913"/>
          <p14:tracePt t="51768" x="11553825" y="5910263"/>
          <p14:tracePt t="51780" x="11547475" y="5910263"/>
          <p14:tracePt t="51793" x="11541125" y="5916613"/>
          <p14:tracePt t="52985" x="11534775" y="5922963"/>
          <p14:tracePt t="52998" x="11528425" y="5922963"/>
          <p14:tracePt t="53010" x="11504613" y="5929313"/>
          <p14:tracePt t="53024" x="11472863" y="5929313"/>
          <p14:tracePt t="53030" x="11453813" y="5922963"/>
          <p14:tracePt t="53045" x="11447463" y="5916613"/>
          <p14:tracePt t="53058" x="11410950" y="5891213"/>
          <p14:tracePt t="53064" x="11398250" y="5861050"/>
          <p14:tracePt t="53074" x="11368088" y="5829300"/>
          <p14:tracePt t="53089" x="11329988" y="5773738"/>
          <p14:tracePt t="53106" x="11261725" y="5662613"/>
          <p14:tracePt t="53110" x="11244263" y="5607050"/>
          <p14:tracePt t="53123" x="11218863" y="5568950"/>
          <p14:tracePt t="53129" x="11193463" y="5494338"/>
          <p14:tracePt t="53144" x="11120438" y="5334000"/>
          <p14:tracePt t="53155" x="11114088" y="5308600"/>
          <p14:tracePt t="53164" x="11107738" y="5291138"/>
          <p14:tracePt t="53171" x="11095038" y="5272088"/>
          <p14:tracePt t="53180" x="11088688" y="5265738"/>
          <p14:tracePt t="53183" x="11088688" y="5259388"/>
          <p14:tracePt t="53192" x="11082338" y="5253038"/>
          <p14:tracePt t="53205" x="11082338" y="5246688"/>
          <p14:tracePt t="53209" x="11075988" y="5246688"/>
          <p14:tracePt t="53284" x="11075988" y="5240338"/>
          <p14:tracePt t="53454" x="11069638" y="5240338"/>
          <p14:tracePt t="53468" x="11056938" y="5240338"/>
          <p14:tracePt t="53516" x="11052175" y="5240338"/>
          <p14:tracePt t="53789" x="11045825" y="5240338"/>
          <p14:tracePt t="53799" x="11033125" y="5240338"/>
          <p14:tracePt t="53812" x="11007725" y="5235575"/>
          <p14:tracePt t="53837" x="10964863" y="5222875"/>
          <p14:tracePt t="53845" x="10902950" y="5222875"/>
          <p14:tracePt t="53868" x="10821988" y="5222875"/>
          <p14:tracePt t="53881" x="10766425" y="5210175"/>
          <p14:tracePt t="53889" x="10729913" y="5210175"/>
          <p14:tracePt t="53905" x="10698163" y="5210175"/>
          <p14:tracePt t="53923" x="10685463" y="5203825"/>
          <p14:tracePt t="53928" x="10679113" y="5197475"/>
          <p14:tracePt t="53941" x="10672763" y="5197475"/>
          <p14:tracePt t="53947" x="10661650" y="5197475"/>
          <p14:tracePt t="53955" x="10655300" y="5197475"/>
          <p14:tracePt t="53961" x="10655300" y="5191125"/>
          <p14:tracePt t="53977" x="10648950" y="5191125"/>
          <p14:tracePt t="53987" x="10642600" y="5191125"/>
          <p14:tracePt t="53997" x="10636250" y="5191125"/>
          <p14:tracePt t="54001" x="10629900" y="5191125"/>
          <p14:tracePt t="54007" x="10623550" y="5191125"/>
          <p14:tracePt t="54027" x="10604500" y="5191125"/>
          <p14:tracePt t="54029" x="10599738" y="5191125"/>
          <p14:tracePt t="54040" x="10593388" y="5191125"/>
          <p14:tracePt t="54059" x="10587038" y="5184775"/>
          <p14:tracePt t="54080" x="10580688" y="5184775"/>
          <p14:tracePt t="54175" x="10574338" y="5184775"/>
          <p14:tracePt t="54186" x="10574338" y="5178425"/>
          <p14:tracePt t="54200" x="10567988" y="5178425"/>
          <p14:tracePt t="54211" x="10555288" y="5167313"/>
          <p14:tracePt t="54222" x="10548938" y="5167313"/>
          <p14:tracePt t="54244" x="10542588" y="5167313"/>
          <p14:tracePt t="54250" x="10537825" y="5160963"/>
          <p14:tracePt t="54267" x="10531475" y="5160963"/>
          <p14:tracePt t="54293" x="10525125" y="5160963"/>
          <p14:tracePt t="54315" x="10518775" y="5160963"/>
          <p14:tracePt t="54338" x="10506075" y="5160963"/>
          <p14:tracePt t="54349" x="10499725" y="5160963"/>
          <p14:tracePt t="54353" x="10487025" y="5160963"/>
          <p14:tracePt t="54359" x="10469563" y="5160963"/>
          <p14:tracePt t="54372" x="10463213" y="5160963"/>
          <p14:tracePt t="54377" x="10437813" y="5160963"/>
          <p14:tracePt t="54391" x="10388600" y="5160963"/>
          <p14:tracePt t="54403" x="10350500" y="5160963"/>
          <p14:tracePt t="54412" x="10313988" y="5160963"/>
          <p14:tracePt t="54417" x="10277475" y="5160963"/>
          <p14:tracePt t="54425" x="10252075" y="5160963"/>
          <p14:tracePt t="54437" x="10213975" y="5160963"/>
          <p14:tracePt t="54443" x="10164763" y="5160963"/>
          <p14:tracePt t="54451" x="10109200" y="5160963"/>
          <p14:tracePt t="54460" x="10083800" y="5160963"/>
          <p14:tracePt t="54472" x="10034588" y="5160963"/>
          <p14:tracePt t="54490" x="9998075" y="5154613"/>
          <p14:tracePt t="54507" x="9985375" y="5154613"/>
          <p14:tracePt t="54513" x="9979025" y="5148263"/>
          <p14:tracePt t="54530" x="9972675" y="5148263"/>
          <p14:tracePt t="54545" x="9955213" y="5141913"/>
          <p14:tracePt t="54563" x="9936163" y="5141913"/>
          <p14:tracePt t="54568" x="9910763" y="5141913"/>
          <p14:tracePt t="54575" x="9891713" y="5141913"/>
          <p14:tracePt t="54590" x="9874250" y="5141913"/>
          <p14:tracePt t="54593" x="9861550" y="5141913"/>
          <p14:tracePt t="54606" x="9848850" y="5141913"/>
          <p14:tracePt t="54622" x="9842500" y="5129213"/>
          <p14:tracePt t="54639" x="9825038" y="5129213"/>
          <p14:tracePt t="54657" x="9818688" y="5122863"/>
          <p14:tracePt t="54684" x="9812338" y="5122863"/>
          <p14:tracePt t="54695" x="9812338" y="5116513"/>
          <p14:tracePt t="54721" x="9812338" y="5111750"/>
          <p14:tracePt t="54802" x="9805988" y="5111750"/>
          <p14:tracePt t="54816" x="9774238" y="5111750"/>
          <p14:tracePt t="54828" x="9767888" y="5111750"/>
          <p14:tracePt t="54841" x="9744075" y="5111750"/>
          <p14:tracePt t="54858" x="9737725" y="5111750"/>
          <p14:tracePt t="54874" x="9731375" y="5111750"/>
          <p14:tracePt t="54898" x="9725025" y="5111750"/>
          <p14:tracePt t="54953" x="9718675" y="5111750"/>
          <p14:tracePt t="54964" x="9705975" y="5116513"/>
          <p14:tracePt t="54976" x="9699625" y="5116513"/>
          <p14:tracePt t="54979" x="9694863" y="5116513"/>
          <p14:tracePt t="54986" x="9688513" y="5116513"/>
          <p14:tracePt t="55002" x="9682163" y="5129213"/>
          <p14:tracePt t="55018" x="9675813" y="5129213"/>
          <p14:tracePt t="55026" x="9669463" y="5135563"/>
          <p14:tracePt t="55040" x="9650413" y="5141913"/>
          <p14:tracePt t="55058" x="9631363" y="5141913"/>
          <p14:tracePt t="55075" x="9613900" y="5154613"/>
          <p14:tracePt t="55090" x="9601200" y="5154613"/>
          <p14:tracePt t="55106" x="9594850" y="5154613"/>
          <p14:tracePt t="55292" x="9594850" y="5160963"/>
          <p14:tracePt t="60814" x="9682163" y="5216525"/>
          <p14:tracePt t="60826" x="9688513" y="5222875"/>
          <p14:tracePt t="60891" x="9669463" y="5184775"/>
          <p14:tracePt t="60903" x="9631363" y="5129213"/>
          <p14:tracePt t="60918" x="9588500" y="5060950"/>
          <p14:tracePt t="60929" x="9458325" y="4894263"/>
          <p14:tracePt t="60941" x="9402763" y="4789488"/>
          <p14:tracePt t="60961" x="9291638" y="4552950"/>
          <p14:tracePt t="60969" x="9272588" y="4484688"/>
          <p14:tracePt t="60976" x="9272588" y="4454525"/>
          <p14:tracePt t="60990" x="9272588" y="4405313"/>
          <p14:tracePt t="60995" x="9272588" y="4379913"/>
          <p14:tracePt t="61001" x="9272588" y="4330700"/>
          <p14:tracePt t="61009" x="9285288" y="4292600"/>
          <p14:tracePt t="61024" x="9291638" y="4237038"/>
          <p14:tracePt t="61035" x="9291638" y="4200525"/>
          <p14:tracePt t="61043" x="9304338" y="4151313"/>
          <p14:tracePt t="61058" x="9321800" y="4057650"/>
          <p14:tracePt t="61075" x="9359900" y="3946525"/>
          <p14:tracePt t="61078" x="9377363" y="3921125"/>
          <p14:tracePt t="61090" x="9402763" y="3903663"/>
          <p14:tracePt t="61109" x="9471025" y="3890963"/>
          <p14:tracePt t="61116" x="9507538" y="3884613"/>
          <p14:tracePt t="61124" x="9545638" y="3884613"/>
          <p14:tracePt t="61136" x="9631363" y="3884613"/>
          <p14:tracePt t="61146" x="9682163" y="3884613"/>
          <p14:tracePt t="61157" x="9793288" y="3884613"/>
          <p14:tracePt t="61164" x="9948863" y="3903663"/>
          <p14:tracePt t="61183" x="10723563" y="4157663"/>
          <p14:tracePt t="61198" x="11075988" y="4324350"/>
          <p14:tracePt t="61206" x="11707813" y="4708525"/>
          <p14:tracePt t="61226" x="12117388" y="5154613"/>
          <p14:tracePt t="61587" x="10350500" y="6759575"/>
          <p14:tracePt t="61594" x="10356850" y="6702425"/>
          <p14:tracePt t="61599" x="10375900" y="6646863"/>
          <p14:tracePt t="61608" x="10401300" y="6591300"/>
          <p14:tracePt t="61624" x="10425113" y="6529388"/>
          <p14:tracePt t="61633" x="10431463" y="6523038"/>
          <p14:tracePt t="61640" x="10431463" y="6516688"/>
          <p14:tracePt t="61655" x="10431463" y="6499225"/>
          <p14:tracePt t="61665" x="10425113" y="6486525"/>
          <p14:tracePt t="61674" x="10418763" y="6467475"/>
          <p14:tracePt t="61682" x="10412413" y="6448425"/>
          <p14:tracePt t="61694" x="10394950" y="6418263"/>
          <p14:tracePt t="61703" x="10382250" y="6399213"/>
          <p14:tracePt t="61712" x="10375900" y="6381750"/>
          <p14:tracePt t="61725" x="10369550" y="6375400"/>
          <p14:tracePt t="61741" x="10350500" y="6343650"/>
          <p14:tracePt t="61746" x="10344150" y="6324600"/>
          <p14:tracePt t="61759" x="10326688" y="6281738"/>
          <p14:tracePt t="61777" x="10320338" y="6226175"/>
          <p14:tracePt t="61782" x="10307638" y="6189663"/>
          <p14:tracePt t="61791" x="10307638" y="6176963"/>
          <p14:tracePt t="61808" x="10301288" y="6121400"/>
          <p14:tracePt t="61824" x="10301288" y="6089650"/>
          <p14:tracePt t="61841" x="10301288" y="6064250"/>
          <p14:tracePt t="61857" x="10301288" y="6046788"/>
          <p14:tracePt t="61874" x="10301288" y="6021388"/>
          <p14:tracePt t="61890" x="10301288" y="6008688"/>
          <p14:tracePt t="61908" x="10307638" y="5997575"/>
          <p14:tracePt t="61916" x="10307638" y="5991225"/>
          <p14:tracePt t="61925" x="10313988" y="5978525"/>
          <p14:tracePt t="61938" x="10320338" y="5972175"/>
          <p14:tracePt t="61949" x="10326688" y="5965825"/>
          <p14:tracePt t="61962" x="10339388" y="5959475"/>
          <p14:tracePt t="61971" x="10350500" y="5953125"/>
          <p14:tracePt t="61986" x="10356850" y="5946775"/>
          <p14:tracePt t="61989" x="10375900" y="5935663"/>
          <p14:tracePt t="61994" x="10382250" y="5929313"/>
          <p14:tracePt t="62006" x="10394950" y="5922963"/>
          <p14:tracePt t="62015" x="10418763" y="5916613"/>
          <p14:tracePt t="62026" x="10437813" y="5916613"/>
          <p14:tracePt t="62040" x="10444163" y="5910263"/>
          <p14:tracePt t="62058" x="10450513" y="5910263"/>
          <p14:tracePt t="62131" x="10456863" y="5910263"/>
          <p14:tracePt t="62163" x="10463213" y="5897563"/>
          <p14:tracePt t="62178" x="10469563" y="5891213"/>
          <p14:tracePt t="62190" x="10474325" y="5884863"/>
          <p14:tracePt t="62207" x="10493375" y="5884863"/>
          <p14:tracePt t="62217" x="10493375" y="5878513"/>
          <p14:tracePt t="62906" x="10506075" y="5878513"/>
          <p14:tracePt t="62917" x="10561638" y="5903913"/>
          <p14:tracePt t="62930" x="10661650" y="5916613"/>
          <p14:tracePt t="62941" x="10741025" y="5916613"/>
          <p14:tracePt t="62957" x="10896600" y="5929313"/>
          <p14:tracePt t="62965" x="10964863" y="5940425"/>
          <p14:tracePt t="62970" x="11020425" y="5940425"/>
          <p14:tracePt t="62979" x="11069638" y="5940425"/>
          <p14:tracePt t="62991" x="11169650" y="5940425"/>
          <p14:tracePt t="63008" x="11274425" y="5940425"/>
          <p14:tracePt t="63024" x="11323638" y="5940425"/>
          <p14:tracePt t="63031" x="11361738" y="5940425"/>
          <p14:tracePt t="63045" x="11398250" y="5940425"/>
          <p14:tracePt t="63056" x="11436350" y="5940425"/>
          <p14:tracePt t="63066" x="11479213" y="5940425"/>
          <p14:tracePt t="63074" x="11498263" y="5940425"/>
          <p14:tracePt t="63398" x="11479213" y="5946775"/>
          <p14:tracePt t="63412" x="11466513" y="5953125"/>
          <p14:tracePt t="63420" x="11460163" y="5959475"/>
          <p14:tracePt t="63434" x="11447463" y="5959475"/>
          <p14:tracePt t="63437" x="11442700" y="5965825"/>
          <p14:tracePt t="63450" x="11423650" y="5984875"/>
          <p14:tracePt t="63465" x="11380788" y="6002338"/>
          <p14:tracePt t="63481" x="11336338" y="6008688"/>
          <p14:tracePt t="63487" x="11317288" y="6008688"/>
          <p14:tracePt t="63507" x="11306175" y="6008688"/>
          <p14:tracePt t="63521" x="11299825" y="6015038"/>
          <p14:tracePt t="63536" x="11293475" y="6015038"/>
          <p14:tracePt t="63569" x="11280775" y="6015038"/>
          <p14:tracePt t="63584" x="11274425" y="6027738"/>
          <p14:tracePt t="63592" x="11268075" y="6034088"/>
          <p14:tracePt t="63611" x="11250613" y="6040438"/>
          <p14:tracePt t="63618" x="11231563" y="6046788"/>
          <p14:tracePt t="63623" x="11218863" y="6046788"/>
          <p14:tracePt t="63637" x="11187113" y="6059488"/>
          <p14:tracePt t="63640" x="11163300" y="6064250"/>
          <p14:tracePt t="63656" x="11125200" y="6076950"/>
          <p14:tracePt t="63673" x="11082338" y="6083300"/>
          <p14:tracePt t="63681" x="10995025" y="6096000"/>
          <p14:tracePt t="63687" x="10945813" y="6096000"/>
          <p14:tracePt t="63699" x="10909300" y="6102350"/>
          <p14:tracePt t="63709" x="10883900" y="6102350"/>
          <p14:tracePt t="63714" x="10853738" y="6102350"/>
          <p14:tracePt t="63722" x="10815638" y="6115050"/>
          <p14:tracePt t="63729" x="10791825" y="6115050"/>
          <p14:tracePt t="63741" x="10791825" y="6121400"/>
          <p14:tracePt t="63745" x="10785475" y="6121400"/>
          <p14:tracePt t="63756" x="10779125" y="6121400"/>
          <p14:tracePt t="63768" x="10766425" y="6121400"/>
          <p14:tracePt t="63775" x="10760075" y="6121400"/>
          <p14:tracePt t="63792" x="10741025" y="6121400"/>
          <p14:tracePt t="63813" x="10704513" y="6127750"/>
          <p14:tracePt t="63827" x="10672763" y="6138863"/>
          <p14:tracePt t="63830" x="10648950" y="6138863"/>
          <p14:tracePt t="63841" x="10623550" y="6145213"/>
          <p14:tracePt t="63858" x="10555288" y="6157913"/>
          <p14:tracePt t="63876" x="10450513" y="6164263"/>
          <p14:tracePt t="63887" x="10425113" y="6176963"/>
          <p14:tracePt t="63892" x="10401300" y="6176963"/>
          <p14:tracePt t="63898" x="10369550" y="6176963"/>
          <p14:tracePt t="63901" x="10356850" y="6176963"/>
          <p14:tracePt t="63910" x="10326688" y="6176963"/>
          <p14:tracePt t="63925" x="10313988" y="6176963"/>
          <p14:tracePt t="63929" x="10294938" y="6176963"/>
          <p14:tracePt t="63943" x="10282238" y="6176963"/>
          <p14:tracePt t="63947" x="10277475" y="6176963"/>
          <p14:tracePt t="63950" x="10258425" y="6176963"/>
          <p14:tracePt t="63964" x="10252075" y="6176963"/>
          <p14:tracePt t="63977" x="10239375" y="6176963"/>
          <p14:tracePt t="63986" x="10233025" y="6176963"/>
          <p14:tracePt t="64002" x="10213975" y="6176963"/>
          <p14:tracePt t="64011" x="10209213" y="6176963"/>
          <p14:tracePt t="64027" x="10183813" y="6176963"/>
          <p14:tracePt t="64040" x="10177463" y="6164263"/>
          <p14:tracePt t="64045" x="10164763" y="6164263"/>
          <p14:tracePt t="64055" x="10134600" y="6157913"/>
          <p14:tracePt t="64068" x="10121900" y="6151563"/>
          <p14:tracePt t="64079" x="10083800" y="6145213"/>
          <p14:tracePt t="64091" x="10066338" y="6145213"/>
          <p14:tracePt t="64096" x="10053638" y="6145213"/>
          <p14:tracePt t="64104" x="10034588" y="6132513"/>
          <p14:tracePt t="64112" x="10017125" y="6132513"/>
          <p14:tracePt t="64125" x="10004425" y="6132513"/>
          <p14:tracePt t="64136" x="9991725" y="6132513"/>
          <p14:tracePt t="64144" x="9966325" y="6127750"/>
          <p14:tracePt t="64156" x="9948863" y="6127750"/>
          <p14:tracePt t="64166" x="9936163" y="6127750"/>
          <p14:tracePt t="64177" x="9898063" y="6127750"/>
          <p14:tracePt t="64186" x="9891713" y="6121400"/>
          <p14:tracePt t="64192" x="9886950" y="6121400"/>
          <p14:tracePt t="64205" x="9880600" y="6121400"/>
          <p14:tracePt t="64218" x="9867900" y="6115050"/>
          <p14:tracePt t="64235" x="9861550" y="6115050"/>
          <p14:tracePt t="64248" x="9829800" y="6096000"/>
          <p14:tracePt t="64276" x="9825038" y="6096000"/>
          <p14:tracePt t="64293" x="9818688" y="6089650"/>
          <p14:tracePt t="64308" x="9805988" y="6089650"/>
          <p14:tracePt t="64313" x="9799638" y="6089650"/>
          <p14:tracePt t="64326" x="9793288" y="6089650"/>
          <p14:tracePt t="64335" x="9786938" y="6083300"/>
          <p14:tracePt t="64347" x="9780588" y="6083300"/>
          <p14:tracePt t="64359" x="9756775" y="6076950"/>
          <p14:tracePt t="64378" x="9737725" y="6064250"/>
          <p14:tracePt t="64392" x="9718675" y="6059488"/>
          <p14:tracePt t="64409" x="9705975" y="6053138"/>
          <p14:tracePt t="64419" x="9699625" y="6053138"/>
          <p14:tracePt t="64426" x="9694863" y="6046788"/>
          <p14:tracePt t="64434" x="9688513" y="6046788"/>
          <p14:tracePt t="64447" x="9682163" y="6046788"/>
          <p14:tracePt t="64464" x="9669463" y="6040438"/>
          <p14:tracePt t="64480" x="9663113" y="6040438"/>
          <p14:tracePt t="64493" x="9656763" y="6040438"/>
          <p14:tracePt t="64511" x="9650413" y="6040438"/>
          <p14:tracePt t="64540" x="9644063" y="6040438"/>
          <p14:tracePt t="64553" x="9637713" y="6040438"/>
          <p14:tracePt t="64560" x="9631363" y="6034088"/>
          <p14:tracePt t="64575" x="9620250" y="6034088"/>
          <p14:tracePt t="64592" x="9601200" y="6027738"/>
          <p14:tracePt t="64609" x="9594850" y="6027738"/>
          <p14:tracePt t="64626" x="9588500" y="6027738"/>
          <p14:tracePt t="64642" x="9582150" y="6027738"/>
          <p14:tracePt t="64761" x="9582150" y="6021388"/>
          <p14:tracePt t="64909" x="9582150" y="6008688"/>
          <p14:tracePt t="64919" x="9588500" y="6008688"/>
          <p14:tracePt t="64931" x="9588500" y="6002338"/>
          <p14:tracePt t="64947" x="9601200" y="5997575"/>
          <p14:tracePt t="64968" x="9607550" y="5997575"/>
          <p14:tracePt t="64980" x="9613900" y="5997575"/>
          <p14:tracePt t="64994" x="9644063" y="5997575"/>
          <p14:tracePt t="65009" x="9688513" y="6002338"/>
          <p14:tracePt t="65027" x="9731375" y="6008688"/>
          <p14:tracePt t="65041" x="9774238" y="6015038"/>
          <p14:tracePt t="65058" x="9799638" y="6015038"/>
          <p14:tracePt t="65075" x="9825038" y="6015038"/>
          <p14:tracePt t="65080" x="9836150" y="6015038"/>
          <p14:tracePt t="65092" x="9842500" y="6015038"/>
          <p14:tracePt t="65096" x="9861550" y="6015038"/>
          <p14:tracePt t="65109" x="9867900" y="6015038"/>
          <p14:tracePt t="65128" x="9886950" y="6015038"/>
          <p14:tracePt t="65134" x="9891713" y="6015038"/>
          <p14:tracePt t="65265" x="9891713" y="6008688"/>
          <p14:tracePt t="65288" x="9898063" y="6008688"/>
          <p14:tracePt t="65307" x="9910763" y="6002338"/>
          <p14:tracePt t="65323" x="9917113" y="6002338"/>
          <p14:tracePt t="65332" x="9923463" y="6002338"/>
          <p14:tracePt t="65340" x="9929813" y="6002338"/>
          <p14:tracePt t="65472" x="9936163" y="6002338"/>
          <p14:tracePt t="65577" x="9942513" y="6002338"/>
          <p14:tracePt t="65667" x="9948863" y="6002338"/>
          <p14:tracePt t="65690" x="9959975" y="6008688"/>
          <p14:tracePt t="66485" x="9959975" y="6015038"/>
          <p14:tracePt t="66495" x="9955213" y="6027738"/>
          <p14:tracePt t="66515" x="9929813" y="6076950"/>
          <p14:tracePt t="66528" x="9904413" y="6102350"/>
          <p14:tracePt t="66543" x="9855200" y="6138863"/>
          <p14:tracePt t="66558" x="9848850" y="6145213"/>
          <p14:tracePt t="66570" x="9842500" y="6145213"/>
          <p14:tracePt t="66583" x="9836150" y="6145213"/>
          <p14:tracePt t="66592" x="9836150" y="6157913"/>
          <p14:tracePt t="66712" x="9829800" y="6157913"/>
          <p14:tracePt t="66722" x="9829800" y="6164263"/>
          <p14:tracePt t="66734" x="9825038" y="6170613"/>
          <p14:tracePt t="66758" x="9818688" y="6176963"/>
          <p14:tracePt t="66806" x="9818688" y="6121400"/>
          <p14:tracePt t="66818" x="9818688" y="6034088"/>
          <p14:tracePt t="66825" x="9818688" y="5953125"/>
          <p14:tracePt t="66842" x="9861550" y="5737225"/>
          <p14:tracePt t="66861" x="9955213" y="5464175"/>
          <p14:tracePt t="66876" x="10010775" y="5334000"/>
          <p14:tracePt t="66881" x="10028238" y="5302250"/>
          <p14:tracePt t="66891" x="10040938" y="5284788"/>
          <p14:tracePt t="66902" x="10047288" y="5278438"/>
          <p14:tracePt t="66911" x="10047288" y="5272088"/>
          <p14:tracePt t="66926" x="10053638" y="5272088"/>
          <p14:tracePt t="66943" x="10059988" y="5272088"/>
          <p14:tracePt t="66960" x="10090150" y="5259388"/>
          <p14:tracePt t="66969" x="10121900" y="5246688"/>
          <p14:tracePt t="66977" x="10147300" y="5240338"/>
          <p14:tracePt t="66990" x="10196513" y="5229225"/>
          <p14:tracePt t="67000" x="10307638" y="5210175"/>
          <p14:tracePt t="67014" x="10375900" y="5197475"/>
          <p14:tracePt t="67017" x="10444163" y="5173663"/>
          <p14:tracePt t="67024" x="10480675" y="5173663"/>
          <p14:tracePt t="67042" x="10587038" y="5160963"/>
          <p14:tracePt t="67059" x="10617200" y="5160963"/>
          <p14:tracePt t="67077" x="10623550" y="5160963"/>
          <p14:tracePt t="67084" x="10629900" y="5160963"/>
          <p14:tracePt t="67566" x="10636250" y="5160963"/>
          <p14:tracePt t="67572" x="10655300" y="5160963"/>
          <p14:tracePt t="67589" x="10698163" y="5160963"/>
          <p14:tracePt t="67607" x="10734675" y="5160963"/>
          <p14:tracePt t="67620" x="10828338" y="5160963"/>
          <p14:tracePt t="67633" x="10964863" y="5148263"/>
          <p14:tracePt t="67643" x="10977563" y="5148263"/>
          <p14:tracePt t="67651" x="11014075" y="5148263"/>
          <p14:tracePt t="67662" x="11033125" y="5148263"/>
          <p14:tracePt t="67674" x="11056938" y="5148263"/>
          <p14:tracePt t="67688" x="11069638" y="5148263"/>
          <p14:tracePt t="67708" x="11082338" y="5148263"/>
          <p14:tracePt t="67726" x="11088688" y="5154613"/>
          <p14:tracePt t="67733" x="11095038" y="5154613"/>
          <p14:tracePt t="67742" x="11101388" y="5154613"/>
          <p14:tracePt t="67754" x="11114088" y="5160963"/>
          <p14:tracePt t="67760" x="11120438" y="5160963"/>
          <p14:tracePt t="67774" x="11131550" y="5160963"/>
          <p14:tracePt t="67778" x="11137900" y="5167313"/>
          <p14:tracePt t="67787" x="11150600" y="5167313"/>
          <p14:tracePt t="67794" x="11156950" y="5167313"/>
          <p14:tracePt t="67809" x="11176000" y="5178425"/>
          <p14:tracePt t="67826" x="11182350" y="5178425"/>
          <p14:tracePt t="67906" x="11187113" y="5178425"/>
          <p14:tracePt t="67921" x="11187113" y="5184775"/>
          <p14:tracePt t="67935" x="11199813" y="5191125"/>
          <p14:tracePt t="67949" x="11218863" y="5197475"/>
          <p14:tracePt t="67963" x="11225213" y="5210175"/>
          <p14:tracePt t="67977" x="11231563" y="5216525"/>
          <p14:tracePt t="67985" x="11237913" y="5216525"/>
          <p14:tracePt t="67992" x="11244263" y="5229225"/>
          <p14:tracePt t="68001" x="11250613" y="5229225"/>
          <p14:tracePt t="68018" x="11255375" y="5229225"/>
          <p14:tracePt t="68031" x="11268075" y="5229225"/>
          <p14:tracePt t="68042" x="11274425" y="5229225"/>
          <p14:tracePt t="68059" x="11274425" y="5235575"/>
          <p14:tracePt t="68077" x="11280775" y="5235575"/>
          <p14:tracePt t="68097" x="11287125" y="5235575"/>
          <p14:tracePt t="68398" x="11293475" y="5235575"/>
          <p14:tracePt t="68422" x="11299825" y="5235575"/>
          <p14:tracePt t="68437" x="11306175" y="5240338"/>
          <p14:tracePt t="68448" x="11317288" y="5240338"/>
          <p14:tracePt t="68472" x="11323638" y="5240338"/>
          <p14:tracePt t="68496" x="11329988" y="5240338"/>
          <p14:tracePt t="68511" x="11336338" y="5246688"/>
          <p14:tracePt t="68543" x="11342688" y="5246688"/>
          <p14:tracePt t="69033" x="11355388" y="5291138"/>
          <p14:tracePt t="69045" x="11374438" y="5334000"/>
          <p14:tracePt t="69058" x="11447463" y="5494338"/>
          <p14:tracePt t="69073" x="11566525" y="5705475"/>
          <p14:tracePt t="69080" x="11603038" y="5792788"/>
          <p14:tracePt t="69092" x="11658600" y="5897563"/>
          <p14:tracePt t="69098" x="11696700" y="5991225"/>
          <p14:tracePt t="69107" x="11707813" y="6040438"/>
          <p14:tracePt t="69118" x="11714163" y="6076950"/>
          <p14:tracePt t="69137" x="11714163" y="6083300"/>
          <p14:tracePt t="69161" x="11707813" y="6083300"/>
          <p14:tracePt t="69167" x="11703050" y="6083300"/>
          <p14:tracePt t="69177" x="11684000" y="6083300"/>
          <p14:tracePt t="69185" x="11677650" y="6083300"/>
          <p14:tracePt t="69192" x="11671300" y="6083300"/>
          <p14:tracePt t="69216" x="11645900" y="6083300"/>
          <p14:tracePt t="69232" x="11641138" y="6083300"/>
          <p14:tracePt t="69247" x="11634788" y="6083300"/>
          <p14:tracePt t="69452" x="11634788" y="6076950"/>
          <p14:tracePt t="69466" x="11634788" y="6070600"/>
          <p14:tracePt t="69488" x="11634788" y="6053138"/>
          <p14:tracePt t="69500" x="11634788" y="6034088"/>
          <p14:tracePt t="69513" x="11628438" y="5991225"/>
          <p14:tracePt t="69519" x="11603038" y="5953125"/>
          <p14:tracePt t="69529" x="11596688" y="5897563"/>
          <p14:tracePt t="69534" x="11583988" y="5848350"/>
          <p14:tracePt t="69543" x="11560175" y="5792788"/>
          <p14:tracePt t="69560" x="11541125" y="5668963"/>
          <p14:tracePt t="69576" x="11515725" y="5575300"/>
          <p14:tracePt t="69593" x="11498263" y="5451475"/>
          <p14:tracePt t="69610" x="11485563" y="5314950"/>
          <p14:tracePt t="69617" x="11472863" y="5246688"/>
          <p14:tracePt t="69627" x="11460163" y="5191125"/>
          <p14:tracePt t="69639" x="11442700" y="5135563"/>
          <p14:tracePt t="69647" x="11442700" y="5129213"/>
          <p14:tracePt t="69656" x="11436350" y="5116513"/>
          <p14:tracePt t="69666" x="11436350" y="5099050"/>
          <p14:tracePt t="69676" x="11436350" y="5086350"/>
          <p14:tracePt t="69681" x="11430000" y="5067300"/>
          <p14:tracePt t="69693" x="11430000" y="5060950"/>
          <p14:tracePt t="69698" x="11430000" y="5054600"/>
          <p14:tracePt t="69710" x="11423650" y="5043488"/>
          <p14:tracePt t="69727" x="11423650" y="5037138"/>
          <p14:tracePt t="69846" x="11423650" y="5060950"/>
          <p14:tracePt t="69853" x="11436350" y="5116513"/>
          <p14:tracePt t="69871" x="11453813" y="5191125"/>
          <p14:tracePt t="69876" x="11460163" y="5229225"/>
          <p14:tracePt t="69889" x="11498263" y="5340350"/>
          <p14:tracePt t="69900" x="11504613" y="5376863"/>
          <p14:tracePt t="69911" x="11515725" y="5432425"/>
          <p14:tracePt t="69922" x="11515725" y="5494338"/>
          <p14:tracePt t="69936" x="11515725" y="5545138"/>
          <p14:tracePt t="69944" x="11528425" y="5613400"/>
          <p14:tracePt t="69962" x="11534775" y="5718175"/>
          <p14:tracePt t="69980" x="11547475" y="5773738"/>
          <p14:tracePt t="69984" x="11553825" y="5822950"/>
          <p14:tracePt t="69994" x="11553825" y="5854700"/>
          <p14:tracePt t="70010" x="11566525" y="5903913"/>
          <p14:tracePt t="70027" x="11572875" y="5922963"/>
          <p14:tracePt t="70033" x="11572875" y="5929313"/>
          <p14:tracePt t="70156" x="11572875" y="5903913"/>
          <p14:tracePt t="70168" x="11534775" y="5848350"/>
          <p14:tracePt t="70185" x="11515725" y="5805488"/>
          <p14:tracePt t="70189" x="11491913" y="5748338"/>
          <p14:tracePt t="70201" x="11442700" y="5624513"/>
          <p14:tracePt t="70209" x="11423650" y="5551488"/>
          <p14:tracePt t="70223" x="11410950" y="5513388"/>
          <p14:tracePt t="70230" x="11391900" y="5408613"/>
          <p14:tracePt t="70239" x="11368088" y="5321300"/>
          <p14:tracePt t="70251" x="11342688" y="5229225"/>
          <p14:tracePt t="70255" x="11317288" y="5141913"/>
          <p14:tracePt t="70265" x="11306175" y="5060950"/>
          <p14:tracePt t="70277" x="11293475" y="5030788"/>
          <p14:tracePt t="70281" x="11287125" y="4992688"/>
          <p14:tracePt t="70293" x="11274425" y="4968875"/>
          <p14:tracePt t="70297" x="11268075" y="4962525"/>
          <p14:tracePt t="70302" x="11261725" y="4943475"/>
          <p14:tracePt t="70312" x="11255375" y="4937125"/>
          <p14:tracePt t="70327" x="11255375" y="4930775"/>
          <p14:tracePt t="70344" x="11255375" y="4924425"/>
          <p14:tracePt t="70362" x="11255375" y="4919663"/>
          <p14:tracePt t="70454" x="11255375" y="4930775"/>
          <p14:tracePt t="70463" x="11255375" y="4975225"/>
          <p14:tracePt t="70477" x="11317288" y="5116513"/>
          <p14:tracePt t="70482" x="11323638" y="5141913"/>
          <p14:tracePt t="70487" x="11336338" y="5178425"/>
          <p14:tracePt t="70506" x="11355388" y="5291138"/>
          <p14:tracePt t="70513" x="11368088" y="5340350"/>
          <p14:tracePt t="70522" x="11391900" y="5414963"/>
          <p14:tracePt t="70528" x="11404600" y="5470525"/>
          <p14:tracePt t="70537" x="11417300" y="5538788"/>
          <p14:tracePt t="70543" x="11436350" y="5575300"/>
          <p14:tracePt t="70560" x="11466513" y="5686425"/>
          <p14:tracePt t="70578" x="11485563" y="5743575"/>
          <p14:tracePt t="70593" x="11491913" y="5754688"/>
          <p14:tracePt t="70610" x="11491913" y="5761038"/>
          <p14:tracePt t="70673" x="11485563" y="5761038"/>
          <p14:tracePt t="70688" x="11479213" y="5761038"/>
          <p14:tracePt t="70699" x="11472863" y="5761038"/>
          <p14:tracePt t="70715" x="11453813" y="5743575"/>
          <p14:tracePt t="70721" x="11447463" y="5711825"/>
          <p14:tracePt t="70732" x="11447463" y="5705475"/>
          <p14:tracePt t="70747" x="11430000" y="5656263"/>
          <p14:tracePt t="70751" x="11417300" y="5588000"/>
          <p14:tracePt t="70761" x="11410950" y="5551488"/>
          <p14:tracePt t="70778" x="11398250" y="5457825"/>
          <p14:tracePt t="70792" x="11385550" y="5340350"/>
          <p14:tracePt t="70809" x="11361738" y="5154613"/>
          <p14:tracePt t="70827" x="11336338" y="4986338"/>
          <p14:tracePt t="70835" x="11329988" y="4956175"/>
          <p14:tracePt t="70843" x="11329988" y="4930775"/>
          <p14:tracePt t="70858" x="11323638" y="4924425"/>
          <p14:tracePt t="70869" x="11317288" y="4919663"/>
          <p14:tracePt t="70873" x="11317288" y="4913313"/>
          <p14:tracePt t="70968" x="11317288" y="4924425"/>
          <p14:tracePt t="70980" x="11317288" y="4956175"/>
          <p14:tracePt t="70984" x="11317288" y="4992688"/>
          <p14:tracePt t="71001" x="11329988" y="5086350"/>
          <p14:tracePt t="71008" x="11336338" y="5122863"/>
          <p14:tracePt t="71017" x="11349038" y="5173663"/>
          <p14:tracePt t="71026" x="11361738" y="5246688"/>
          <p14:tracePt t="71030" x="11385550" y="5334000"/>
          <p14:tracePt t="71050" x="11436350" y="5489575"/>
          <p14:tracePt t="71067" x="11479213" y="5630863"/>
          <p14:tracePt t="71077" x="11491913" y="5686425"/>
          <p14:tracePt t="71087" x="11515725" y="5792788"/>
          <p14:tracePt t="71095" x="11522075" y="5822950"/>
          <p14:tracePt t="71106" x="11522075" y="5848350"/>
          <p14:tracePt t="71113" x="11534775" y="5873750"/>
          <p14:tracePt t="71123" x="11534775" y="5891213"/>
          <p14:tracePt t="71131" x="11534775" y="5903913"/>
          <p14:tracePt t="71137" x="11534775" y="5922963"/>
          <p14:tracePt t="71152" x="11534775" y="5940425"/>
          <p14:tracePt t="71194" x="11534775" y="5946775"/>
          <p14:tracePt t="71208" x="11528425" y="5946775"/>
          <p14:tracePt t="71227" x="11522075" y="5946775"/>
          <p14:tracePt t="71249" x="11515725" y="5929313"/>
          <p14:tracePt t="71257" x="11510963" y="5910263"/>
          <p14:tracePt t="71264" x="11491913" y="5873750"/>
          <p14:tracePt t="71278" x="11460163" y="5805488"/>
          <p14:tracePt t="71292" x="11447463" y="5767388"/>
          <p14:tracePt t="71296" x="11430000" y="5711825"/>
          <p14:tracePt t="71312" x="11391900" y="5588000"/>
          <p14:tracePt t="71341" x="11349038" y="5438775"/>
          <p14:tracePt t="71348" x="11349038" y="5402263"/>
          <p14:tracePt t="71359" x="11329988" y="5297488"/>
          <p14:tracePt t="71374" x="11317288" y="5240338"/>
          <p14:tracePt t="71387" x="11317288" y="5154613"/>
          <p14:tracePt t="71399" x="11299825" y="5092700"/>
          <p14:tracePt t="71411" x="11299825" y="5073650"/>
          <p14:tracePt t="71428" x="11293475" y="5048250"/>
          <p14:tracePt t="71432" x="11287125" y="5043488"/>
          <p14:tracePt t="71563" x="11287125" y="5048250"/>
          <p14:tracePt t="71576" x="11287125" y="5129213"/>
          <p14:tracePt t="71586" x="11299825" y="5167313"/>
          <p14:tracePt t="71593" x="11306175" y="5203825"/>
          <p14:tracePt t="71603" x="11317288" y="5240338"/>
          <p14:tracePt t="71614" x="11336338" y="5353050"/>
          <p14:tracePt t="71626" x="11349038" y="5402263"/>
          <p14:tracePt t="71643" x="11380788" y="5513388"/>
          <p14:tracePt t="71661" x="11404600" y="5637213"/>
          <p14:tracePt t="71664" x="11417300" y="5692775"/>
          <p14:tracePt t="71678" x="11423650" y="5743575"/>
          <p14:tracePt t="71695" x="11436350" y="5835650"/>
          <p14:tracePt t="71711" x="11436350" y="5854700"/>
          <p14:tracePt t="71724" x="11436350" y="5867400"/>
          <p14:tracePt t="71736" x="11436350" y="5873750"/>
          <p14:tracePt t="71841" x="11430000" y="5873750"/>
          <p14:tracePt t="71851" x="11417300" y="5848350"/>
          <p14:tracePt t="71866" x="11391900" y="5767388"/>
          <p14:tracePt t="71871" x="11368088" y="5699125"/>
          <p14:tracePt t="71881" x="11342688" y="5624513"/>
          <p14:tracePt t="71895" x="11329988" y="5551488"/>
          <p14:tracePt t="71910" x="11312525" y="5476875"/>
          <p14:tracePt t="71913" x="11299825" y="5395913"/>
          <p14:tracePt t="71927" x="11244263" y="5203825"/>
          <p14:tracePt t="71945" x="11206163" y="4999038"/>
          <p14:tracePt t="71963" x="11193463" y="4894263"/>
          <p14:tracePt t="71967" x="11193463" y="4887913"/>
          <p14:tracePt t="71977" x="11193463" y="4881563"/>
          <p14:tracePt t="72115" x="11193463" y="4887913"/>
          <p14:tracePt t="72127" x="11206163" y="4956175"/>
          <p14:tracePt t="72138" x="11218863" y="5024438"/>
          <p14:tracePt t="72148" x="11231563" y="5048250"/>
          <p14:tracePt t="72160" x="11250613" y="5154613"/>
          <p14:tracePt t="72172" x="11261725" y="5229225"/>
          <p14:tracePt t="72179" x="11274425" y="5265738"/>
          <p14:tracePt t="72186" x="11280775" y="5291138"/>
          <p14:tracePt t="72194" x="11293475" y="5327650"/>
          <p14:tracePt t="72211" x="11299825" y="5383213"/>
          <p14:tracePt t="72227" x="11306175" y="5408613"/>
          <p14:tracePt t="72230" x="11306175" y="5414963"/>
          <p14:tracePt t="72370" x="11287125" y="5395913"/>
          <p14:tracePt t="72386" x="11193463" y="5359400"/>
          <p14:tracePt t="72396" x="11156950" y="5346700"/>
          <p14:tracePt t="72413" x="10958513" y="5321300"/>
          <p14:tracePt t="72418" x="10809288" y="5321300"/>
          <p14:tracePt t="72424" x="10623550" y="5308600"/>
          <p14:tracePt t="72434" x="10463213" y="5308600"/>
          <p14:tracePt t="72443" x="10264775" y="5308600"/>
          <p14:tracePt t="72460" x="9786938" y="5308600"/>
          <p14:tracePt t="72463" x="9582150" y="5308600"/>
          <p14:tracePt t="72483" x="9272588" y="5308600"/>
          <p14:tracePt t="72488" x="9174163" y="5308600"/>
          <p14:tracePt t="72495" x="9067800" y="5297488"/>
          <p14:tracePt t="72507" x="9043988" y="5297488"/>
          <p14:tracePt t="72518" x="9024938" y="5284788"/>
          <p14:tracePt t="72544" x="9024938" y="5278438"/>
          <p14:tracePt t="72552" x="9043988" y="5272088"/>
          <p14:tracePt t="72560" x="9048750" y="5265738"/>
          <p14:tracePt t="72581" x="9074150" y="5246688"/>
          <p14:tracePt t="72584" x="9080500" y="5246688"/>
          <p14:tracePt t="72593" x="9086850" y="5240338"/>
          <p14:tracePt t="72611" x="9105900" y="5240338"/>
          <p14:tracePt t="72618" x="9123363" y="5235575"/>
          <p14:tracePt t="72622" x="9148763" y="5235575"/>
          <p14:tracePt t="72631" x="9178925" y="5222875"/>
          <p14:tracePt t="72646" x="9197975" y="5216525"/>
          <p14:tracePt t="72649" x="9210675" y="5216525"/>
          <p14:tracePt t="72659" x="9240838" y="5210175"/>
          <p14:tracePt t="72678" x="9291638" y="5210175"/>
          <p14:tracePt t="72682" x="9315450" y="5210175"/>
          <p14:tracePt t="72686" x="9347200" y="5210175"/>
          <p14:tracePt t="72697" x="9366250" y="5216525"/>
          <p14:tracePt t="72710" x="9409113" y="5235575"/>
          <p14:tracePt t="72720" x="9421813" y="5253038"/>
          <p14:tracePt t="72737" x="9471025" y="5272088"/>
          <p14:tracePt t="72747" x="9483725" y="5278438"/>
          <p14:tracePt t="72760" x="9520238" y="5291138"/>
          <p14:tracePt t="72842" x="9526588" y="5291138"/>
          <p14:tracePt t="72851" x="9532938" y="5284788"/>
          <p14:tracePt t="72862" x="9539288" y="5272088"/>
          <p14:tracePt t="72880" x="9564688" y="5246688"/>
          <p14:tracePt t="72897" x="9575800" y="5222875"/>
          <p14:tracePt t="72905" x="9588500" y="5216525"/>
          <p14:tracePt t="72914" x="9594850" y="5210175"/>
          <p14:tracePt t="72929" x="9594850" y="5203825"/>
          <p14:tracePt t="72943" x="9594850" y="5184775"/>
          <p14:tracePt t="72961" x="9594850" y="5178425"/>
          <p14:tracePt t="72978" x="9582150" y="5173663"/>
          <p14:tracePt t="72992" x="9575800" y="5173663"/>
          <p14:tracePt t="73010" x="9564688" y="5160963"/>
          <p14:tracePt t="73017" x="9564688" y="5154613"/>
          <p14:tracePt t="73026" x="9558338" y="5154613"/>
          <p14:tracePt t="73037" x="9551988" y="5135563"/>
          <p14:tracePt t="73042" x="9539288" y="5135563"/>
          <p14:tracePt t="73047" x="9539288" y="5129213"/>
          <p14:tracePt t="73063" x="9532938" y="5122863"/>
          <p14:tracePt t="75453" x="9539288" y="5129213"/>
          <p14:tracePt t="75468" x="9663113" y="5259388"/>
          <p14:tracePt t="75488" x="9737725" y="5308600"/>
          <p14:tracePt t="75503" x="9818688" y="5365750"/>
          <p14:tracePt t="75516" x="9836150" y="5376863"/>
          <p14:tracePt t="75528" x="9861550" y="5376863"/>
          <p14:tracePt t="75545" x="9874250" y="5383213"/>
          <p14:tracePt t="75640" x="9886950" y="5383213"/>
          <p14:tracePt t="75659" x="9891713" y="5383213"/>
          <p14:tracePt t="75666" x="9891713" y="5370513"/>
          <p14:tracePt t="75681" x="9898063" y="5370513"/>
          <p14:tracePt t="75762" x="9898063" y="5359400"/>
          <p14:tracePt t="75773" x="9898063" y="5346700"/>
          <p14:tracePt t="75784" x="9898063" y="5334000"/>
          <p14:tracePt t="75794" x="9904413" y="5327650"/>
          <p14:tracePt t="75809" x="9904413" y="5314950"/>
          <p14:tracePt t="75817" x="9904413" y="5302250"/>
          <p14:tracePt t="75827" x="9904413" y="5284788"/>
          <p14:tracePt t="75839" x="9904413" y="5278438"/>
          <p14:tracePt t="75850" x="9904413" y="5265738"/>
          <p14:tracePt t="75864" x="9910763" y="5259388"/>
          <p14:tracePt t="75879" x="9910763" y="5246688"/>
          <p14:tracePt t="75898" x="9910763" y="5240338"/>
          <p14:tracePt t="75910" x="9917113" y="5235575"/>
          <p14:tracePt t="75934" x="9917113" y="5229225"/>
          <p14:tracePt t="75960" x="9917113" y="5222875"/>
          <p14:tracePt t="75969" x="9923463" y="5216525"/>
          <p14:tracePt t="75977" x="9923463" y="5210175"/>
          <p14:tracePt t="75997" x="9936163" y="5197475"/>
          <p14:tracePt t="76004" x="9936163" y="5191125"/>
          <p14:tracePt t="76019" x="9942513" y="5184775"/>
          <p14:tracePt t="76027" x="9948863" y="5178425"/>
          <p14:tracePt t="76048" x="9948863" y="5173663"/>
          <p14:tracePt t="76060" x="9955213" y="5173663"/>
          <p14:tracePt t="76273" x="9936163" y="5173663"/>
          <p14:tracePt t="76284" x="9910763" y="5173663"/>
          <p14:tracePt t="76298" x="9874250" y="5184775"/>
          <p14:tracePt t="76306" x="9780588" y="5203825"/>
          <p14:tracePt t="76311" x="9744075" y="5216525"/>
          <p14:tracePt t="76327" x="9718675" y="5216525"/>
          <p14:tracePt t="76343" x="9682163" y="5216525"/>
          <p14:tracePt t="76349" x="9613900" y="5222875"/>
          <p14:tracePt t="76352" x="9588500" y="5222875"/>
          <p14:tracePt t="76359" x="9569450" y="5222875"/>
          <p14:tracePt t="76367" x="9564688" y="5222875"/>
          <p14:tracePt t="76378" x="9558338" y="5222875"/>
          <p14:tracePt t="76393" x="9551988" y="5222875"/>
          <p14:tracePt t="76434" x="9545638" y="5222875"/>
          <p14:tracePt t="76539" x="9539288" y="5216525"/>
          <p14:tracePt t="76552" x="9520238" y="5210175"/>
          <p14:tracePt t="76565" x="9513888" y="5203825"/>
          <p14:tracePt t="76579" x="9501188" y="5203825"/>
          <p14:tracePt t="76596" x="9496425" y="5191125"/>
          <p14:tracePt t="76659" x="9490075" y="5184775"/>
          <p14:tracePt t="76671" x="9490075" y="5178425"/>
          <p14:tracePt t="76687" x="9477375" y="5173663"/>
          <p14:tracePt t="77401" x="9483725" y="5173663"/>
          <p14:tracePt t="77414" x="9513888" y="5184775"/>
          <p14:tracePt t="77419" x="9545638" y="5203825"/>
          <p14:tracePt t="77426" x="9582150" y="5222875"/>
          <p14:tracePt t="77433" x="9626600" y="5253038"/>
          <p14:tracePt t="77443" x="9663113" y="5278438"/>
          <p14:tracePt t="77452" x="9682163" y="5284788"/>
          <p14:tracePt t="77466" x="9750425" y="5321300"/>
          <p14:tracePt t="77485" x="9767888" y="5340350"/>
          <p14:tracePt t="77489" x="9774238" y="5340350"/>
          <p14:tracePt t="77497" x="9780588" y="5346700"/>
          <p14:tracePt t="77833" x="9780588" y="5353050"/>
          <p14:tracePt t="78186" x="9786938" y="5353050"/>
          <p14:tracePt t="78201" x="9786938" y="5346700"/>
          <p14:tracePt t="78212" x="9793288" y="5346700"/>
          <p14:tracePt t="78217" x="9805988" y="5334000"/>
          <p14:tracePt t="78225" x="9818688" y="5321300"/>
          <p14:tracePt t="78233" x="9825038" y="5314950"/>
          <p14:tracePt t="78239" x="9829800" y="5308600"/>
          <p14:tracePt t="78250" x="9836150" y="5297488"/>
          <p14:tracePt t="78259" x="9855200" y="5284788"/>
          <p14:tracePt t="78279" x="9861550" y="5278438"/>
          <p14:tracePt t="78473" x="9867900" y="5278438"/>
          <p14:tracePt t="78484" x="9867900" y="5272088"/>
          <p14:tracePt t="78501" x="9874250" y="5272088"/>
          <p14:tracePt t="78538" x="9874250" y="5265738"/>
          <p14:tracePt t="78683" x="9886950" y="5265738"/>
          <p14:tracePt t="78697" x="9891713" y="5253038"/>
          <p14:tracePt t="78759" x="9898063" y="5246688"/>
          <p14:tracePt t="78802" x="9904413" y="5240338"/>
          <p14:tracePt t="78833" x="9910763" y="5240338"/>
          <p14:tracePt t="78846" x="9910763" y="5235575"/>
          <p14:tracePt t="78961" x="9917113" y="5235575"/>
          <p14:tracePt t="78979" x="9917113" y="5229225"/>
          <p14:tracePt t="78996" x="9923463" y="5222875"/>
          <p14:tracePt t="79010" x="9936163" y="5222875"/>
          <p14:tracePt t="79018" x="9942513" y="5216525"/>
          <p14:tracePt t="79029" x="9942513" y="5203825"/>
          <p14:tracePt t="79044" x="9948863" y="5203825"/>
          <p14:tracePt t="79050" x="9955213" y="5197475"/>
          <p14:tracePt t="79059" x="9959975" y="5191125"/>
          <p14:tracePt t="79593" x="9966325" y="5184775"/>
          <p14:tracePt t="80490" x="9972675" y="5178425"/>
          <p14:tracePt t="80502" x="9985375" y="5178425"/>
          <p14:tracePt t="80508" x="9991725" y="5173663"/>
          <p14:tracePt t="80519" x="9998075" y="5167313"/>
          <p14:tracePt t="80532" x="10004425" y="5154613"/>
          <p14:tracePt t="80564" x="10010775" y="5148263"/>
          <p14:tracePt t="81465" x="10004425" y="5160963"/>
          <p14:tracePt t="81478" x="9991725" y="5160963"/>
          <p14:tracePt t="81490" x="9979025" y="5173663"/>
          <p14:tracePt t="81501" x="9972675" y="5178425"/>
          <p14:tracePt t="81513" x="9959975" y="5197475"/>
          <p14:tracePt t="81520" x="9959975" y="5203825"/>
          <p14:tracePt t="81528" x="9955213" y="5203825"/>
          <p14:tracePt t="81537" x="9955213" y="5210175"/>
          <p14:tracePt t="81547" x="9942513" y="5210175"/>
          <p14:tracePt t="81894" x="9936163" y="5210175"/>
          <p14:tracePt t="81950" x="9936163" y="5216525"/>
          <p14:tracePt t="81969" x="9929813" y="5216525"/>
          <p14:tracePt t="82066" x="9923463" y="5216525"/>
          <p14:tracePt t="82075" x="9923463" y="5222875"/>
          <p14:tracePt t="82129" x="9917113" y="5222875"/>
          <p14:tracePt t="82135" x="9917113" y="5229225"/>
          <p14:tracePt t="82141" x="9910763" y="5229225"/>
          <p14:tracePt t="82152" x="9910763" y="5235575"/>
          <p14:tracePt t="82164" x="9904413" y="5235575"/>
          <p14:tracePt t="82182" x="9891713" y="5246688"/>
          <p14:tracePt t="82200" x="9886950" y="5253038"/>
          <p14:tracePt t="82217" x="9880600" y="5253038"/>
          <p14:tracePt t="82224" x="9874250" y="5259388"/>
          <p14:tracePt t="82231" x="9867900" y="5265738"/>
          <p14:tracePt t="82239" x="9848850" y="5278438"/>
          <p14:tracePt t="82249" x="9829800" y="5308600"/>
          <p14:tracePt t="82257" x="9812338" y="5334000"/>
          <p14:tracePt t="82266" x="9793288" y="5365750"/>
          <p14:tracePt t="82277" x="9761538" y="5421313"/>
          <p14:tracePt t="82282" x="9744075" y="5457825"/>
          <p14:tracePt t="82286" x="9712325" y="5500688"/>
          <p14:tracePt t="82297" x="9663113" y="5562600"/>
          <p14:tracePt t="82313" x="9520238" y="5699125"/>
          <p14:tracePt t="82328" x="9328150" y="5829300"/>
          <p14:tracePt t="82347" x="9031288" y="6002338"/>
          <p14:tracePt t="82355" x="8894763" y="6070600"/>
          <p14:tracePt t="82361" x="8689975" y="6145213"/>
          <p14:tracePt t="82368" x="8416925" y="6238875"/>
          <p14:tracePt t="82375" x="8150225" y="6307138"/>
          <p14:tracePt t="82386" x="7748588" y="6411913"/>
          <p14:tracePt t="82396" x="7283450" y="6523038"/>
          <p14:tracePt t="82404" x="6656388" y="6646863"/>
          <p14:tracePt t="82408" x="5962650" y="6770688"/>
          <p14:tracePt t="82417" x="5311775" y="68389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B9EC-C52A-4D10-8D28-7CD0193F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47" y="-87854"/>
            <a:ext cx="9875520" cy="1356360"/>
          </a:xfrm>
        </p:spPr>
        <p:txBody>
          <a:bodyPr>
            <a:normAutofit/>
          </a:bodyPr>
          <a:lstStyle/>
          <a:p>
            <a:r>
              <a:rPr lang="en-US" sz="1800" b="1" i="0" u="none" strike="noStrike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 Procedures :</a:t>
            </a:r>
            <a:endParaRPr lang="en-US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047BCB2-5285-49A3-AE58-033CF6C4744A}"/>
              </a:ext>
            </a:extLst>
          </p:cNvPr>
          <p:cNvSpPr txBox="1">
            <a:spLocks/>
          </p:cNvSpPr>
          <p:nvPr/>
        </p:nvSpPr>
        <p:spPr>
          <a:xfrm>
            <a:off x="396688" y="887506"/>
            <a:ext cx="11398623" cy="5573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calculation procedures: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1-The Point-to-Point Method  2-the region to region method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Point-to-Point Method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1-An Interior-Field-Point Unit Process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ʋ +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= constant along a characteristic of Type I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ʋ -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= constant along a characteristic of Type II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91F9D-7E1A-45B4-AD62-2A4DB26D1A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35" t="13080" r="2047" b="23770"/>
          <a:stretch/>
        </p:blipFill>
        <p:spPr>
          <a:xfrm>
            <a:off x="8654434" y="1334794"/>
            <a:ext cx="3140877" cy="1947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186FC-EDDD-4A46-BB38-30C12FE19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67" y="3282780"/>
            <a:ext cx="2394008" cy="733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6A64A-CDCB-4B09-9BA5-A5B926B00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835" y="3264390"/>
            <a:ext cx="1508891" cy="1028789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843B85-25D6-4A9D-BCA7-299427C12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984" y="3474933"/>
            <a:ext cx="4709568" cy="5410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103D9F-5521-409D-8920-2FC293D07827}"/>
              </a:ext>
            </a:extLst>
          </p:cNvPr>
          <p:cNvSpPr txBox="1"/>
          <p:nvPr/>
        </p:nvSpPr>
        <p:spPr>
          <a:xfrm>
            <a:off x="470647" y="4407670"/>
            <a:ext cx="440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Direction of characteristics: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63F88B-610F-4770-B816-B8C7E252B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241" y="4964818"/>
            <a:ext cx="4160881" cy="10440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935802-95AC-4A05-8161-6A27C63799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4082" y="4868115"/>
            <a:ext cx="2057578" cy="62489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51FAC0-A8E6-4F37-A8BF-D1E9575DF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984" y="5567088"/>
            <a:ext cx="2690093" cy="6248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831ABC3-C41D-48F7-AD17-0075839705E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2201" t="7520" r="-234" b="372"/>
          <a:stretch/>
        </p:blipFill>
        <p:spPr>
          <a:xfrm>
            <a:off x="8837883" y="4016000"/>
            <a:ext cx="2994408" cy="242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45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498"/>
    </mc:Choice>
    <mc:Fallback xmlns="">
      <p:transition spd="slow" advTm="118498"/>
    </mc:Fallback>
  </mc:AlternateContent>
  <p:extLst>
    <p:ext uri="{3A86A75C-4F4B-4683-9AE1-C65F6400EC91}">
      <p14:laserTraceLst xmlns:p14="http://schemas.microsoft.com/office/powerpoint/2010/main">
        <p14:tracePtLst>
          <p14:tracePt t="750" x="292100" y="1487488"/>
          <p14:tracePt t="756" x="501650" y="1152525"/>
          <p14:tracePt t="768" x="1022350" y="527050"/>
          <p14:tracePt t="772" x="1320800" y="234950"/>
          <p14:tracePt t="1098" x="9825038" y="0"/>
          <p14:tracePt t="1109" x="9594850" y="290513"/>
          <p14:tracePt t="1119" x="9490075" y="396875"/>
          <p14:tracePt t="1130" x="9377363" y="508000"/>
          <p14:tracePt t="1139" x="9285288" y="601663"/>
          <p14:tracePt t="1146" x="9191625" y="681038"/>
          <p14:tracePt t="1151" x="9099550" y="762000"/>
          <p14:tracePt t="1160" x="8993188" y="855663"/>
          <p14:tracePt t="1168" x="8869363" y="935038"/>
          <p14:tracePt t="1182" x="8640763" y="1071563"/>
          <p14:tracePt t="1200" x="8367713" y="1208088"/>
          <p14:tracePt t="1216" x="8107363" y="1312863"/>
          <p14:tracePt t="1222" x="7989888" y="1368425"/>
          <p14:tracePt t="1233" x="7853363" y="1412875"/>
          <p14:tracePt t="1247" x="7748588" y="1436688"/>
          <p14:tracePt t="1260" x="7524750" y="1498600"/>
          <p14:tracePt t="1265" x="7437438" y="1524000"/>
          <p14:tracePt t="1270" x="7351713" y="1549400"/>
          <p14:tracePt t="1280" x="7264400" y="1573213"/>
          <p14:tracePt t="1289" x="7208838" y="1585913"/>
          <p14:tracePt t="1300" x="7159625" y="1598613"/>
          <p14:tracePt t="1304" x="7102475" y="1617663"/>
          <p14:tracePt t="1308" x="7046913" y="1628775"/>
          <p14:tracePt t="1318" x="6991350" y="1654175"/>
          <p14:tracePt t="1335" x="6929438" y="1660525"/>
          <p14:tracePt t="1341" x="6910388" y="1673225"/>
          <p14:tracePt t="1355" x="6892925" y="1679575"/>
          <p14:tracePt t="1359" x="6886575" y="1679575"/>
          <p14:tracePt t="1373" x="6880225" y="1679575"/>
          <p14:tracePt t="1390" x="6873875" y="1679575"/>
          <p14:tracePt t="1481" x="6873875" y="1673225"/>
          <p14:tracePt t="1493" x="6886575" y="1647825"/>
          <p14:tracePt t="1503" x="6923088" y="1641475"/>
          <p14:tracePt t="1513" x="6967538" y="1617663"/>
          <p14:tracePt t="1519" x="6991350" y="1617663"/>
          <p14:tracePt t="1527" x="7072313" y="1604963"/>
          <p14:tracePt t="1542" x="7339013" y="1592263"/>
          <p14:tracePt t="1555" x="7518400" y="1592263"/>
          <p14:tracePt t="1567" x="8045450" y="1592263"/>
          <p14:tracePt t="1585" x="8653463" y="1592263"/>
          <p14:tracePt t="1602" x="9197975" y="1592263"/>
          <p14:tracePt t="1616" x="9545638" y="1617663"/>
          <p14:tracePt t="1633" x="9880600" y="1684338"/>
          <p14:tracePt t="1649" x="10121900" y="1765300"/>
          <p14:tracePt t="1653" x="10209213" y="1814513"/>
          <p14:tracePt t="1663" x="10301288" y="1865313"/>
          <p14:tracePt t="1671" x="10356850" y="1914525"/>
          <p14:tracePt t="1677" x="10375900" y="1944688"/>
          <p14:tracePt t="1684" x="10407650" y="1982788"/>
          <p14:tracePt t="1696" x="10418763" y="2012950"/>
          <p14:tracePt t="1700" x="10418763" y="2019300"/>
          <p14:tracePt t="1711" x="10418763" y="2044700"/>
          <p14:tracePt t="1718" x="10418763" y="2106613"/>
          <p14:tracePt t="1732" x="10401300" y="2143125"/>
          <p14:tracePt t="1750" x="10333038" y="2298700"/>
          <p14:tracePt t="1768" x="10294938" y="2354263"/>
          <p14:tracePt t="1790" x="10258425" y="2397125"/>
          <p14:tracePt t="1795" x="10239375" y="2416175"/>
          <p14:tracePt t="1801" x="10220325" y="2422525"/>
          <p14:tracePt t="1806" x="10196513" y="2435225"/>
          <p14:tracePt t="1821" x="10171113" y="2441575"/>
          <p14:tracePt t="1839" x="10115550" y="2446338"/>
          <p14:tracePt t="1849" x="10090150" y="2446338"/>
          <p14:tracePt t="1863" x="10066338" y="2446338"/>
          <p14:tracePt t="1868" x="10021888" y="2446338"/>
          <p14:tracePt t="1879" x="9998075" y="2435225"/>
          <p14:tracePt t="1885" x="9979025" y="2416175"/>
          <p14:tracePt t="1900" x="9948863" y="2373313"/>
          <p14:tracePt t="1915" x="9929813" y="2347913"/>
          <p14:tracePt t="1919" x="9923463" y="2311400"/>
          <p14:tracePt t="1934" x="9923463" y="2254250"/>
          <p14:tracePt t="1947" x="9923463" y="2236788"/>
          <p14:tracePt t="1951" x="9942513" y="2198688"/>
          <p14:tracePt t="1960" x="9991725" y="2155825"/>
          <p14:tracePt t="1966" x="10034588" y="2112963"/>
          <p14:tracePt t="1982" x="10134600" y="2057400"/>
          <p14:tracePt t="1994" x="10190163" y="2019300"/>
          <p14:tracePt t="2007" x="10226675" y="2006600"/>
          <p14:tracePt t="2015" x="10294938" y="1989138"/>
          <p14:tracePt t="2025" x="10301288" y="1989138"/>
          <p14:tracePt t="2032" x="10307638" y="1989138"/>
          <p14:tracePt t="2055" x="10313988" y="1995488"/>
          <p14:tracePt t="2065" x="10326688" y="2006600"/>
          <p14:tracePt t="2089" x="10363200" y="2112963"/>
          <p14:tracePt t="2099" x="10363200" y="2143125"/>
          <p14:tracePt t="2111" x="10369550" y="2217738"/>
          <p14:tracePt t="2119" x="10369550" y="2266950"/>
          <p14:tracePt t="2126" x="10369550" y="2305050"/>
          <p14:tracePt t="2134" x="10356850" y="2328863"/>
          <p14:tracePt t="2145" x="10350500" y="2360613"/>
          <p14:tracePt t="2152" x="10344150" y="2373313"/>
          <p14:tracePt t="2165" x="10333038" y="2390775"/>
          <p14:tracePt t="2183" x="10301288" y="2435225"/>
          <p14:tracePt t="2200" x="10288588" y="2446338"/>
          <p14:tracePt t="2208" x="10271125" y="2446338"/>
          <p14:tracePt t="2215" x="10264775" y="2452688"/>
          <p14:tracePt t="2229" x="10252075" y="2452688"/>
          <p14:tracePt t="2240" x="10226675" y="2459038"/>
          <p14:tracePt t="2256" x="10209213" y="2459038"/>
          <p14:tracePt t="2266" x="10202863" y="2459038"/>
          <p14:tracePt t="2271" x="10190163" y="2459038"/>
          <p14:tracePt t="2282" x="10183813" y="2459038"/>
          <p14:tracePt t="2300" x="10164763" y="2459038"/>
          <p14:tracePt t="2304" x="10158413" y="2459038"/>
          <p14:tracePt t="2340" x="10158413" y="2452688"/>
          <p14:tracePt t="2352" x="10147300" y="2441575"/>
          <p14:tracePt t="2366" x="10140950" y="2428875"/>
          <p14:tracePt t="2371" x="10121900" y="2416175"/>
          <p14:tracePt t="2382" x="10102850" y="2409825"/>
          <p14:tracePt t="2386" x="10079038" y="2409825"/>
          <p14:tracePt t="2400" x="10059988" y="2397125"/>
          <p14:tracePt t="2406" x="10034588" y="2397125"/>
          <p14:tracePt t="2426" x="9979025" y="2390775"/>
          <p14:tracePt t="2436" x="9955213" y="2390775"/>
          <p14:tracePt t="2449" x="9923463" y="2390775"/>
          <p14:tracePt t="2456" x="9910763" y="2390775"/>
          <p14:tracePt t="2465" x="9898063" y="2390775"/>
          <p14:tracePt t="2478" x="9891713" y="2390775"/>
          <p14:tracePt t="2745" x="9891713" y="2384425"/>
          <p14:tracePt t="2760" x="9910763" y="2366963"/>
          <p14:tracePt t="2774" x="9923463" y="2360613"/>
          <p14:tracePt t="2780" x="9929813" y="2354263"/>
          <p14:tracePt t="2784" x="9936163" y="2354263"/>
          <p14:tracePt t="2798" x="9955213" y="2347913"/>
          <p14:tracePt t="2805" x="9959975" y="2341563"/>
          <p14:tracePt t="2818" x="9966325" y="2341563"/>
          <p14:tracePt t="2933" x="9966325" y="2328863"/>
          <p14:tracePt t="2944" x="9972675" y="2328863"/>
          <p14:tracePt t="2951" x="9985375" y="2322513"/>
          <p14:tracePt t="2969" x="9991725" y="2311400"/>
          <p14:tracePt t="2977" x="9998075" y="2305050"/>
          <p14:tracePt t="2983" x="10004425" y="2305050"/>
          <p14:tracePt t="2989" x="10004425" y="2298700"/>
          <p14:tracePt t="3003" x="10010775" y="2292350"/>
          <p14:tracePt t="3014" x="10017125" y="2279650"/>
          <p14:tracePt t="3160" x="10010775" y="2279650"/>
          <p14:tracePt t="3166" x="10004425" y="2279650"/>
          <p14:tracePt t="3173" x="9998075" y="2279650"/>
          <p14:tracePt t="3201" x="9991725" y="2279650"/>
          <p14:tracePt t="3216" x="9979025" y="2279650"/>
          <p14:tracePt t="3233" x="9972675" y="2286000"/>
          <p14:tracePt t="3249" x="9966325" y="2292350"/>
          <p14:tracePt t="3255" x="9959975" y="2292350"/>
          <p14:tracePt t="3260" x="9955213" y="2292350"/>
          <p14:tracePt t="3269" x="9936163" y="2292350"/>
          <p14:tracePt t="3282" x="9923463" y="2292350"/>
          <p14:tracePt t="3289" x="9904413" y="2292350"/>
          <p14:tracePt t="3295" x="9891713" y="2286000"/>
          <p14:tracePt t="3301" x="9874250" y="2286000"/>
          <p14:tracePt t="3313" x="9867900" y="2279650"/>
          <p14:tracePt t="3322" x="9861550" y="2279650"/>
          <p14:tracePt t="3327" x="9855200" y="2279650"/>
          <p14:tracePt t="3334" x="9842500" y="2273300"/>
          <p14:tracePt t="3350" x="9836150" y="2266950"/>
          <p14:tracePt t="3370" x="9829800" y="2260600"/>
          <p14:tracePt t="3376" x="9829800" y="2243138"/>
          <p14:tracePt t="3382" x="9825038" y="2236788"/>
          <p14:tracePt t="3404" x="9825038" y="2198688"/>
          <p14:tracePt t="3415" x="9825038" y="2181225"/>
          <p14:tracePt t="3420" x="9825038" y="2162175"/>
          <p14:tracePt t="3432" x="9825038" y="2130425"/>
          <p14:tracePt t="3440" x="9825038" y="2125663"/>
          <p14:tracePt t="3457" x="9848850" y="2112963"/>
          <p14:tracePt t="3465" x="9861550" y="2112963"/>
          <p14:tracePt t="3471" x="9880600" y="2112963"/>
          <p14:tracePt t="3483" x="9904413" y="2112963"/>
          <p14:tracePt t="3489" x="9936163" y="2125663"/>
          <p14:tracePt t="3505" x="10059988" y="2205038"/>
          <p14:tracePt t="3515" x="10109200" y="2260600"/>
          <p14:tracePt t="3526" x="10177463" y="2335213"/>
          <p14:tracePt t="3533" x="10196513" y="2366963"/>
          <p14:tracePt t="3551" x="10245725" y="2435225"/>
          <p14:tracePt t="3565" x="10277475" y="2490788"/>
          <p14:tracePt t="3584" x="10301288" y="2520950"/>
          <p14:tracePt t="3590" x="10307638" y="2540000"/>
          <p14:tracePt t="3607" x="10320338" y="2559050"/>
          <p14:tracePt t="3615" x="10320338" y="2565400"/>
          <p14:tracePt t="3689" x="10313988" y="2565400"/>
          <p14:tracePt t="3704" x="10307638" y="2565400"/>
          <p14:tracePt t="3715" x="10301288" y="2565400"/>
          <p14:tracePt t="3728" x="10294938" y="2565400"/>
          <p14:tracePt t="3745" x="10294938" y="2552700"/>
          <p14:tracePt t="3809" x="10288588" y="2552700"/>
          <p14:tracePt t="3830" x="10282238" y="2552700"/>
          <p14:tracePt t="3896" x="10282238" y="2546350"/>
          <p14:tracePt t="3928" x="10282238" y="2533650"/>
          <p14:tracePt t="3943" x="10282238" y="2490788"/>
          <p14:tracePt t="3955" x="10271125" y="2465388"/>
          <p14:tracePt t="3965" x="10264775" y="2446338"/>
          <p14:tracePt t="3972" x="10252075" y="2416175"/>
          <p14:tracePt t="3976" x="10239375" y="2403475"/>
          <p14:tracePt t="3983" x="10220325" y="2373313"/>
          <p14:tracePt t="3999" x="10171113" y="2305050"/>
          <p14:tracePt t="4016" x="10121900" y="2260600"/>
          <p14:tracePt t="4033" x="10053638" y="2211388"/>
          <p14:tracePt t="4050" x="10034588" y="2198688"/>
          <p14:tracePt t="4060" x="10017125" y="2187575"/>
          <p14:tracePt t="4067" x="10010775" y="2174875"/>
          <p14:tracePt t="4073" x="10004425" y="2168525"/>
          <p14:tracePt t="4081" x="10004425" y="2162175"/>
          <p14:tracePt t="4086" x="9998075" y="2162175"/>
          <p14:tracePt t="4100" x="9998075" y="2155825"/>
          <p14:tracePt t="4108" x="9998075" y="2149475"/>
          <p14:tracePt t="4119" x="9998075" y="2143125"/>
          <p14:tracePt t="4135" x="9998075" y="2136775"/>
          <p14:tracePt t="4140" x="9998075" y="2119313"/>
          <p14:tracePt t="4152" x="10010775" y="2100263"/>
          <p14:tracePt t="4165" x="10017125" y="2087563"/>
          <p14:tracePt t="4183" x="10079038" y="2038350"/>
          <p14:tracePt t="4200" x="10102850" y="2019300"/>
          <p14:tracePt t="4216" x="10134600" y="2012950"/>
          <p14:tracePt t="4234" x="10152063" y="2006600"/>
          <p14:tracePt t="4250" x="10177463" y="2006600"/>
          <p14:tracePt t="4258" x="10209213" y="1995488"/>
          <p14:tracePt t="4266" x="10245725" y="1995488"/>
          <p14:tracePt t="4295" x="10388600" y="1957388"/>
          <p14:tracePt t="4305" x="10412413" y="1938338"/>
          <p14:tracePt t="4319" x="10444163" y="1889125"/>
          <p14:tracePt t="4332" x="10463213" y="1858963"/>
          <p14:tracePt t="4354" x="10499725" y="1765300"/>
          <p14:tracePt t="4359" x="10506075" y="1746250"/>
          <p14:tracePt t="4369" x="10518775" y="1722438"/>
          <p14:tracePt t="4383" x="10537825" y="1666875"/>
          <p14:tracePt t="4389" x="10537825" y="1647825"/>
          <p14:tracePt t="4407" x="10542588" y="1628775"/>
          <p14:tracePt t="4417" x="10548938" y="1628775"/>
          <p14:tracePt t="4425" x="10548938" y="1617663"/>
          <p14:tracePt t="4522" x="10548938" y="1628775"/>
          <p14:tracePt t="4531" x="10548938" y="1641475"/>
          <p14:tracePt t="4543" x="10555288" y="1679575"/>
          <p14:tracePt t="4554" x="10567988" y="1703388"/>
          <p14:tracePt t="4569" x="10593388" y="1735138"/>
          <p14:tracePt t="4591" x="10617200" y="1784350"/>
          <p14:tracePt t="4599" x="10623550" y="1797050"/>
          <p14:tracePt t="4609" x="10629900" y="1803400"/>
          <p14:tracePt t="4620" x="10629900" y="1809750"/>
          <p14:tracePt t="4625" x="10636250" y="1814513"/>
          <p14:tracePt t="4638" x="10655300" y="1820863"/>
          <p14:tracePt t="4651" x="10661650" y="1820863"/>
          <p14:tracePt t="4655" x="10661650" y="1827213"/>
          <p14:tracePt t="4666" x="10668000" y="1827213"/>
          <p14:tracePt t="4718" x="10668000" y="1839913"/>
          <p14:tracePt t="4726" x="10668000" y="1846263"/>
          <p14:tracePt t="4732" x="10672763" y="1852613"/>
          <p14:tracePt t="4754" x="10672763" y="1865313"/>
          <p14:tracePt t="4758" x="10672763" y="1882775"/>
          <p14:tracePt t="4769" x="10672763" y="1895475"/>
          <p14:tracePt t="4783" x="10672763" y="1927225"/>
          <p14:tracePt t="4794" x="10668000" y="1944688"/>
          <p14:tracePt t="4801" x="10648950" y="1976438"/>
          <p14:tracePt t="4809" x="10629900" y="2000250"/>
          <p14:tracePt t="4820" x="10610850" y="2019300"/>
          <p14:tracePt t="4832" x="10593388" y="2044700"/>
          <p14:tracePt t="4838" x="10561638" y="2074863"/>
          <p14:tracePt t="4847" x="10542588" y="2093913"/>
          <p14:tracePt t="4858" x="10512425" y="2112963"/>
          <p14:tracePt t="4865" x="10493375" y="2125663"/>
          <p14:tracePt t="4882" x="10456863" y="2125663"/>
          <p14:tracePt t="4885" x="10425113" y="2130425"/>
          <p14:tracePt t="4904" x="10363200" y="2130425"/>
          <p14:tracePt t="4909" x="10326688" y="2130425"/>
          <p14:tracePt t="4927" x="10264775" y="2143125"/>
          <p14:tracePt t="4932" x="10233025" y="2149475"/>
          <p14:tracePt t="4945" x="10209213" y="2162175"/>
          <p14:tracePt t="4959" x="10177463" y="2162175"/>
          <p14:tracePt t="4972" x="10158413" y="2168525"/>
          <p14:tracePt t="4981" x="10140950" y="2168525"/>
          <p14:tracePt t="4989" x="10115550" y="2168525"/>
          <p14:tracePt t="4993" x="10102850" y="2168525"/>
          <p14:tracePt t="4999" x="10083800" y="2174875"/>
          <p14:tracePt t="5009" x="10066338" y="2174875"/>
          <p14:tracePt t="5016" x="10059988" y="2181225"/>
          <p14:tracePt t="5024" x="10053638" y="2181225"/>
          <p14:tracePt t="5031" x="10047288" y="2181225"/>
          <p14:tracePt t="5043" x="10040938" y="2181225"/>
          <p14:tracePt t="5152" x="10034588" y="2181225"/>
          <p14:tracePt t="5167" x="10034588" y="2192338"/>
          <p14:tracePt t="5174" x="10021888" y="2198688"/>
          <p14:tracePt t="5187" x="10017125" y="2198688"/>
          <p14:tracePt t="5200" x="10004425" y="2211388"/>
          <p14:tracePt t="5208" x="9991725" y="2230438"/>
          <p14:tracePt t="5217" x="9972675" y="2254250"/>
          <p14:tracePt t="5234" x="9959975" y="2279650"/>
          <p14:tracePt t="5241" x="9955213" y="2305050"/>
          <p14:tracePt t="5247" x="9942513" y="2328863"/>
          <p14:tracePt t="5259" x="9923463" y="2373313"/>
          <p14:tracePt t="5264" x="9910763" y="2409825"/>
          <p14:tracePt t="5274" x="9891713" y="2452688"/>
          <p14:tracePt t="5280" x="9886950" y="2478088"/>
          <p14:tracePt t="5296" x="9867900" y="2533650"/>
          <p14:tracePt t="5301" x="9855200" y="2552700"/>
          <p14:tracePt t="5310" x="9855200" y="2565400"/>
          <p14:tracePt t="5319" x="9848850" y="2571750"/>
          <p14:tracePt t="5329" x="9848850" y="2576513"/>
          <p14:tracePt t="5410" x="9861550" y="2576513"/>
          <p14:tracePt t="5430" x="9880600" y="2571750"/>
          <p14:tracePt t="5442" x="9898063" y="2559050"/>
          <p14:tracePt t="5451" x="9904413" y="2552700"/>
          <p14:tracePt t="5468" x="9910763" y="2552700"/>
          <p14:tracePt t="5509" x="9917113" y="2552700"/>
          <p14:tracePt t="10350" x="9942513" y="2514600"/>
          <p14:tracePt t="10369" x="10047288" y="2373313"/>
          <p14:tracePt t="10379" x="10053638" y="2366963"/>
          <p14:tracePt t="10472" x="10053638" y="2354263"/>
          <p14:tracePt t="10552" x="10053638" y="2347913"/>
          <p14:tracePt t="10673" x="10034588" y="2360613"/>
          <p14:tracePt t="10688" x="10028238" y="2366963"/>
          <p14:tracePt t="10698" x="10021888" y="2366963"/>
          <p14:tracePt t="10713" x="10021888" y="2373313"/>
          <p14:tracePt t="10720" x="10021888" y="2379663"/>
          <p14:tracePt t="10734" x="10040938" y="2409825"/>
          <p14:tracePt t="10736" x="10059988" y="2428875"/>
          <p14:tracePt t="10752" x="10066338" y="2435225"/>
          <p14:tracePt t="10765" x="10072688" y="2452688"/>
          <p14:tracePt t="10769" x="10090150" y="2471738"/>
          <p14:tracePt t="10776" x="10102850" y="2484438"/>
          <p14:tracePt t="10781" x="10121900" y="2514600"/>
          <p14:tracePt t="10791" x="10134600" y="2533650"/>
          <p14:tracePt t="10801" x="10152063" y="2552700"/>
          <p14:tracePt t="10806" x="10171113" y="2576513"/>
          <p14:tracePt t="10818" x="10202863" y="2608263"/>
          <p14:tracePt t="10821" x="10226675" y="2627313"/>
          <p14:tracePt t="10835" x="10245725" y="2638425"/>
          <p14:tracePt t="10845" x="10282238" y="2651125"/>
          <p14:tracePt t="10849" x="10313988" y="2682875"/>
          <p14:tracePt t="10853" x="10333038" y="2689225"/>
          <p14:tracePt t="10862" x="10344150" y="2695575"/>
          <p14:tracePt t="10873" x="10356850" y="2706688"/>
          <p14:tracePt t="10884" x="10356850" y="2713038"/>
          <p14:tracePt t="10887" x="10363200" y="2713038"/>
          <p14:tracePt t="10959" x="10369550" y="2713038"/>
          <p14:tracePt t="11109" x="10369550" y="2719388"/>
          <p14:tracePt t="11126" x="10369550" y="2725738"/>
          <p14:tracePt t="11134" x="10363200" y="2725738"/>
          <p14:tracePt t="11154" x="10344150" y="2751138"/>
          <p14:tracePt t="11169" x="10333038" y="2762250"/>
          <p14:tracePt t="11176" x="10326688" y="2768600"/>
          <p14:tracePt t="11185" x="10307638" y="2774950"/>
          <p14:tracePt t="11193" x="10301288" y="2781300"/>
          <p14:tracePt t="11202" x="10294938" y="2781300"/>
          <p14:tracePt t="11213" x="10288588" y="2794000"/>
          <p14:tracePt t="11220" x="10282238" y="2794000"/>
          <p14:tracePt t="11225" x="10277475" y="2794000"/>
          <p14:tracePt t="11238" x="10264775" y="2794000"/>
          <p14:tracePt t="11253" x="10258425" y="2794000"/>
          <p14:tracePt t="11271" x="10252075" y="2794000"/>
          <p14:tracePt t="11275" x="10245725" y="2794000"/>
          <p14:tracePt t="11279" x="10226675" y="2787650"/>
          <p14:tracePt t="11282" x="10220325" y="2787650"/>
          <p14:tracePt t="11294" x="10213975" y="2787650"/>
          <p14:tracePt t="11308" x="10202863" y="2781300"/>
          <p14:tracePt t="11315" x="10183813" y="2774950"/>
          <p14:tracePt t="11321" x="10164763" y="2762250"/>
          <p14:tracePt t="11324" x="10152063" y="2762250"/>
          <p14:tracePt t="11339" x="10121900" y="2744788"/>
          <p14:tracePt t="11343" x="10083800" y="2738438"/>
          <p14:tracePt t="11353" x="10059988" y="2719388"/>
          <p14:tracePt t="11370" x="9979025" y="2700338"/>
          <p14:tracePt t="11375" x="9936163" y="2676525"/>
          <p14:tracePt t="11384" x="9867900" y="2657475"/>
          <p14:tracePt t="11391" x="9829800" y="2644775"/>
          <p14:tracePt t="11399" x="9799638" y="2638425"/>
          <p14:tracePt t="11405" x="9774238" y="2627313"/>
          <p14:tracePt t="11417" x="9744075" y="2620963"/>
          <p14:tracePt t="11426" x="9718675" y="2601913"/>
          <p14:tracePt t="11434" x="9699625" y="2589213"/>
          <p14:tracePt t="11437" x="9682163" y="2582863"/>
          <p14:tracePt t="11452" x="9663113" y="2565400"/>
          <p14:tracePt t="11469" x="9644063" y="2559050"/>
          <p14:tracePt t="11481" x="9637713" y="2546350"/>
          <p14:tracePt t="11495" x="9631363" y="2540000"/>
          <p14:tracePt t="11503" x="9626600" y="2533650"/>
          <p14:tracePt t="11520" x="9626600" y="2508250"/>
          <p14:tracePt t="11530" x="9620250" y="2503488"/>
          <p14:tracePt t="11538" x="9620250" y="2497138"/>
          <p14:tracePt t="11547" x="9620250" y="2490788"/>
          <p14:tracePt t="11552" x="9620250" y="2484438"/>
          <p14:tracePt t="11568" x="9620250" y="2471738"/>
          <p14:tracePt t="11578" x="9620250" y="2465388"/>
          <p14:tracePt t="11588" x="9626600" y="2459038"/>
          <p14:tracePt t="11592" x="9626600" y="2452688"/>
          <p14:tracePt t="11601" x="9631363" y="2452688"/>
          <p14:tracePt t="11605" x="9637713" y="2446338"/>
          <p14:tracePt t="11619" x="9644063" y="2441575"/>
          <p14:tracePt t="11643" x="9656763" y="2441575"/>
          <p14:tracePt t="11672" x="9663113" y="2441575"/>
          <p14:tracePt t="11687" x="9669463" y="2441575"/>
          <p14:tracePt t="11706" x="9675813" y="2441575"/>
          <p14:tracePt t="11712" x="9682163" y="2441575"/>
          <p14:tracePt t="11726" x="9688513" y="2441575"/>
          <p14:tracePt t="11750" x="9688513" y="2446338"/>
          <p14:tracePt t="11760" x="9694863" y="2446338"/>
          <p14:tracePt t="11792" x="9705975" y="2446338"/>
          <p14:tracePt t="11804" x="9712325" y="2452688"/>
          <p14:tracePt t="11812" x="9725025" y="2452688"/>
          <p14:tracePt t="11820" x="9744075" y="2465388"/>
          <p14:tracePt t="11834" x="9761538" y="2471738"/>
          <p14:tracePt t="11840" x="9774238" y="2478088"/>
          <p14:tracePt t="11853" x="9793288" y="2490788"/>
          <p14:tracePt t="11861" x="9818688" y="2503488"/>
          <p14:tracePt t="11869" x="9836150" y="2520950"/>
          <p14:tracePt t="11881" x="9842500" y="2527300"/>
          <p14:tracePt t="11890" x="9855200" y="2533650"/>
          <p14:tracePt t="11901" x="9874250" y="2552700"/>
          <p14:tracePt t="11919" x="9891713" y="2559050"/>
          <p14:tracePt t="11934" x="9910763" y="2565400"/>
          <p14:tracePt t="11952" x="9966325" y="2576513"/>
          <p14:tracePt t="11971" x="9991725" y="2576513"/>
          <p14:tracePt t="11979" x="9998075" y="2582863"/>
          <p14:tracePt t="11986" x="10010775" y="2582863"/>
          <p14:tracePt t="12002" x="10021888" y="2582863"/>
          <p14:tracePt t="12010" x="10028238" y="2582863"/>
          <p14:tracePt t="12019" x="10034588" y="2582863"/>
          <p14:tracePt t="12034" x="10040938" y="2582863"/>
          <p14:tracePt t="12052" x="10072688" y="2582863"/>
          <p14:tracePt t="12070" x="10140950" y="2601913"/>
          <p14:tracePt t="12083" x="10171113" y="2608263"/>
          <p14:tracePt t="12090" x="10183813" y="2620963"/>
          <p14:tracePt t="12106" x="10202863" y="2633663"/>
          <p14:tracePt t="12116" x="10220325" y="2638425"/>
          <p14:tracePt t="12124" x="10245725" y="2676525"/>
          <p14:tracePt t="12136" x="10264775" y="2695575"/>
          <p14:tracePt t="12151" x="10277475" y="2706688"/>
          <p14:tracePt t="12168" x="10282238" y="2719388"/>
          <p14:tracePt t="12185" x="10301288" y="2751138"/>
          <p14:tracePt t="12201" x="10301288" y="2757488"/>
          <p14:tracePt t="12206" x="10301288" y="2762250"/>
          <p14:tracePt t="12214" x="10301288" y="2768600"/>
          <p14:tracePt t="12223" x="10307638" y="2768600"/>
          <p14:tracePt t="12234" x="10307638" y="2781300"/>
          <p14:tracePt t="12259" x="10307638" y="2787650"/>
          <p14:tracePt t="12269" x="10313988" y="2787650"/>
          <p14:tracePt t="12286" x="10320338" y="2794000"/>
          <p14:tracePt t="12305" x="10333038" y="2800350"/>
          <p14:tracePt t="12320" x="10350500" y="2813050"/>
          <p14:tracePt t="12334" x="10350500" y="2819400"/>
          <p14:tracePt t="12353" x="10356850" y="2819400"/>
          <p14:tracePt t="12470" x="10339388" y="2813050"/>
          <p14:tracePt t="12483" x="10320338" y="2794000"/>
          <p14:tracePt t="12498" x="10282238" y="2757488"/>
          <p14:tracePt t="12514" x="10239375" y="2713038"/>
          <p14:tracePt t="12518" x="10209213" y="2695575"/>
          <p14:tracePt t="12525" x="10196513" y="2682875"/>
          <p14:tracePt t="12536" x="10177463" y="2670175"/>
          <p14:tracePt t="12551" x="10152063" y="2638425"/>
          <p14:tracePt t="12568" x="10128250" y="2627313"/>
          <p14:tracePt t="12585" x="10083800" y="2608263"/>
          <p14:tracePt t="12590" x="10059988" y="2601913"/>
          <p14:tracePt t="12604" x="10040938" y="2589213"/>
          <p14:tracePt t="12618" x="9998075" y="2582863"/>
          <p14:tracePt t="12621" x="9979025" y="2571750"/>
          <p14:tracePt t="12634" x="9972675" y="2565400"/>
          <p14:tracePt t="12639" x="9966325" y="2565400"/>
          <p14:tracePt t="12651" x="9959975" y="2565400"/>
          <p14:tracePt t="12670" x="9955213" y="2559050"/>
          <p14:tracePt t="13284" x="9955213" y="2552700"/>
          <p14:tracePt t="13294" x="9955213" y="2527300"/>
          <p14:tracePt t="13307" x="9923463" y="2497138"/>
          <p14:tracePt t="13312" x="9917113" y="2484438"/>
          <p14:tracePt t="13322" x="9910763" y="2478088"/>
          <p14:tracePt t="13337" x="9898063" y="2471738"/>
          <p14:tracePt t="13352" x="9891713" y="2465388"/>
          <p14:tracePt t="13409" x="9880600" y="2465388"/>
          <p14:tracePt t="13444" x="9874250" y="2465388"/>
          <p14:tracePt t="13465" x="9867900" y="2465388"/>
          <p14:tracePt t="13507" x="9861550" y="2465388"/>
          <p14:tracePt t="13528" x="9855200" y="2465388"/>
          <p14:tracePt t="13569" x="9848850" y="2465388"/>
          <p14:tracePt t="13583" x="9842500" y="2465388"/>
          <p14:tracePt t="13593" x="9836150" y="2465388"/>
          <p14:tracePt t="13603" x="9825038" y="2465388"/>
          <p14:tracePt t="13628" x="9818688" y="2465388"/>
          <p14:tracePt t="13643" x="9799638" y="2465388"/>
          <p14:tracePt t="13655" x="9767888" y="2465388"/>
          <p14:tracePt t="13671" x="9737725" y="2465388"/>
          <p14:tracePt t="13685" x="9688513" y="2459038"/>
          <p14:tracePt t="13704" x="9650413" y="2441575"/>
          <p14:tracePt t="13720" x="9637713" y="2435225"/>
          <p14:tracePt t="13730" x="9631363" y="2435225"/>
          <p14:tracePt t="13735" x="9631363" y="2428875"/>
          <p14:tracePt t="13738" x="9620250" y="2428875"/>
          <p14:tracePt t="13759" x="9620250" y="2422525"/>
          <p14:tracePt t="13867" x="9620250" y="2409825"/>
          <p14:tracePt t="13986" x="9620250" y="2403475"/>
          <p14:tracePt t="14011" x="9620250" y="2390775"/>
          <p14:tracePt t="14204" x="9626600" y="2390775"/>
          <p14:tracePt t="14702" x="9626600" y="2384425"/>
          <p14:tracePt t="14712" x="9644063" y="2373313"/>
          <p14:tracePt t="14728" x="9669463" y="2360613"/>
          <p14:tracePt t="14736" x="9682163" y="2354263"/>
          <p14:tracePt t="14755" x="9688513" y="2347913"/>
          <p14:tracePt t="14772" x="9718675" y="2341563"/>
          <p14:tracePt t="14778" x="9718675" y="2335213"/>
          <p14:tracePt t="14785" x="9725025" y="2335213"/>
          <p14:tracePt t="14911" x="9737725" y="2335213"/>
          <p14:tracePt t="14926" x="9756775" y="2317750"/>
          <p14:tracePt t="14945" x="9793288" y="2311400"/>
          <p14:tracePt t="14951" x="9805988" y="2298700"/>
          <p14:tracePt t="14962" x="9825038" y="2292350"/>
          <p14:tracePt t="14968" x="9842500" y="2286000"/>
          <p14:tracePt t="14985" x="9874250" y="2273300"/>
          <p14:tracePt t="14992" x="9880600" y="2273300"/>
          <p14:tracePt t="15009" x="9891713" y="2266950"/>
          <p14:tracePt t="15019" x="9910763" y="2260600"/>
          <p14:tracePt t="15031" x="9917113" y="2254250"/>
          <p14:tracePt t="15039" x="9923463" y="2254250"/>
          <p14:tracePt t="15053" x="9929813" y="2249488"/>
          <p14:tracePt t="15059" x="9936163" y="2243138"/>
          <p14:tracePt t="15181" x="9942513" y="2243138"/>
          <p14:tracePt t="15190" x="9942513" y="2236788"/>
          <p14:tracePt t="15203" x="9955213" y="2236788"/>
          <p14:tracePt t="15207" x="9959975" y="2224088"/>
          <p14:tracePt t="15212" x="9972675" y="2217738"/>
          <p14:tracePt t="15225" x="9979025" y="2211388"/>
          <p14:tracePt t="15237" x="9998075" y="2205038"/>
          <p14:tracePt t="15244" x="10010775" y="2187575"/>
          <p14:tracePt t="15263" x="10053638" y="2168525"/>
          <p14:tracePt t="15274" x="10072688" y="2162175"/>
          <p14:tracePt t="15288" x="10115550" y="2143125"/>
          <p14:tracePt t="15304" x="10140950" y="2136775"/>
          <p14:tracePt t="15326" x="10158413" y="2136775"/>
          <p14:tracePt t="15336" x="10164763" y="2130425"/>
          <p14:tracePt t="15354" x="10183813" y="2125663"/>
          <p14:tracePt t="15373" x="10190163" y="2125663"/>
          <p14:tracePt t="15385" x="10196513" y="2119313"/>
          <p14:tracePt t="15402" x="10202863" y="2119313"/>
          <p14:tracePt t="15419" x="10213975" y="2119313"/>
          <p14:tracePt t="15430" x="10220325" y="2119313"/>
          <p14:tracePt t="15446" x="10226675" y="2112963"/>
          <p14:tracePt t="15455" x="10239375" y="2112963"/>
          <p14:tracePt t="15471" x="10258425" y="2100263"/>
          <p14:tracePt t="15483" x="10264775" y="2100263"/>
          <p14:tracePt t="15490" x="10288588" y="2093913"/>
          <p14:tracePt t="15499" x="10294938" y="2087563"/>
          <p14:tracePt t="15512" x="10313988" y="2081213"/>
          <p14:tracePt t="15522" x="10326688" y="2074863"/>
          <p14:tracePt t="15535" x="10344150" y="2063750"/>
          <p14:tracePt t="15555" x="10382250" y="2051050"/>
          <p14:tracePt t="15559" x="10401300" y="2038350"/>
          <p14:tracePt t="15563" x="10418763" y="2032000"/>
          <p14:tracePt t="15576" x="10425113" y="2032000"/>
          <p14:tracePt t="15589" x="10431463" y="2025650"/>
          <p14:tracePt t="15593" x="10437813" y="2025650"/>
          <p14:tracePt t="15599" x="10444163" y="2025650"/>
          <p14:tracePt t="15605" x="10450513" y="2025650"/>
          <p14:tracePt t="15638" x="10456863" y="2025650"/>
          <p14:tracePt t="15906" x="10456863" y="2032000"/>
          <p14:tracePt t="15919" x="10437813" y="2051050"/>
          <p14:tracePt t="15930" x="10418763" y="2074863"/>
          <p14:tracePt t="15937" x="10394950" y="2093913"/>
          <p14:tracePt t="15952" x="10320338" y="2119313"/>
          <p14:tracePt t="15959" x="10271125" y="2143125"/>
          <p14:tracePt t="15967" x="10226675" y="2174875"/>
          <p14:tracePt t="15972" x="10171113" y="2187575"/>
          <p14:tracePt t="15983" x="10147300" y="2205038"/>
          <p14:tracePt t="15988" x="10115550" y="2211388"/>
          <p14:tracePt t="15995" x="10102850" y="2224088"/>
          <p14:tracePt t="16002" x="10072688" y="2224088"/>
          <p14:tracePt t="16018" x="10059988" y="2230438"/>
          <p14:tracePt t="16025" x="10034588" y="2236788"/>
          <p14:tracePt t="16036" x="10017125" y="2243138"/>
          <p14:tracePt t="16045" x="10010775" y="2260600"/>
          <p14:tracePt t="16052" x="9985375" y="2279650"/>
          <p14:tracePt t="16069" x="9955213" y="2298700"/>
          <p14:tracePt t="16072" x="9929813" y="2311400"/>
          <p14:tracePt t="16086" x="9861550" y="2360613"/>
          <p14:tracePt t="16102" x="9812338" y="2373313"/>
          <p14:tracePt t="16120" x="9780588" y="2390775"/>
          <p14:tracePt t="16126" x="9774238" y="2390775"/>
          <p14:tracePt t="16241" x="9774238" y="2384425"/>
          <p14:tracePt t="16252" x="9793288" y="2354263"/>
          <p14:tracePt t="16261" x="9799638" y="2347913"/>
          <p14:tracePt t="16275" x="9842500" y="2311400"/>
          <p14:tracePt t="16296" x="9917113" y="2254250"/>
          <p14:tracePt t="16306" x="9955213" y="2236788"/>
          <p14:tracePt t="16318" x="10072688" y="2162175"/>
          <p14:tracePt t="16330" x="10183813" y="2119313"/>
          <p14:tracePt t="16341" x="10277475" y="2068513"/>
          <p14:tracePt t="16361" x="10418763" y="2000250"/>
          <p14:tracePt t="16376" x="10456863" y="1982788"/>
          <p14:tracePt t="16386" x="10474325" y="1982788"/>
          <p14:tracePt t="16392" x="10480675" y="1976438"/>
          <p14:tracePt t="16406" x="10487025" y="1976438"/>
          <p14:tracePt t="16713" x="10469563" y="1989138"/>
          <p14:tracePt t="16726" x="10431463" y="2032000"/>
          <p14:tracePt t="16745" x="10401300" y="2057400"/>
          <p14:tracePt t="16758" x="10375900" y="2074863"/>
          <p14:tracePt t="16763" x="10350500" y="2081213"/>
          <p14:tracePt t="16773" x="10333038" y="2087563"/>
          <p14:tracePt t="16788" x="10277475" y="2106613"/>
          <p14:tracePt t="16798" x="10252075" y="2125663"/>
          <p14:tracePt t="16812" x="10183813" y="2143125"/>
          <p14:tracePt t="16822" x="10164763" y="2162175"/>
          <p14:tracePt t="16836" x="10134600" y="2168525"/>
          <p14:tracePt t="16853" x="10109200" y="2181225"/>
          <p14:tracePt t="16870" x="10096500" y="2187575"/>
          <p14:tracePt t="16890" x="10090150" y="2187575"/>
          <p14:tracePt t="16896" x="10083800" y="2192338"/>
          <p14:tracePt t="16909" x="10079038" y="2198688"/>
          <p14:tracePt t="16919" x="10066338" y="2205038"/>
          <p14:tracePt t="16935" x="10059988" y="2211388"/>
          <p14:tracePt t="17040" x="10053638" y="2217738"/>
          <p14:tracePt t="17052" x="10047288" y="2217738"/>
          <p14:tracePt t="17059" x="10047288" y="2230438"/>
          <p14:tracePt t="17075" x="10034588" y="2236788"/>
          <p14:tracePt t="17085" x="10028238" y="2236788"/>
          <p14:tracePt t="17102" x="10017125" y="2243138"/>
          <p14:tracePt t="17109" x="10010775" y="2243138"/>
          <p14:tracePt t="17129" x="10004425" y="2249488"/>
          <p14:tracePt t="17141" x="9985375" y="2254250"/>
          <p14:tracePt t="17147" x="9966325" y="2266950"/>
          <p14:tracePt t="17157" x="9936163" y="2273300"/>
          <p14:tracePt t="17170" x="9886950" y="2292350"/>
          <p14:tracePt t="17186" x="9842500" y="2298700"/>
          <p14:tracePt t="17192" x="9836150" y="2311400"/>
          <p14:tracePt t="17200" x="9829800" y="2311400"/>
          <p14:tracePt t="17209" x="9825038" y="2311400"/>
          <p14:tracePt t="17230" x="9818688" y="2311400"/>
          <p14:tracePt t="17306" x="9842500" y="2279650"/>
          <p14:tracePt t="17321" x="9948863" y="2211388"/>
          <p14:tracePt t="17331" x="10004425" y="2162175"/>
          <p14:tracePt t="17342" x="10083800" y="2112963"/>
          <p14:tracePt t="17355" x="10147300" y="2063750"/>
          <p14:tracePt t="17361" x="10202863" y="2038350"/>
          <p14:tracePt t="17379" x="10245725" y="2006600"/>
          <p14:tracePt t="17386" x="10258425" y="2006600"/>
          <p14:tracePt t="17405" x="10258425" y="2000250"/>
          <p14:tracePt t="17759" x="10245725" y="2006600"/>
          <p14:tracePt t="17772" x="10233025" y="2019300"/>
          <p14:tracePt t="17780" x="10233025" y="2025650"/>
          <p14:tracePt t="17785" x="10226675" y="2025650"/>
          <p14:tracePt t="17797" x="10209213" y="2032000"/>
          <p14:tracePt t="17805" x="10209213" y="2038350"/>
          <p14:tracePt t="17821" x="10202863" y="2038350"/>
          <p14:tracePt t="17845" x="10202863" y="2044700"/>
          <p14:tracePt t="17855" x="10196513" y="2044700"/>
          <p14:tracePt t="17873" x="10171113" y="2068513"/>
          <p14:tracePt t="17893" x="10140950" y="2093913"/>
          <p14:tracePt t="17903" x="10102850" y="2119313"/>
          <p14:tracePt t="17919" x="10072688" y="2149475"/>
          <p14:tracePt t="17935" x="10021888" y="2181225"/>
          <p14:tracePt t="17953" x="10004425" y="2198688"/>
          <p14:tracePt t="17957" x="9998075" y="2205038"/>
          <p14:tracePt t="17964" x="9985375" y="2211388"/>
          <p14:tracePt t="17975" x="9979025" y="2211388"/>
          <p14:tracePt t="17986" x="9972675" y="2224088"/>
          <p14:tracePt t="18003" x="9966325" y="2236788"/>
          <p14:tracePt t="18007" x="9959975" y="2236788"/>
          <p14:tracePt t="18022" x="9942513" y="2254250"/>
          <p14:tracePt t="18040" x="9929813" y="2254250"/>
          <p14:tracePt t="18043" x="9910763" y="2273300"/>
          <p14:tracePt t="18047" x="9891713" y="2279650"/>
          <p14:tracePt t="18059" x="9861550" y="2292350"/>
          <p14:tracePt t="18078" x="9855200" y="2298700"/>
          <p14:tracePt t="18092" x="9848850" y="2305050"/>
          <p14:tracePt t="18211" x="9855200" y="2298700"/>
          <p14:tracePt t="18221" x="9886950" y="2273300"/>
          <p14:tracePt t="18237" x="9979025" y="2224088"/>
          <p14:tracePt t="18254" x="10059988" y="2181225"/>
          <p14:tracePt t="18259" x="10115550" y="2162175"/>
          <p14:tracePt t="18270" x="10152063" y="2149475"/>
          <p14:tracePt t="18288" x="10209213" y="2130425"/>
          <p14:tracePt t="18303" x="10277475" y="2112963"/>
          <p14:tracePt t="18326" x="10320338" y="2106613"/>
          <p14:tracePt t="18331" x="10333038" y="2100263"/>
          <p14:tracePt t="18341" x="10339388" y="2100263"/>
          <p14:tracePt t="18345" x="10344150" y="2093913"/>
          <p14:tracePt t="18355" x="10350500" y="2093913"/>
          <p14:tracePt t="18371" x="10356850" y="2093913"/>
          <p14:tracePt t="18388" x="10356850" y="2087563"/>
          <p14:tracePt t="18403" x="10363200" y="2087563"/>
          <p14:tracePt t="18420" x="10369550" y="2087563"/>
          <p14:tracePt t="18452" x="10375900" y="2087563"/>
          <p14:tracePt t="18516" x="10375900" y="2074863"/>
          <p14:tracePt t="18548" x="10388600" y="2074863"/>
          <p14:tracePt t="18742" x="10382250" y="2074863"/>
          <p14:tracePt t="18757" x="10344150" y="2112963"/>
          <p14:tracePt t="18773" x="10288588" y="2143125"/>
          <p14:tracePt t="18790" x="10190163" y="2187575"/>
          <p14:tracePt t="18806" x="10147300" y="2211388"/>
          <p14:tracePt t="18815" x="10121900" y="2217738"/>
          <p14:tracePt t="18826" x="10079038" y="2236788"/>
          <p14:tracePt t="18844" x="10028238" y="2254250"/>
          <p14:tracePt t="18854" x="10021888" y="2260600"/>
          <p14:tracePt t="18871" x="9991725" y="2279650"/>
          <p14:tracePt t="18886" x="9972675" y="2298700"/>
          <p14:tracePt t="18890" x="9966325" y="2305050"/>
          <p14:tracePt t="19155" x="9955213" y="2311400"/>
          <p14:tracePt t="19169" x="9948863" y="2311400"/>
          <p14:tracePt t="19267" x="9948863" y="2305050"/>
          <p14:tracePt t="19285" x="9985375" y="2249488"/>
          <p14:tracePt t="19296" x="10004425" y="2224088"/>
          <p14:tracePt t="19309" x="10021888" y="2211388"/>
          <p14:tracePt t="19319" x="10047288" y="2198688"/>
          <p14:tracePt t="19338" x="10183813" y="2155825"/>
          <p14:tracePt t="19354" x="10245725" y="2143125"/>
          <p14:tracePt t="19366" x="10271125" y="2136775"/>
          <p14:tracePt t="19370" x="10301288" y="2136775"/>
          <p14:tracePt t="19379" x="10307638" y="2125663"/>
          <p14:tracePt t="19390" x="10313988" y="2125663"/>
          <p14:tracePt t="19405" x="10320338" y="2125663"/>
          <p14:tracePt t="19419" x="10326688" y="2125663"/>
          <p14:tracePt t="19441" x="10326688" y="2119313"/>
          <p14:tracePt t="19589" x="10326688" y="2130425"/>
          <p14:tracePt t="19600" x="10320338" y="2136775"/>
          <p14:tracePt t="19610" x="10288588" y="2149475"/>
          <p14:tracePt t="19620" x="10271125" y="2168525"/>
          <p14:tracePt t="19637" x="10190163" y="2211388"/>
          <p14:tracePt t="19653" x="10121900" y="2230438"/>
          <p14:tracePt t="19670" x="10021888" y="2260600"/>
          <p14:tracePt t="19688" x="9966325" y="2279650"/>
          <p14:tracePt t="19692" x="9955213" y="2292350"/>
          <p14:tracePt t="19696" x="9936163" y="2292350"/>
          <p14:tracePt t="19709" x="9929813" y="2298700"/>
          <p14:tracePt t="19719" x="9923463" y="2298700"/>
          <p14:tracePt t="19739" x="9904413" y="2305050"/>
          <p14:tracePt t="19747" x="9904413" y="2311400"/>
          <p14:tracePt t="19758" x="9898063" y="2317750"/>
          <p14:tracePt t="19771" x="9891713" y="2322513"/>
          <p14:tracePt t="19788" x="9867900" y="2347913"/>
          <p14:tracePt t="19804" x="9861550" y="2354263"/>
          <p14:tracePt t="19821" x="9855200" y="2354263"/>
          <p14:tracePt t="19939" x="9855200" y="2347913"/>
          <p14:tracePt t="19952" x="9886950" y="2279650"/>
          <p14:tracePt t="19964" x="9929813" y="2211388"/>
          <p14:tracePt t="19972" x="9955213" y="2192338"/>
          <p14:tracePt t="19978" x="9985375" y="2149475"/>
          <p14:tracePt t="19983" x="10028238" y="2119313"/>
          <p14:tracePt t="19989" x="10059988" y="2100263"/>
          <p14:tracePt t="19996" x="10083800" y="2081213"/>
          <p14:tracePt t="20013" x="10128250" y="2057400"/>
          <p14:tracePt t="20021" x="10147300" y="2051050"/>
          <p14:tracePt t="20035" x="10158413" y="2038350"/>
          <p14:tracePt t="20054" x="10177463" y="2032000"/>
          <p14:tracePt t="20071" x="10183813" y="2025650"/>
          <p14:tracePt t="20086" x="10190163" y="2025650"/>
          <p14:tracePt t="20105" x="10190163" y="2019300"/>
          <p14:tracePt t="20121" x="10196513" y="2019300"/>
          <p14:tracePt t="20138" x="10209213" y="2012950"/>
          <p14:tracePt t="20153" x="10233025" y="2012950"/>
          <p14:tracePt t="20171" x="10252075" y="2000250"/>
          <p14:tracePt t="20180" x="10258425" y="1995488"/>
          <p14:tracePt t="20200" x="10271125" y="1995488"/>
          <p14:tracePt t="20207" x="10307638" y="1989138"/>
          <p14:tracePt t="20210" x="10313988" y="1982788"/>
          <p14:tracePt t="20218" x="10326688" y="1982788"/>
          <p14:tracePt t="20229" x="10333038" y="1982788"/>
          <p14:tracePt t="20245" x="10333038" y="1976438"/>
          <p14:tracePt t="20255" x="10339388" y="1976438"/>
          <p14:tracePt t="20400" x="10333038" y="1982788"/>
          <p14:tracePt t="20410" x="10320338" y="1989138"/>
          <p14:tracePt t="20422" x="10264775" y="2032000"/>
          <p14:tracePt t="20438" x="10196513" y="2081213"/>
          <p14:tracePt t="20446" x="10152063" y="2100263"/>
          <p14:tracePt t="20456" x="10083800" y="2125663"/>
          <p14:tracePt t="20470" x="10017125" y="2155825"/>
          <p14:tracePt t="20479" x="9959975" y="2174875"/>
          <p14:tracePt t="20485" x="9904413" y="2198688"/>
          <p14:tracePt t="20491" x="9848850" y="2236788"/>
          <p14:tracePt t="20500" x="9793288" y="2254250"/>
          <p14:tracePt t="20511" x="9725025" y="2286000"/>
          <p14:tracePt t="20521" x="9694863" y="2305050"/>
          <p14:tracePt t="20537" x="9656763" y="2328863"/>
          <p14:tracePt t="20553" x="9626600" y="2347913"/>
          <p14:tracePt t="20572" x="9620250" y="2354263"/>
          <p14:tracePt t="20579" x="9613900" y="2354263"/>
          <p14:tracePt t="20678" x="9620250" y="2341563"/>
          <p14:tracePt t="20686" x="9637713" y="2322513"/>
          <p14:tracePt t="20696" x="9725025" y="2260600"/>
          <p14:tracePt t="20707" x="9750425" y="2243138"/>
          <p14:tracePt t="20721" x="9867900" y="2162175"/>
          <p14:tracePt t="20736" x="9972675" y="2112963"/>
          <p14:tracePt t="20741" x="10059988" y="2074863"/>
          <p14:tracePt t="20754" x="10164763" y="2032000"/>
          <p14:tracePt t="20759" x="10252075" y="2006600"/>
          <p14:tracePt t="20784" x="10407650" y="1951038"/>
          <p14:tracePt t="20789" x="10412413" y="1951038"/>
          <p14:tracePt t="20803" x="10431463" y="1951038"/>
          <p14:tracePt t="21096" x="10431463" y="1957388"/>
          <p14:tracePt t="21108" x="10412413" y="1963738"/>
          <p14:tracePt t="21115" x="10356850" y="2000250"/>
          <p14:tracePt t="21128" x="10301288" y="2032000"/>
          <p14:tracePt t="21139" x="10213975" y="2074863"/>
          <p14:tracePt t="21144" x="10158413" y="2100263"/>
          <p14:tracePt t="21156" x="10090150" y="2136775"/>
          <p14:tracePt t="21161" x="10034588" y="2155825"/>
          <p14:tracePt t="21182" x="9966325" y="2174875"/>
          <p14:tracePt t="21191" x="9923463" y="2198688"/>
          <p14:tracePt t="21202" x="9848850" y="2230438"/>
          <p14:tracePt t="21222" x="9750425" y="2266950"/>
          <p14:tracePt t="21226" x="9705975" y="2292350"/>
          <p14:tracePt t="21236" x="9669463" y="2311400"/>
          <p14:tracePt t="21253" x="9613900" y="2335213"/>
          <p14:tracePt t="21271" x="9588500" y="2335213"/>
          <p14:tracePt t="21307" x="9588500" y="2341563"/>
          <p14:tracePt t="21396" x="9601200" y="2317750"/>
          <p14:tracePt t="21409" x="9669463" y="2243138"/>
          <p14:tracePt t="21422" x="9712325" y="2211388"/>
          <p14:tracePt t="21426" x="9756775" y="2192338"/>
          <p14:tracePt t="21438" x="9829800" y="2155825"/>
          <p14:tracePt t="21442" x="9867900" y="2136775"/>
          <p14:tracePt t="21453" x="9942513" y="2112963"/>
          <p14:tracePt t="21459" x="9998075" y="2087563"/>
          <p14:tracePt t="21480" x="10213975" y="2019300"/>
          <p14:tracePt t="21492" x="10226675" y="2006600"/>
          <p14:tracePt t="21504" x="10245725" y="2006600"/>
          <p14:tracePt t="21508" x="10252075" y="2006600"/>
          <p14:tracePt t="21512" x="10258425" y="2006600"/>
          <p14:tracePt t="21861" x="10258425" y="2012950"/>
          <p14:tracePt t="21872" x="10239375" y="2038350"/>
          <p14:tracePt t="21878" x="10220325" y="2051050"/>
          <p14:tracePt t="21894" x="10152063" y="2100263"/>
          <p14:tracePt t="21903" x="10096500" y="2125663"/>
          <p14:tracePt t="21910" x="10040938" y="2149475"/>
          <p14:tracePt t="21934" x="9991725" y="2162175"/>
          <p14:tracePt t="21942" x="9985375" y="2168525"/>
          <p14:tracePt t="21954" x="9979025" y="2181225"/>
          <p14:tracePt t="21971" x="9972675" y="2187575"/>
          <p14:tracePt t="22084" x="9972675" y="2192338"/>
          <p14:tracePt t="22116" x="9972675" y="2187575"/>
          <p14:tracePt t="22130" x="10004425" y="2162175"/>
          <p14:tracePt t="22140" x="10017125" y="2130425"/>
          <p14:tracePt t="22148" x="10040938" y="2125663"/>
          <p14:tracePt t="22158" x="10072688" y="2093913"/>
          <p14:tracePt t="22171" x="10102850" y="2074863"/>
          <p14:tracePt t="22189" x="10128250" y="2063750"/>
          <p14:tracePt t="22204" x="10140950" y="2057400"/>
          <p14:tracePt t="22211" x="10152063" y="2057400"/>
          <p14:tracePt t="22220" x="10158413" y="2057400"/>
          <p14:tracePt t="22228" x="10164763" y="2051050"/>
          <p14:tracePt t="22236" x="10171113" y="2051050"/>
          <p14:tracePt t="22259" x="10177463" y="2051050"/>
          <p14:tracePt t="22292" x="10177463" y="2044700"/>
          <p14:tracePt t="22302" x="10183813" y="2044700"/>
          <p14:tracePt t="22313" x="10190163" y="2032000"/>
          <p14:tracePt t="22329" x="10196513" y="2025650"/>
          <p14:tracePt t="22339" x="10209213" y="2025650"/>
          <p14:tracePt t="22354" x="10226675" y="2012950"/>
          <p14:tracePt t="22381" x="10264775" y="2000250"/>
          <p14:tracePt t="22386" x="10277475" y="2000250"/>
          <p14:tracePt t="22402" x="10282238" y="2000250"/>
          <p14:tracePt t="22420" x="10288588" y="2000250"/>
          <p14:tracePt t="22674" x="10282238" y="2006600"/>
          <p14:tracePt t="22687" x="10264775" y="2019300"/>
          <p14:tracePt t="22702" x="10164763" y="2093913"/>
          <p14:tracePt t="22710" x="10090150" y="2125663"/>
          <p14:tracePt t="22713" x="10053638" y="2149475"/>
          <p14:tracePt t="22722" x="10010775" y="2155825"/>
          <p14:tracePt t="22735" x="9955213" y="2181225"/>
          <p14:tracePt t="22749" x="9886950" y="2211388"/>
          <p14:tracePt t="22759" x="9848850" y="2230438"/>
          <p14:tracePt t="22770" x="9829800" y="2230438"/>
          <p14:tracePt t="22776" x="9818688" y="2236788"/>
          <p14:tracePt t="22780" x="9812338" y="2243138"/>
          <p14:tracePt t="22787" x="9799638" y="2254250"/>
          <p14:tracePt t="22944" x="9799638" y="2249488"/>
          <p14:tracePt t="22951" x="9805988" y="2236788"/>
          <p14:tracePt t="22961" x="9825038" y="2205038"/>
          <p14:tracePt t="22976" x="9848850" y="2162175"/>
          <p14:tracePt t="22997" x="9948863" y="2063750"/>
          <p14:tracePt t="23014" x="10021888" y="2012950"/>
          <p14:tracePt t="23024" x="10066338" y="1995488"/>
          <p14:tracePt t="23036" x="10079038" y="1976438"/>
          <p14:tracePt t="23044" x="10128250" y="1957388"/>
          <p14:tracePt t="23048" x="10134600" y="1957388"/>
          <p14:tracePt t="23125" x="10134600" y="1951038"/>
          <p14:tracePt t="23143" x="10140950" y="1951038"/>
          <p14:tracePt t="23154" x="10140950" y="1944688"/>
          <p14:tracePt t="23163" x="10147300" y="1944688"/>
          <p14:tracePt t="23188" x="10164763" y="1933575"/>
          <p14:tracePt t="23207" x="10202863" y="1908175"/>
          <p14:tracePt t="23226" x="10252075" y="1882775"/>
          <p14:tracePt t="23235" x="10271125" y="1876425"/>
          <p14:tracePt t="23243" x="10282238" y="1876425"/>
          <p14:tracePt t="23250" x="10301288" y="1865313"/>
          <p14:tracePt t="23257" x="10320338" y="1865313"/>
          <p14:tracePt t="23269" x="10326688" y="1865313"/>
          <p14:tracePt t="23275" x="10339388" y="1865313"/>
          <p14:tracePt t="23284" x="10356850" y="1865313"/>
          <p14:tracePt t="23293" x="10382250" y="1865313"/>
          <p14:tracePt t="23299" x="10388600" y="1865313"/>
          <p14:tracePt t="23306" x="10412413" y="1865313"/>
          <p14:tracePt t="23314" x="10425113" y="1865313"/>
          <p14:tracePt t="23323" x="10456863" y="1865313"/>
          <p14:tracePt t="23338" x="10469563" y="1871663"/>
          <p14:tracePt t="23352" x="10474325" y="1871663"/>
          <p14:tracePt t="23674" x="10474325" y="1876425"/>
          <p14:tracePt t="23708" x="10474325" y="1882775"/>
          <p14:tracePt t="23719" x="10474325" y="1889125"/>
          <p14:tracePt t="23738" x="10474325" y="1895475"/>
          <p14:tracePt t="23823" x="10474325" y="1901825"/>
          <p14:tracePt t="23833" x="10469563" y="1908175"/>
          <p14:tracePt t="23841" x="10463213" y="1908175"/>
          <p14:tracePt t="23854" x="10463213" y="1920875"/>
          <p14:tracePt t="23859" x="10456863" y="1920875"/>
          <p14:tracePt t="23876" x="10444163" y="1920875"/>
          <p14:tracePt t="23900" x="10444163" y="1927225"/>
          <p14:tracePt t="23956" x="10437813" y="1927225"/>
          <p14:tracePt t="24468" x="10431463" y="1938338"/>
          <p14:tracePt t="24482" x="10412413" y="1995488"/>
          <p14:tracePt t="24492" x="10388600" y="2087563"/>
          <p14:tracePt t="24499" x="10382250" y="2136775"/>
          <p14:tracePt t="24509" x="10369550" y="2168525"/>
          <p14:tracePt t="24521" x="10339388" y="2298700"/>
          <p14:tracePt t="24538" x="10326688" y="2384425"/>
          <p14:tracePt t="24555" x="10326688" y="2471738"/>
          <p14:tracePt t="24574" x="10326688" y="2503488"/>
          <p14:tracePt t="24594" x="10333038" y="2520950"/>
          <p14:tracePt t="24598" x="10333038" y="2527300"/>
          <p14:tracePt t="24611" x="10344150" y="2533650"/>
          <p14:tracePt t="24635" x="10350500" y="2533650"/>
          <p14:tracePt t="24874" x="10356850" y="2582863"/>
          <p14:tracePt t="24888" x="10369550" y="2620963"/>
          <p14:tracePt t="24902" x="10375900" y="2695575"/>
          <p14:tracePt t="24914" x="10388600" y="2706688"/>
          <p14:tracePt t="25351" x="10382250" y="2706688"/>
          <p14:tracePt t="25362" x="10382250" y="2713038"/>
          <p14:tracePt t="25387" x="10375900" y="2719388"/>
          <p14:tracePt t="25405" x="10375900" y="2725738"/>
          <p14:tracePt t="25420" x="10375900" y="2732088"/>
          <p14:tracePt t="25434" x="10375900" y="2744788"/>
          <p14:tracePt t="25451" x="10375900" y="2751138"/>
          <p14:tracePt t="25639" x="10375900" y="2757488"/>
          <p14:tracePt t="25648" x="10375900" y="2762250"/>
          <p14:tracePt t="26238" x="10382250" y="2744788"/>
          <p14:tracePt t="26250" x="10388600" y="2725738"/>
          <p14:tracePt t="26268" x="10388600" y="2706688"/>
          <p14:tracePt t="26274" x="10388600" y="2700338"/>
          <p14:tracePt t="27189" x="10388600" y="2695575"/>
          <p14:tracePt t="27221" x="10394950" y="2682875"/>
          <p14:tracePt t="27233" x="10394950" y="2627313"/>
          <p14:tracePt t="27242" x="10394950" y="2601913"/>
          <p14:tracePt t="27258" x="10394950" y="2576513"/>
          <p14:tracePt t="27270" x="10394950" y="2508250"/>
          <p14:tracePt t="27277" x="10394950" y="2471738"/>
          <p14:tracePt t="27282" x="10394950" y="2446338"/>
          <p14:tracePt t="27292" x="10394950" y="2409825"/>
          <p14:tracePt t="27306" x="10388600" y="2317750"/>
          <p14:tracePt t="27325" x="10382250" y="2266950"/>
          <p14:tracePt t="27330" x="10382250" y="2236788"/>
          <p14:tracePt t="27343" x="10382250" y="2224088"/>
          <p14:tracePt t="27358" x="10375900" y="2192338"/>
          <p14:tracePt t="27365" x="10375900" y="2174875"/>
          <p14:tracePt t="27371" x="10375900" y="2149475"/>
          <p14:tracePt t="27380" x="10375900" y="2130425"/>
          <p14:tracePt t="27389" x="10363200" y="2106613"/>
          <p14:tracePt t="27406" x="10363200" y="2051050"/>
          <p14:tracePt t="27411" x="10356850" y="2038350"/>
          <p14:tracePt t="27421" x="10356850" y="2019300"/>
          <p14:tracePt t="27425" x="10356850" y="2000250"/>
          <p14:tracePt t="27449" x="10356850" y="1982788"/>
          <p14:tracePt t="27460" x="10356850" y="1976438"/>
          <p14:tracePt t="27475" x="10350500" y="1970088"/>
          <p14:tracePt t="27490" x="10350500" y="1963738"/>
          <p14:tracePt t="27546" x="10350500" y="1951038"/>
          <p14:tracePt t="27668" x="10350500" y="1963738"/>
          <p14:tracePt t="27687" x="10350500" y="2063750"/>
          <p14:tracePt t="27698" x="10350500" y="2100263"/>
          <p14:tracePt t="27707" x="10350500" y="2136775"/>
          <p14:tracePt t="27719" x="10350500" y="2174875"/>
          <p14:tracePt t="27725" x="10363200" y="2249488"/>
          <p14:tracePt t="27731" x="10363200" y="2279650"/>
          <p14:tracePt t="27738" x="10363200" y="2317750"/>
          <p14:tracePt t="27748" x="10363200" y="2341563"/>
          <p14:tracePt t="27757" x="10363200" y="2354263"/>
          <p14:tracePt t="27774" x="10369550" y="2390775"/>
          <p14:tracePt t="27781" x="10375900" y="2403475"/>
          <p14:tracePt t="27793" x="10375900" y="2416175"/>
          <p14:tracePt t="27806" x="10375900" y="2422525"/>
          <p14:tracePt t="27822" x="10375900" y="2428875"/>
          <p14:tracePt t="27839" x="10375900" y="2435225"/>
          <p14:tracePt t="27855" x="10388600" y="2441575"/>
          <p14:tracePt t="27872" x="10388600" y="2446338"/>
          <p14:tracePt t="27891" x="10388600" y="2452688"/>
          <p14:tracePt t="27906" x="10388600" y="2465388"/>
          <p14:tracePt t="27950" x="10388600" y="2471738"/>
          <p14:tracePt t="28013" x="10388600" y="2446338"/>
          <p14:tracePt t="28022" x="10388600" y="2416175"/>
          <p14:tracePt t="28027" x="10388600" y="2366963"/>
          <p14:tracePt t="28036" x="10388600" y="2305050"/>
          <p14:tracePt t="28044" x="10388600" y="2249488"/>
          <p14:tracePt t="28055" x="10388600" y="2198688"/>
          <p14:tracePt t="28060" x="10388600" y="2174875"/>
          <p14:tracePt t="28070" x="10382250" y="2143125"/>
          <p14:tracePt t="28078" x="10382250" y="2130425"/>
          <p14:tracePt t="28089" x="10382250" y="2125663"/>
          <p14:tracePt t="28106" x="10382250" y="2119313"/>
          <p14:tracePt t="28319" x="10382250" y="2162175"/>
          <p14:tracePt t="28328" x="10394950" y="2181225"/>
          <p14:tracePt t="28343" x="10412413" y="2266950"/>
          <p14:tracePt t="28358" x="10425113" y="2335213"/>
          <p14:tracePt t="28369" x="10437813" y="2390775"/>
          <p14:tracePt t="28373" x="10444163" y="2428875"/>
          <p14:tracePt t="28377" x="10444163" y="2452688"/>
          <p14:tracePt t="28396" x="10456863" y="2497138"/>
          <p14:tracePt t="28405" x="10456863" y="2514600"/>
          <p14:tracePt t="28420" x="10456863" y="2520950"/>
          <p14:tracePt t="28611" x="10456863" y="2484438"/>
          <p14:tracePt t="28632" x="10456863" y="2384425"/>
          <p14:tracePt t="28639" x="10456863" y="2322513"/>
          <p14:tracePt t="28651" x="10456863" y="2273300"/>
          <p14:tracePt t="28658" x="10456863" y="2236788"/>
          <p14:tracePt t="28666" x="10456863" y="2174875"/>
          <p14:tracePt t="28672" x="10450513" y="2119313"/>
          <p14:tracePt t="28683" x="10450513" y="2106613"/>
          <p14:tracePt t="28688" x="10450513" y="2087563"/>
          <p14:tracePt t="28698" x="10450513" y="2081213"/>
          <p14:tracePt t="28909" x="10450513" y="2093913"/>
          <p14:tracePt t="28920" x="10450513" y="2112963"/>
          <p14:tracePt t="28931" x="10456863" y="2130425"/>
          <p14:tracePt t="28941" x="10456863" y="2143125"/>
          <p14:tracePt t="28954" x="10456863" y="2149475"/>
          <p14:tracePt t="28976" x="10463213" y="2149475"/>
          <p14:tracePt t="29156" x="10463213" y="2143125"/>
          <p14:tracePt t="29170" x="10463213" y="2125663"/>
          <p14:tracePt t="29175" x="10463213" y="2119313"/>
          <p14:tracePt t="29180" x="10463213" y="2106613"/>
          <p14:tracePt t="29185" x="10463213" y="2093913"/>
          <p14:tracePt t="29195" x="10463213" y="2081213"/>
          <p14:tracePt t="29204" x="10463213" y="2063750"/>
          <p14:tracePt t="29210" x="10463213" y="2057400"/>
          <p14:tracePt t="29229" x="10463213" y="2044700"/>
          <p14:tracePt t="29242" x="10463213" y="2038350"/>
          <p14:tracePt t="29258" x="10463213" y="2032000"/>
          <p14:tracePt t="29272" x="10463213" y="2019300"/>
          <p14:tracePt t="29309" x="10463213" y="2012950"/>
          <p14:tracePt t="29401" x="10463213" y="2006600"/>
          <p14:tracePt t="31852" x="10480675" y="2032000"/>
          <p14:tracePt t="31867" x="10525125" y="2093913"/>
          <p14:tracePt t="31874" x="10542588" y="2119313"/>
          <p14:tracePt t="31882" x="10561638" y="2162175"/>
          <p14:tracePt t="31900" x="10617200" y="2260600"/>
          <p14:tracePt t="31913" x="10636250" y="2286000"/>
          <p14:tracePt t="31921" x="10655300" y="2341563"/>
          <p14:tracePt t="31928" x="10679113" y="2397125"/>
          <p14:tracePt t="31940" x="10734675" y="2497138"/>
          <p14:tracePt t="31950" x="10753725" y="2533650"/>
          <p14:tracePt t="31963" x="10779125" y="2595563"/>
          <p14:tracePt t="31972" x="10791825" y="2614613"/>
          <p14:tracePt t="31989" x="10791825" y="2620963"/>
          <p14:tracePt t="31993" x="10791825" y="2627313"/>
          <p14:tracePt t="32196" x="10785475" y="2608263"/>
          <p14:tracePt t="32224" x="10734675" y="2484438"/>
          <p14:tracePt t="32239" x="10729913" y="2422525"/>
          <p14:tracePt t="32251" x="10729913" y="2397125"/>
          <p14:tracePt t="32260" x="10729913" y="2390775"/>
          <p14:tracePt t="32274" x="10729913" y="2379663"/>
          <p14:tracePt t="32280" x="10729913" y="2366963"/>
          <p14:tracePt t="32284" x="10729913" y="2360613"/>
          <p14:tracePt t="32292" x="10729913" y="2347913"/>
          <p14:tracePt t="32309" x="10729913" y="2341563"/>
          <p14:tracePt t="32316" x="10729913" y="2335213"/>
          <p14:tracePt t="32461" x="10729913" y="2322513"/>
          <p14:tracePt t="32468" x="10729913" y="2292350"/>
          <p14:tracePt t="32477" x="10729913" y="2286000"/>
          <p14:tracePt t="32483" x="10729913" y="2279650"/>
          <p14:tracePt t="32499" x="10729913" y="2249488"/>
          <p14:tracePt t="32506" x="10729913" y="2224088"/>
          <p14:tracePt t="32517" x="10747375" y="2211388"/>
          <p14:tracePt t="32525" x="10753725" y="2187575"/>
          <p14:tracePt t="32528" x="10766425" y="2168525"/>
          <p14:tracePt t="32538" x="10779125" y="2149475"/>
          <p14:tracePt t="32548" x="10798175" y="2136775"/>
          <p14:tracePt t="32556" x="10809288" y="2119313"/>
          <p14:tracePt t="32572" x="10815638" y="2106613"/>
          <p14:tracePt t="32592" x="10821988" y="2093913"/>
          <p14:tracePt t="32607" x="10828338" y="2093913"/>
          <p14:tracePt t="32629" x="10841038" y="2074863"/>
          <p14:tracePt t="32636" x="10847388" y="2074863"/>
          <p14:tracePt t="32645" x="10860088" y="2068513"/>
          <p14:tracePt t="32649" x="10864850" y="2068513"/>
          <p14:tracePt t="32785" x="10864850" y="2081213"/>
          <p14:tracePt t="32797" x="10871200" y="2162175"/>
          <p14:tracePt t="32806" x="10871200" y="2192338"/>
          <p14:tracePt t="32821" x="10871200" y="2254250"/>
          <p14:tracePt t="32827" x="10871200" y="2273300"/>
          <p14:tracePt t="32832" x="10860088" y="2298700"/>
          <p14:tracePt t="32843" x="10853738" y="2317750"/>
          <p14:tracePt t="32857" x="10834688" y="2360613"/>
          <p14:tracePt t="32878" x="10809288" y="2403475"/>
          <p14:tracePt t="32890" x="10791825" y="2422525"/>
          <p14:tracePt t="32899" x="10785475" y="2441575"/>
          <p14:tracePt t="32902" x="10766425" y="2446338"/>
          <p14:tracePt t="32914" x="10741025" y="2459038"/>
          <p14:tracePt t="32925" x="10729913" y="2471738"/>
          <p14:tracePt t="32939" x="10691813" y="2478088"/>
          <p14:tracePt t="32958" x="10661650" y="2478088"/>
          <p14:tracePt t="32962" x="10636250" y="2478088"/>
          <p14:tracePt t="32973" x="10617200" y="2490788"/>
          <p14:tracePt t="32990" x="10567988" y="2490788"/>
          <p14:tracePt t="33010" x="10542588" y="2490788"/>
          <p14:tracePt t="33013" x="10537825" y="2490788"/>
          <p14:tracePt t="33016" x="10531475" y="2490788"/>
          <p14:tracePt t="33034" x="10518775" y="2490788"/>
          <p14:tracePt t="33061" x="10518775" y="2484438"/>
          <p14:tracePt t="33071" x="10512425" y="2478088"/>
          <p14:tracePt t="33076" x="10512425" y="2465388"/>
          <p14:tracePt t="33083" x="10512425" y="2446338"/>
          <p14:tracePt t="33094" x="10506075" y="2441575"/>
          <p14:tracePt t="33099" x="10506075" y="2435225"/>
          <p14:tracePt t="33108" x="10506075" y="2409825"/>
          <p14:tracePt t="33122" x="10506075" y="2366963"/>
          <p14:tracePt t="33140" x="10506075" y="2335213"/>
          <p14:tracePt t="33161" x="10506075" y="2322513"/>
          <p14:tracePt t="33165" x="10506075" y="2317750"/>
          <p14:tracePt t="33176" x="10506075" y="2311400"/>
          <p14:tracePt t="33189" x="10506075" y="2305050"/>
          <p14:tracePt t="33195" x="10506075" y="2292350"/>
          <p14:tracePt t="33210" x="10506075" y="2286000"/>
          <p14:tracePt t="33272" x="10506075" y="2279650"/>
          <p14:tracePt t="33363" x="10512425" y="2279650"/>
          <p14:tracePt t="33376" x="10512425" y="2286000"/>
          <p14:tracePt t="33383" x="10525125" y="2298700"/>
          <p14:tracePt t="33388" x="10531475" y="2298700"/>
          <p14:tracePt t="33400" x="10531475" y="2305050"/>
          <p14:tracePt t="33405" x="10537825" y="2311400"/>
          <p14:tracePt t="33429" x="10542588" y="2317750"/>
          <p14:tracePt t="33588" x="10548938" y="2322513"/>
          <p14:tracePt t="33604" x="10555288" y="2322513"/>
          <p14:tracePt t="33950" x="10555288" y="2311400"/>
          <p14:tracePt t="33961" x="10555288" y="2279650"/>
          <p14:tracePt t="33967" x="10542588" y="2254250"/>
          <p14:tracePt t="33979" x="10542588" y="2192338"/>
          <p14:tracePt t="33990" x="10537825" y="2162175"/>
          <p14:tracePt t="33996" x="10537825" y="2149475"/>
          <p14:tracePt t="34002" x="10537825" y="2119313"/>
          <p14:tracePt t="34011" x="10537825" y="2093913"/>
          <p14:tracePt t="34023" x="10537825" y="2087563"/>
          <p14:tracePt t="34025" x="10537825" y="2068513"/>
          <p14:tracePt t="34040" x="10537825" y="2057400"/>
          <p14:tracePt t="34057" x="10537825" y="2025650"/>
          <p14:tracePt t="34078" x="10537825" y="2012950"/>
          <p14:tracePt t="34099" x="10537825" y="2006600"/>
          <p14:tracePt t="34129" x="10537825" y="2000250"/>
          <p14:tracePt t="34163" x="10537825" y="1995488"/>
          <p14:tracePt t="34179" x="10537825" y="1982788"/>
          <p14:tracePt t="34196" x="10537825" y="1976438"/>
          <p14:tracePt t="34211" x="10537825" y="1970088"/>
          <p14:tracePt t="34234" x="10537825" y="1963738"/>
          <p14:tracePt t="34284" x="10537825" y="1957388"/>
          <p14:tracePt t="34297" x="10531475" y="1957388"/>
          <p14:tracePt t="34315" x="10525125" y="1951038"/>
          <p14:tracePt t="34333" x="10518775" y="1951038"/>
          <p14:tracePt t="34340" x="10518775" y="1944688"/>
          <p14:tracePt t="34363" x="10499725" y="1933575"/>
          <p14:tracePt t="34376" x="10493375" y="1927225"/>
          <p14:tracePt t="34390" x="10487025" y="1927225"/>
          <p14:tracePt t="34397" x="10487025" y="1920875"/>
          <p14:tracePt t="34409" x="10480675" y="1920875"/>
          <p14:tracePt t="34423" x="10474325" y="1920875"/>
          <p14:tracePt t="34428" x="10474325" y="1914525"/>
          <p14:tracePt t="34432" x="10469563" y="1914525"/>
          <p14:tracePt t="34457" x="10456863" y="1914525"/>
          <p14:tracePt t="34470" x="10456863" y="1908175"/>
          <p14:tracePt t="34699" x="10450513" y="1908175"/>
          <p14:tracePt t="34711" x="10444163" y="1920875"/>
          <p14:tracePt t="34722" x="10437813" y="1938338"/>
          <p14:tracePt t="34729" x="10431463" y="1944688"/>
          <p14:tracePt t="34739" x="10431463" y="1957388"/>
          <p14:tracePt t="34743" x="10431463" y="1963738"/>
          <p14:tracePt t="34757" x="10431463" y="1982788"/>
          <p14:tracePt t="34766" x="10425113" y="1989138"/>
          <p14:tracePt t="34773" x="10425113" y="1995488"/>
          <p14:tracePt t="34787" x="10412413" y="2000250"/>
          <p14:tracePt t="34793" x="10407650" y="2006600"/>
          <p14:tracePt t="35179" x="10407650" y="2000250"/>
          <p14:tracePt t="35194" x="10401300" y="1989138"/>
          <p14:tracePt t="35209" x="10394950" y="1982788"/>
          <p14:tracePt t="35226" x="10394950" y="1970088"/>
          <p14:tracePt t="35244" x="10394950" y="1963738"/>
          <p14:tracePt t="35260" x="10388600" y="1963738"/>
          <p14:tracePt t="35342" x="10388600" y="1982788"/>
          <p14:tracePt t="35357" x="10388600" y="2006600"/>
          <p14:tracePt t="35365" x="10388600" y="2051050"/>
          <p14:tracePt t="35374" x="10388600" y="2068513"/>
          <p14:tracePt t="35382" x="10388600" y="2081213"/>
          <p14:tracePt t="35396" x="10388600" y="2100263"/>
          <p14:tracePt t="35405" x="10388600" y="2119313"/>
          <p14:tracePt t="35415" x="10388600" y="2136775"/>
          <p14:tracePt t="35423" x="10388600" y="2143125"/>
          <p14:tracePt t="35434" x="10394950" y="2162175"/>
          <p14:tracePt t="35443" x="10394950" y="2168525"/>
          <p14:tracePt t="35458" x="10394950" y="2174875"/>
          <p14:tracePt t="35658" x="10407650" y="2174875"/>
          <p14:tracePt t="35672" x="10418763" y="2174875"/>
          <p14:tracePt t="35683" x="10450513" y="2174875"/>
          <p14:tracePt t="35697" x="10469563" y="2174875"/>
          <p14:tracePt t="35706" x="10480675" y="2174875"/>
          <p14:tracePt t="35720" x="10506075" y="2181225"/>
          <p14:tracePt t="35728" x="10525125" y="2198688"/>
          <p14:tracePt t="35732" x="10531475" y="2217738"/>
          <p14:tracePt t="35746" x="10542588" y="2243138"/>
          <p14:tracePt t="35755" x="10555288" y="2254250"/>
          <p14:tracePt t="35765" x="10555288" y="2273300"/>
          <p14:tracePt t="35778" x="10561638" y="2279650"/>
          <p14:tracePt t="35788" x="10567988" y="2286000"/>
          <p14:tracePt t="35903" x="10567988" y="2273300"/>
          <p14:tracePt t="35909" x="10567988" y="2260600"/>
          <p14:tracePt t="35918" x="10567988" y="2254250"/>
          <p14:tracePt t="35930" x="10567988" y="2249488"/>
          <p14:tracePt t="35941" x="10567988" y="2230438"/>
          <p14:tracePt t="35947" x="10567988" y="2217738"/>
          <p14:tracePt t="35954" x="10567988" y="2198688"/>
          <p14:tracePt t="35963" x="10567988" y="2187575"/>
          <p14:tracePt t="35972" x="10567988" y="2168525"/>
          <p14:tracePt t="35989" x="10567988" y="2155825"/>
          <p14:tracePt t="35999" x="10567988" y="2136775"/>
          <p14:tracePt t="36011" x="10567988" y="2125663"/>
          <p14:tracePt t="36020" x="10567988" y="2100263"/>
          <p14:tracePt t="36030" x="10567988" y="2093913"/>
          <p14:tracePt t="36036" x="10567988" y="2087563"/>
          <p14:tracePt t="36056" x="10567988" y="2081213"/>
          <p14:tracePt t="36296" x="10561638" y="2081213"/>
          <p14:tracePt t="36305" x="10555288" y="2081213"/>
          <p14:tracePt t="36320" x="10537825" y="2081213"/>
          <p14:tracePt t="36328" x="10531475" y="2074863"/>
          <p14:tracePt t="36346" x="10518775" y="2063750"/>
          <p14:tracePt t="36362" x="10512425" y="2057400"/>
          <p14:tracePt t="36372" x="10506075" y="2044700"/>
          <p14:tracePt t="36380" x="10493375" y="2038350"/>
          <p14:tracePt t="36389" x="10487025" y="2038350"/>
          <p14:tracePt t="36401" x="10487025" y="2032000"/>
          <p14:tracePt t="36420" x="10480675" y="2025650"/>
          <p14:tracePt t="36435" x="10480675" y="2012950"/>
          <p14:tracePt t="36450" x="10480675" y="2006600"/>
          <p14:tracePt t="36460" x="10474325" y="2006600"/>
          <p14:tracePt t="36473" x="10474325" y="1989138"/>
          <p14:tracePt t="36482" x="10469563" y="1982788"/>
          <p14:tracePt t="36507" x="10469563" y="1963738"/>
          <p14:tracePt t="36516" x="10469563" y="1957388"/>
          <p14:tracePt t="36531" x="10463213" y="1944688"/>
          <p14:tracePt t="36556" x="10463213" y="1938338"/>
          <p14:tracePt t="36816" x="10450513" y="1982788"/>
          <p14:tracePt t="36831" x="10450513" y="2068513"/>
          <p14:tracePt t="36835" x="10450513" y="2168525"/>
          <p14:tracePt t="36846" x="10456863" y="2286000"/>
          <p14:tracePt t="36858" x="10474325" y="2552700"/>
          <p14:tracePt t="36869" x="10474325" y="2682875"/>
          <p14:tracePt t="36876" x="10487025" y="2800350"/>
          <p14:tracePt t="36882" x="10487025" y="2881313"/>
          <p14:tracePt t="36891" x="10487025" y="2936875"/>
          <p14:tracePt t="36908" x="10487025" y="2973388"/>
          <p14:tracePt t="36924" x="10480675" y="2992438"/>
          <p14:tracePt t="36971" x="10474325" y="2992438"/>
          <p14:tracePt t="36980" x="10469563" y="2973388"/>
          <p14:tracePt t="36992" x="10456863" y="2949575"/>
          <p14:tracePt t="37008" x="10450513" y="2930525"/>
          <p14:tracePt t="37012" x="10444163" y="2905125"/>
          <p14:tracePt t="37015" x="10425113" y="2874963"/>
          <p14:tracePt t="37028" x="10407650" y="2862263"/>
          <p14:tracePt t="37043" x="10394950" y="2806700"/>
          <p14:tracePt t="37049" x="10388600" y="2800350"/>
          <p14:tracePt t="37059" x="10382250" y="2781300"/>
          <p14:tracePt t="37074" x="10363200" y="2738438"/>
          <p14:tracePt t="37091" x="10363200" y="2706688"/>
          <p14:tracePt t="37107" x="10363200" y="2663825"/>
          <p14:tracePt t="37126" x="10363200" y="2627313"/>
          <p14:tracePt t="37137" x="10363200" y="2595563"/>
          <p14:tracePt t="37142" x="10363200" y="2571750"/>
          <p14:tracePt t="37147" x="10363200" y="2533650"/>
          <p14:tracePt t="37158" x="10375900" y="2508250"/>
          <p14:tracePt t="37171" x="10375900" y="2422525"/>
          <p14:tracePt t="37180" x="10388600" y="2354263"/>
          <p14:tracePt t="37193" x="10388600" y="2292350"/>
          <p14:tracePt t="37209" x="10388600" y="2279650"/>
          <p14:tracePt t="37213" x="10388600" y="2260600"/>
          <p14:tracePt t="37226" x="10394950" y="2236788"/>
          <p14:tracePt t="37246" x="10394950" y="2224088"/>
          <p14:tracePt t="37255" x="10394950" y="2217738"/>
          <p14:tracePt t="37259" x="10401300" y="2217738"/>
          <p14:tracePt t="37274" x="10401300" y="2211388"/>
          <p14:tracePt t="37293" x="10401300" y="2205038"/>
          <p14:tracePt t="37441" x="10388600" y="2205038"/>
          <p14:tracePt t="37450" x="10363200" y="2211388"/>
          <p14:tracePt t="37466" x="10282238" y="2243138"/>
          <p14:tracePt t="37484" x="10177463" y="2254250"/>
          <p14:tracePt t="37495" x="10128250" y="2260600"/>
          <p14:tracePt t="37498" x="10090150" y="2273300"/>
          <p14:tracePt t="37509" x="10083800" y="2273300"/>
          <p14:tracePt t="37516" x="10040938" y="2273300"/>
          <p14:tracePt t="37529" x="10021888" y="2279650"/>
          <p14:tracePt t="37538" x="9991725" y="2298700"/>
          <p14:tracePt t="37545" x="9972675" y="2298700"/>
          <p14:tracePt t="37565" x="9948863" y="2311400"/>
          <p14:tracePt t="37574" x="9942513" y="2322513"/>
          <p14:tracePt t="37579" x="9936163" y="2328863"/>
          <p14:tracePt t="37591" x="9929813" y="2328863"/>
          <p14:tracePt t="37608" x="9904413" y="2341563"/>
          <p14:tracePt t="37612" x="9891713" y="2347913"/>
          <p14:tracePt t="37625" x="9867900" y="2354263"/>
          <p14:tracePt t="37634" x="9861550" y="2354263"/>
          <p14:tracePt t="37642" x="9861550" y="2366963"/>
          <p14:tracePt t="37650" x="9855200" y="2366963"/>
          <p14:tracePt t="37860" x="9855200" y="2360613"/>
          <p14:tracePt t="37872" x="9855200" y="2354263"/>
          <p14:tracePt t="37883" x="9855200" y="2341563"/>
          <p14:tracePt t="37892" x="9855200" y="2335213"/>
          <p14:tracePt t="37901" x="9855200" y="2328863"/>
          <p14:tracePt t="37912" x="9855200" y="2322513"/>
          <p14:tracePt t="37929" x="9855200" y="2311400"/>
          <p14:tracePt t="37940" x="9855200" y="2305050"/>
          <p14:tracePt t="37950" x="9861550" y="2298700"/>
          <p14:tracePt t="37955" x="9880600" y="2298700"/>
          <p14:tracePt t="37965" x="9891713" y="2311400"/>
          <p14:tracePt t="37973" x="9936163" y="2341563"/>
          <p14:tracePt t="37993" x="10134600" y="2527300"/>
          <p14:tracePt t="38008" x="10177463" y="2571750"/>
          <p14:tracePt t="38027" x="10282238" y="2676525"/>
          <p14:tracePt t="38034" x="10307638" y="2700338"/>
          <p14:tracePt t="38047" x="10339388" y="2719388"/>
          <p14:tracePt t="38059" x="10363200" y="2744788"/>
          <p14:tracePt t="38078" x="10369550" y="2751138"/>
          <p14:tracePt t="38335" x="10350500" y="2738438"/>
          <p14:tracePt t="38347" x="10320338" y="2706688"/>
          <p14:tracePt t="38353" x="10307638" y="2700338"/>
          <p14:tracePt t="38362" x="10277475" y="2670175"/>
          <p14:tracePt t="38369" x="10202863" y="2620963"/>
          <p14:tracePt t="38380" x="10190163" y="2589213"/>
          <p14:tracePt t="38385" x="10158413" y="2571750"/>
          <p14:tracePt t="38394" x="10152063" y="2565400"/>
          <p14:tracePt t="38406" x="10134600" y="2552700"/>
          <p14:tracePt t="38419" x="10102850" y="2520950"/>
          <p14:tracePt t="38427" x="10096500" y="2514600"/>
          <p14:tracePt t="38436" x="10083800" y="2514600"/>
          <p14:tracePt t="38442" x="10083800" y="2508250"/>
          <p14:tracePt t="38466" x="10079038" y="2503488"/>
          <p14:tracePt t="38493" x="10072688" y="2503488"/>
          <p14:tracePt t="38533" x="10066338" y="2503488"/>
          <p14:tracePt t="38543" x="10066338" y="2497138"/>
          <p14:tracePt t="38561" x="10059988" y="2497138"/>
          <p14:tracePt t="38589" x="10053638" y="2490788"/>
          <p14:tracePt t="38630" x="10047288" y="2490788"/>
          <p14:tracePt t="38640" x="10047288" y="2484438"/>
          <p14:tracePt t="38655" x="10034588" y="2484438"/>
          <p14:tracePt t="38664" x="10028238" y="2484438"/>
          <p14:tracePt t="38669" x="10021888" y="2471738"/>
          <p14:tracePt t="38682" x="9998075" y="2452688"/>
          <p14:tracePt t="38694" x="9991725" y="2435225"/>
          <p14:tracePt t="38709" x="9966325" y="2409825"/>
          <p14:tracePt t="38713" x="9948863" y="2397125"/>
          <p14:tracePt t="38727" x="9929813" y="2384425"/>
          <p14:tracePt t="38733" x="9923463" y="2373313"/>
          <p14:tracePt t="38745" x="9910763" y="2360613"/>
          <p14:tracePt t="38773" x="9904413" y="2354263"/>
          <p14:tracePt t="38788" x="9898063" y="2347913"/>
          <p14:tracePt t="38795" x="9886950" y="2347913"/>
          <p14:tracePt t="38808" x="9880600" y="2341563"/>
          <p14:tracePt t="38835" x="9874250" y="2335213"/>
          <p14:tracePt t="38858" x="9867900" y="2335213"/>
          <p14:tracePt t="38923" x="9867900" y="2322513"/>
          <p14:tracePt t="38938" x="9867900" y="2317750"/>
          <p14:tracePt t="38950" x="9867900" y="2311400"/>
          <p14:tracePt t="38959" x="9874250" y="2298700"/>
          <p14:tracePt t="38962" x="9880600" y="2286000"/>
          <p14:tracePt t="38974" x="9898063" y="2279650"/>
          <p14:tracePt t="38980" x="9923463" y="2260600"/>
          <p14:tracePt t="38989" x="9955213" y="2243138"/>
          <p14:tracePt t="38997" x="9991725" y="2224088"/>
          <p14:tracePt t="39006" x="10021888" y="2217738"/>
          <p14:tracePt t="39020" x="10128250" y="2174875"/>
          <p14:tracePt t="39027" x="10202863" y="2136775"/>
          <p14:tracePt t="39034" x="10245725" y="2112963"/>
          <p14:tracePt t="39045" x="10271125" y="2106613"/>
          <p14:tracePt t="39059" x="10307638" y="2087563"/>
          <p14:tracePt t="39075" x="10326688" y="2081213"/>
          <p14:tracePt t="39091" x="10333038" y="2074863"/>
          <p14:tracePt t="39180" x="10339388" y="2074863"/>
          <p14:tracePt t="39195" x="10350500" y="2068513"/>
          <p14:tracePt t="39205" x="10356850" y="2068513"/>
          <p14:tracePt t="39213" x="10363200" y="2063750"/>
          <p14:tracePt t="39225" x="10375900" y="2044700"/>
          <p14:tracePt t="39239" x="10394950" y="2038350"/>
          <p14:tracePt t="39247" x="10401300" y="2032000"/>
          <p14:tracePt t="39259" x="10407650" y="2025650"/>
          <p14:tracePt t="39275" x="10412413" y="2025650"/>
          <p14:tracePt t="39426" x="10412413" y="2032000"/>
          <p14:tracePt t="39437" x="10394950" y="2081213"/>
          <p14:tracePt t="39455" x="10382250" y="2155825"/>
          <p14:tracePt t="39461" x="10375900" y="2217738"/>
          <p14:tracePt t="39474" x="10375900" y="2243138"/>
          <p14:tracePt t="39479" x="10375900" y="2305050"/>
          <p14:tracePt t="39481" x="10375900" y="2390775"/>
          <p14:tracePt t="39499" x="10375900" y="2471738"/>
          <p14:tracePt t="39506" x="10375900" y="2589213"/>
          <p14:tracePt t="39511" x="10375900" y="2657475"/>
          <p14:tracePt t="39517" x="10375900" y="2725738"/>
          <p14:tracePt t="39524" x="10375900" y="2751138"/>
          <p14:tracePt t="39535" x="10382250" y="2757488"/>
          <p14:tracePt t="39651" x="10382250" y="2744788"/>
          <p14:tracePt t="39664" x="10382250" y="2725738"/>
          <p14:tracePt t="39678" x="10375900" y="2695575"/>
          <p14:tracePt t="39696" x="10375900" y="2663825"/>
          <p14:tracePt t="39706" x="10375900" y="2627313"/>
          <p14:tracePt t="39724" x="10375900" y="2614613"/>
          <p14:tracePt t="39730" x="10375900" y="2595563"/>
          <p14:tracePt t="39733" x="10375900" y="2582863"/>
          <p14:tracePt t="39739" x="10375900" y="2546350"/>
          <p14:tracePt t="39747" x="10388600" y="2503488"/>
          <p14:tracePt t="39758" x="10394950" y="2465388"/>
          <p14:tracePt t="39762" x="10407650" y="2441575"/>
          <p14:tracePt t="39773" x="10407650" y="2390775"/>
          <p14:tracePt t="39797" x="10425113" y="2260600"/>
          <p14:tracePt t="39804" x="10425113" y="2236788"/>
          <p14:tracePt t="39820" x="10425113" y="2136775"/>
          <p14:tracePt t="39826" x="10425113" y="2081213"/>
          <p14:tracePt t="39836" x="10425113" y="2057400"/>
          <p14:tracePt t="39843" x="10425113" y="2032000"/>
          <p14:tracePt t="39851" x="10425113" y="2012950"/>
          <p14:tracePt t="39858" x="10425113" y="2000250"/>
          <p14:tracePt t="39877" x="10425113" y="1982788"/>
          <p14:tracePt t="39882" x="10425113" y="1976438"/>
          <p14:tracePt t="39892" x="10425113" y="1970088"/>
          <p14:tracePt t="39909" x="10425113" y="1963738"/>
          <p14:tracePt t="39971" x="10425113" y="1957388"/>
          <p14:tracePt t="41228" x="10407650" y="1982788"/>
          <p14:tracePt t="41243" x="10369550" y="2025650"/>
          <p14:tracePt t="41260" x="10339388" y="2063750"/>
          <p14:tracePt t="41266" x="10320338" y="2081213"/>
          <p14:tracePt t="41272" x="10313988" y="2087563"/>
          <p14:tracePt t="41281" x="10294938" y="2087563"/>
          <p14:tracePt t="41292" x="10282238" y="2093913"/>
          <p14:tracePt t="41300" x="10271125" y="2100263"/>
          <p14:tracePt t="41309" x="10258425" y="2112963"/>
          <p14:tracePt t="41319" x="10239375" y="2112963"/>
          <p14:tracePt t="41326" x="10226675" y="2119313"/>
          <p14:tracePt t="41332" x="10209213" y="2119313"/>
          <p14:tracePt t="41348" x="10183813" y="2125663"/>
          <p14:tracePt t="41358" x="10177463" y="2125663"/>
          <p14:tracePt t="41361" x="10164763" y="2125663"/>
          <p14:tracePt t="41378" x="10158413" y="2125663"/>
          <p14:tracePt t="41392" x="10152063" y="2125663"/>
          <p14:tracePt t="41410" x="10140950" y="2119313"/>
          <p14:tracePt t="41415" x="10134600" y="2112963"/>
          <p14:tracePt t="41427" x="10128250" y="2093913"/>
          <p14:tracePt t="41445" x="10128250" y="2074863"/>
          <p14:tracePt t="41450" x="10128250" y="2068513"/>
          <p14:tracePt t="41466" x="10134600" y="2012950"/>
          <p14:tracePt t="41483" x="10171113" y="1970088"/>
          <p14:tracePt t="41492" x="10196513" y="1938338"/>
          <p14:tracePt t="41500" x="10213975" y="1920875"/>
          <p14:tracePt t="41509" x="10258425" y="1882775"/>
          <p14:tracePt t="41519" x="10313988" y="1833563"/>
          <p14:tracePt t="41526" x="10344150" y="1814513"/>
          <p14:tracePt t="41531" x="10363200" y="1809750"/>
          <p14:tracePt t="41542" x="10375900" y="1797050"/>
          <p14:tracePt t="41549" x="10394950" y="1790700"/>
          <p14:tracePt t="41555" x="10401300" y="1784350"/>
          <p14:tracePt t="41560" x="10418763" y="1784350"/>
          <p14:tracePt t="41573" x="10425113" y="1784350"/>
          <p14:tracePt t="41583" x="10456863" y="1784350"/>
          <p14:tracePt t="41592" x="10469563" y="1784350"/>
          <p14:tracePt t="41611" x="10487025" y="1778000"/>
          <p14:tracePt t="41629" x="10506075" y="1778000"/>
          <p14:tracePt t="41644" x="10531475" y="1778000"/>
          <p14:tracePt t="41661" x="10555288" y="1765300"/>
          <p14:tracePt t="41679" x="10587038" y="1758950"/>
          <p14:tracePt t="41682" x="10593388" y="1758950"/>
          <p14:tracePt t="41692" x="10604500" y="1752600"/>
          <p14:tracePt t="41696" x="10610850" y="1752600"/>
          <p14:tracePt t="41714" x="10617200" y="1752600"/>
          <p14:tracePt t="41748" x="10617200" y="1746250"/>
          <p14:tracePt t="41803" x="10636250" y="1746250"/>
          <p14:tracePt t="41815" x="10655300" y="1735138"/>
          <p14:tracePt t="41824" x="10661650" y="1735138"/>
          <p14:tracePt t="41843" x="10704513" y="1728788"/>
          <p14:tracePt t="41862" x="10723563" y="1722438"/>
          <p14:tracePt t="41882" x="10729913" y="1722438"/>
          <p14:tracePt t="42084" x="10734675" y="1722438"/>
          <p14:tracePt t="42109" x="10741025" y="1722438"/>
          <p14:tracePt t="42122" x="10753725" y="1722438"/>
          <p14:tracePt t="42140" x="10760075" y="1722438"/>
          <p14:tracePt t="42154" x="10772775" y="1716088"/>
          <p14:tracePt t="42165" x="10779125" y="1716088"/>
          <p14:tracePt t="42181" x="10785475" y="1716088"/>
          <p14:tracePt t="42314" x="10785475" y="1709738"/>
          <p14:tracePt t="45325" x="10785475" y="1722438"/>
          <p14:tracePt t="45341" x="10617200" y="1901825"/>
          <p14:tracePt t="45355" x="10288588" y="2181225"/>
          <p14:tracePt t="45367" x="10010775" y="2397125"/>
          <p14:tracePt t="45378" x="9699625" y="2627313"/>
          <p14:tracePt t="45383" x="9366250" y="2855913"/>
          <p14:tracePt t="45388" x="8999538" y="3073400"/>
          <p14:tracePt t="45398" x="8609013" y="3289300"/>
          <p14:tracePt t="45410" x="7804150" y="3636963"/>
          <p14:tracePt t="45427" x="6831013" y="3908425"/>
          <p14:tracePt t="45436" x="6303963" y="3995738"/>
          <p14:tracePt t="45442" x="5715000" y="4095750"/>
          <p14:tracePt t="45460" x="4754563" y="4157663"/>
          <p14:tracePt t="45467" x="4344988" y="4181475"/>
          <p14:tracePt t="45483" x="3538538" y="4181475"/>
          <p14:tracePt t="45493" x="3160713" y="4162425"/>
          <p14:tracePt t="45496" x="2838450" y="4125913"/>
          <p14:tracePt t="45506" x="2554288" y="4095750"/>
          <p14:tracePt t="45518" x="2255838" y="4014788"/>
          <p14:tracePt t="45529" x="1858963" y="3871913"/>
          <p14:tracePt t="45544" x="1735138" y="3803650"/>
          <p14:tracePt t="45561" x="1474788" y="3587750"/>
          <p14:tracePt t="45576" x="1406525" y="3494088"/>
          <p14:tracePt t="45593" x="1301750" y="3122613"/>
          <p14:tracePt t="45612" x="1308100" y="2917825"/>
          <p14:tracePt t="45630" x="1412875" y="2706688"/>
          <p14:tracePt t="45649" x="1574800" y="2497138"/>
          <p14:tracePt t="45657" x="1679575" y="2397125"/>
          <p14:tracePt t="45662" x="1790700" y="2305050"/>
          <p14:tracePt t="45669" x="1933575" y="2192338"/>
          <p14:tracePt t="45676" x="2057400" y="2093913"/>
          <p14:tracePt t="45689" x="2200275" y="1982788"/>
          <p14:tracePt t="45699" x="2405063" y="1846263"/>
          <p14:tracePt t="45708" x="2565400" y="1752600"/>
          <p14:tracePt t="45722" x="3036888" y="1549400"/>
          <p14:tracePt t="45729" x="3378200" y="1425575"/>
          <p14:tracePt t="45736" x="3725863" y="1306513"/>
          <p14:tracePt t="45743" x="4029075" y="1208088"/>
          <p14:tracePt t="45754" x="4400550" y="1109663"/>
          <p14:tracePt t="45759" x="4772025" y="1003300"/>
          <p14:tracePt t="45763" x="5070475" y="928688"/>
          <p14:tracePt t="45777" x="5360988" y="873125"/>
          <p14:tracePt t="45780" x="5529263" y="830263"/>
          <p14:tracePt t="45784" x="5738813" y="798513"/>
          <p14:tracePt t="45798" x="5956300" y="787400"/>
          <p14:tracePt t="45809" x="6135688" y="774700"/>
          <p14:tracePt t="45826" x="6880225" y="774700"/>
          <p14:tracePt t="45842" x="7264400" y="793750"/>
          <p14:tracePt t="45860" x="7710488" y="860425"/>
          <p14:tracePt t="45869" x="7847013" y="898525"/>
          <p14:tracePt t="45882" x="7945438" y="935038"/>
          <p14:tracePt t="45886" x="8020050" y="973138"/>
          <p14:tracePt t="45892" x="8081963" y="1022350"/>
          <p14:tracePt t="45910" x="8188325" y="1114425"/>
          <p14:tracePt t="45915" x="8218488" y="1158875"/>
          <p14:tracePt t="45926" x="8256588" y="1244600"/>
          <p14:tracePt t="45931" x="8280400" y="1331913"/>
          <p14:tracePt t="45939" x="8305800" y="1419225"/>
          <p14:tracePt t="45946" x="8318500" y="1524000"/>
          <p14:tracePt t="45953" x="8318500" y="1635125"/>
          <p14:tracePt t="45973" x="8286750" y="1858963"/>
          <p14:tracePt t="45988" x="8150225" y="2119313"/>
          <p14:tracePt t="45993" x="8081963" y="2224088"/>
          <p14:tracePt t="46001" x="8002588" y="2328863"/>
          <p14:tracePt t="46014" x="7908925" y="2422525"/>
          <p14:tracePt t="46026" x="7642225" y="2589213"/>
          <p14:tracePt t="46043" x="7065963" y="2855913"/>
          <p14:tracePt t="46050" x="6650038" y="3011488"/>
          <p14:tracePt t="46060" x="6186488" y="3141663"/>
          <p14:tracePt t="46076" x="5318125" y="3357563"/>
          <p14:tracePt t="46085" x="4822825" y="3451225"/>
          <p14:tracePt t="46090" x="4376738" y="3494088"/>
          <p14:tracePt t="46101" x="3892550" y="3536950"/>
          <p14:tracePt t="46109" x="3446463" y="3556000"/>
          <p14:tracePt t="46114" x="3105150" y="3575050"/>
          <p14:tracePt t="46126" x="2763838" y="3575050"/>
          <p14:tracePt t="46142" x="2243138" y="3568700"/>
          <p14:tracePt t="46148" x="1982788" y="3513138"/>
          <p14:tracePt t="46157" x="1816100" y="3475038"/>
          <p14:tracePt t="46168" x="1666875" y="3432175"/>
          <p14:tracePt t="46174" x="1562100" y="3395663"/>
          <p14:tracePt t="46186" x="1487488" y="3357563"/>
          <p14:tracePt t="46193" x="1425575" y="3295650"/>
          <p14:tracePt t="46204" x="1425575" y="3270250"/>
          <p14:tracePt t="46215" x="1419225" y="3252788"/>
          <p14:tracePt t="46226" x="1400175" y="3221038"/>
          <p14:tracePt t="46243" x="1400175" y="3203575"/>
          <p14:tracePt t="46261" x="1382713" y="3171825"/>
          <p14:tracePt t="46269" x="1376363" y="3165475"/>
          <p14:tracePt t="46281" x="1370013" y="3146425"/>
          <p14:tracePt t="46293" x="1357313" y="3146425"/>
          <p14:tracePt t="46306" x="1350963" y="3146425"/>
          <p14:tracePt t="46314" x="1344613" y="3146425"/>
          <p14:tracePt t="46325" x="1331913" y="3146425"/>
          <p14:tracePt t="46332" x="1327150" y="3146425"/>
          <p14:tracePt t="46339" x="1320800" y="3146425"/>
          <p14:tracePt t="46354" x="1289050" y="3152775"/>
          <p14:tracePt t="46367" x="1276350" y="3152775"/>
          <p14:tracePt t="46378" x="1246188" y="3152775"/>
          <p14:tracePt t="46389" x="1201738" y="3152775"/>
          <p14:tracePt t="46404" x="1152525" y="3152775"/>
          <p14:tracePt t="46415" x="1122363" y="3141663"/>
          <p14:tracePt t="46429" x="1077913" y="3116263"/>
          <p14:tracePt t="46436" x="1054100" y="3097213"/>
          <p14:tracePt t="46444" x="1035050" y="3090863"/>
          <p14:tracePt t="46458" x="1016000" y="3060700"/>
          <p14:tracePt t="46469" x="979488" y="3028950"/>
          <p14:tracePt t="46481" x="960438" y="3005138"/>
          <p14:tracePt t="46493" x="941388" y="2998788"/>
          <p14:tracePt t="46510" x="917575" y="2986088"/>
          <p14:tracePt t="46514" x="898525" y="2979738"/>
          <p14:tracePt t="46525" x="885825" y="2973388"/>
          <p14:tracePt t="46544" x="836613" y="2943225"/>
          <p14:tracePt t="46557" x="817563" y="2930525"/>
          <p14:tracePt t="46569" x="800100" y="2917825"/>
          <p14:tracePt t="46577" x="793750" y="2905125"/>
          <p14:tracePt t="46585" x="787400" y="2898775"/>
          <p14:tracePt t="46591" x="774700" y="2887663"/>
          <p14:tracePt t="46595" x="774700" y="2881313"/>
          <p14:tracePt t="46613" x="774700" y="2874963"/>
          <p14:tracePt t="46622" x="774700" y="2868613"/>
          <p14:tracePt t="46651" x="774700" y="2862263"/>
          <p14:tracePt t="46685" x="781050" y="2855913"/>
          <p14:tracePt t="46696" x="787400" y="2855913"/>
          <p14:tracePt t="46710" x="793750" y="2855913"/>
          <p14:tracePt t="46732" x="800100" y="2855913"/>
          <p14:tracePt t="46980" x="800100" y="2849563"/>
          <p14:tracePt t="46993" x="806450" y="2849563"/>
          <p14:tracePt t="47008" x="817563" y="2830513"/>
          <p14:tracePt t="47021" x="836613" y="2825750"/>
          <p14:tracePt t="47031" x="842963" y="2825750"/>
          <p14:tracePt t="47044" x="855663" y="2825750"/>
          <p14:tracePt t="47063" x="862013" y="2825750"/>
          <p14:tracePt t="47069" x="868363" y="2825750"/>
          <p14:tracePt t="47091" x="885825" y="2825750"/>
          <p14:tracePt t="47109" x="892175" y="2830513"/>
          <p14:tracePt t="47115" x="898525" y="2843213"/>
          <p14:tracePt t="47126" x="904875" y="2849563"/>
          <p14:tracePt t="47135" x="917575" y="2849563"/>
          <p14:tracePt t="47145" x="941388" y="2862263"/>
          <p14:tracePt t="47162" x="960438" y="2874963"/>
          <p14:tracePt t="47166" x="979488" y="2874963"/>
          <p14:tracePt t="47178" x="992188" y="2874963"/>
          <p14:tracePt t="47184" x="1016000" y="2881313"/>
          <p14:tracePt t="47205" x="1022350" y="2881313"/>
          <p14:tracePt t="47214" x="1028700" y="2881313"/>
          <p14:tracePt t="47230" x="1035050" y="2881313"/>
          <p14:tracePt t="47250" x="1041400" y="2881313"/>
          <p14:tracePt t="47266" x="1054100" y="2881313"/>
          <p14:tracePt t="47282" x="1060450" y="2881313"/>
          <p14:tracePt t="47294" x="1066800" y="2881313"/>
          <p14:tracePt t="47311" x="1071563" y="2881313"/>
          <p14:tracePt t="47331" x="1077913" y="2881313"/>
          <p14:tracePt t="47343" x="1077913" y="2874963"/>
          <p14:tracePt t="47375" x="1084263" y="2874963"/>
          <p14:tracePt t="47386" x="1090613" y="2874963"/>
          <p14:tracePt t="47395" x="1103313" y="2874963"/>
          <p14:tracePt t="47411" x="1135063" y="2874963"/>
          <p14:tracePt t="47426" x="1139825" y="2874963"/>
          <p14:tracePt t="47446" x="1177925" y="2874963"/>
          <p14:tracePt t="47452" x="1190625" y="2868613"/>
          <p14:tracePt t="47460" x="1208088" y="2868613"/>
          <p14:tracePt t="47468" x="1233488" y="2868613"/>
          <p14:tracePt t="47478" x="1258888" y="2868613"/>
          <p14:tracePt t="47486" x="1289050" y="2868613"/>
          <p14:tracePt t="47497" x="1338263" y="2868613"/>
          <p14:tracePt t="47509" x="1457325" y="2868613"/>
          <p14:tracePt t="47516" x="1506538" y="2868613"/>
          <p14:tracePt t="47524" x="1604963" y="2868613"/>
          <p14:tracePt t="47533" x="1704975" y="2868613"/>
          <p14:tracePt t="47543" x="1871663" y="2868613"/>
          <p14:tracePt t="47546" x="2070100" y="2868613"/>
          <p14:tracePt t="47563" x="2584450" y="2849563"/>
          <p14:tracePt t="47576" x="2832100" y="2830513"/>
          <p14:tracePt t="47582" x="3179763" y="2813050"/>
          <p14:tracePt t="47589" x="3482975" y="2813050"/>
          <p14:tracePt t="47597" x="3824288" y="2794000"/>
          <p14:tracePt t="47606" x="4240213" y="2774950"/>
          <p14:tracePt t="47612" x="4641850" y="2774950"/>
          <p14:tracePt t="47619" x="5151438" y="2751138"/>
          <p14:tracePt t="47630" x="5727700" y="2725738"/>
          <p14:tracePt t="47640" x="6334125" y="2706688"/>
          <p14:tracePt t="47643" x="6942138" y="2706688"/>
          <p14:tracePt t="47652" x="7481888" y="2682875"/>
          <p14:tracePt t="47659" x="7989888" y="2682875"/>
          <p14:tracePt t="47679" x="8739188" y="2663825"/>
          <p14:tracePt t="47683" x="9117013" y="2638425"/>
          <p14:tracePt t="47688" x="9353550" y="2638425"/>
          <p14:tracePt t="47699" x="9588500" y="2638425"/>
          <p14:tracePt t="47712" x="10010775" y="2638425"/>
          <p14:tracePt t="47721" x="10171113" y="2638425"/>
          <p14:tracePt t="47739" x="10469563" y="2638425"/>
          <p14:tracePt t="47745" x="10599738" y="2638425"/>
          <p14:tracePt t="47752" x="10685463" y="2638425"/>
          <p14:tracePt t="47764" x="10753725" y="2638425"/>
          <p14:tracePt t="47779" x="10798175" y="2644775"/>
          <p14:tracePt t="47794" x="10798175" y="2651125"/>
          <p14:tracePt t="47835" x="10798175" y="2657475"/>
          <p14:tracePt t="47845" x="10798175" y="2663825"/>
          <p14:tracePt t="47861" x="10798175" y="2689225"/>
          <p14:tracePt t="47866" x="10798175" y="2695575"/>
          <p14:tracePt t="47881" x="10791825" y="2700338"/>
          <p14:tracePt t="47899" x="10785475" y="2706688"/>
          <p14:tracePt t="47913" x="10772775" y="2713038"/>
          <p14:tracePt t="47929" x="10766425" y="2713038"/>
          <p14:tracePt t="47945" x="10753725" y="2713038"/>
          <p14:tracePt t="47962" x="10734675" y="2713038"/>
          <p14:tracePt t="47980" x="10704513" y="2700338"/>
          <p14:tracePt t="48004" x="10617200" y="2651125"/>
          <p14:tracePt t="48010" x="10580688" y="2644775"/>
          <p14:tracePt t="48020" x="10542588" y="2633663"/>
          <p14:tracePt t="48027" x="10499725" y="2601913"/>
          <p14:tracePt t="48044" x="10437813" y="2582863"/>
          <p14:tracePt t="48059" x="10369550" y="2565400"/>
          <p14:tracePt t="48076" x="10307638" y="2546350"/>
          <p14:tracePt t="48081" x="10288588" y="2533650"/>
          <p14:tracePt t="48092" x="10271125" y="2520950"/>
          <p14:tracePt t="48101" x="10264775" y="2508250"/>
          <p14:tracePt t="48105" x="10258425" y="2508250"/>
          <p14:tracePt t="48114" x="10252075" y="2503488"/>
          <p14:tracePt t="48128" x="10233025" y="2490788"/>
          <p14:tracePt t="48144" x="10226675" y="2484438"/>
          <p14:tracePt t="48164" x="10213975" y="2478088"/>
          <p14:tracePt t="48168" x="10196513" y="2459038"/>
          <p14:tracePt t="48177" x="10190163" y="2459038"/>
          <p14:tracePt t="48198" x="10177463" y="2446338"/>
          <p14:tracePt t="48215" x="10171113" y="2441575"/>
          <p14:tracePt t="48220" x="10152063" y="2441575"/>
          <p14:tracePt t="48224" x="10147300" y="2435225"/>
          <p14:tracePt t="48233" x="10140950" y="2435225"/>
          <p14:tracePt t="48243" x="10134600" y="2422525"/>
          <p14:tracePt t="48260" x="10102850" y="2409825"/>
          <p14:tracePt t="48277" x="10066338" y="2397125"/>
          <p14:tracePt t="48282" x="10053638" y="2390775"/>
          <p14:tracePt t="48291" x="10021888" y="2390775"/>
          <p14:tracePt t="48307" x="10010775" y="2384425"/>
          <p14:tracePt t="48311" x="9991725" y="2384425"/>
          <p14:tracePt t="48321" x="9959975" y="2384425"/>
          <p14:tracePt t="48335" x="9955213" y="2384425"/>
          <p14:tracePt t="48337" x="9948863" y="2384425"/>
          <p14:tracePt t="48346" x="9942513" y="2379663"/>
          <p14:tracePt t="48360" x="9929813" y="2379663"/>
          <p14:tracePt t="48378" x="9923463" y="2366963"/>
          <p14:tracePt t="48393" x="9917113" y="2366963"/>
          <p14:tracePt t="48412" x="9910763" y="2360613"/>
          <p14:tracePt t="48434" x="9904413" y="2354263"/>
          <p14:tracePt t="48472" x="9898063" y="2347913"/>
          <p14:tracePt t="48491" x="9891713" y="2347913"/>
          <p14:tracePt t="48514" x="9886950" y="2341563"/>
          <p14:tracePt t="48539" x="9874250" y="2341563"/>
          <p14:tracePt t="48546" x="9867900" y="2335213"/>
          <p14:tracePt t="48561" x="9855200" y="2335213"/>
          <p14:tracePt t="48577" x="9848850" y="2335213"/>
          <p14:tracePt t="48593" x="9842500" y="2328863"/>
          <p14:tracePt t="48611" x="9836150" y="2328863"/>
          <p14:tracePt t="48641" x="9836150" y="2317750"/>
          <p14:tracePt t="48658" x="9825038" y="2317750"/>
          <p14:tracePt t="48762" x="9825038" y="2311400"/>
          <p14:tracePt t="48769" x="9829800" y="2298700"/>
          <p14:tracePt t="48778" x="9836150" y="2279650"/>
          <p14:tracePt t="48793" x="9861550" y="2236788"/>
          <p14:tracePt t="48810" x="9886950" y="2205038"/>
          <p14:tracePt t="48826" x="9910763" y="2181225"/>
          <p14:tracePt t="48843" x="9936163" y="2155825"/>
          <p14:tracePt t="48860" x="9942513" y="2143125"/>
          <p14:tracePt t="48869" x="9955213" y="2143125"/>
          <p14:tracePt t="48882" x="9959975" y="2136775"/>
          <p14:tracePt t="48896" x="9966325" y="2130425"/>
          <p14:tracePt t="48910" x="9972675" y="2130425"/>
          <p14:tracePt t="48929" x="9985375" y="2125663"/>
          <p14:tracePt t="48947" x="10004425" y="2119313"/>
          <p14:tracePt t="48958" x="10010775" y="2112963"/>
          <p14:tracePt t="48966" x="10017125" y="2112963"/>
          <p14:tracePt t="48970" x="10021888" y="2106613"/>
          <p14:tracePt t="48981" x="10040938" y="2093913"/>
          <p14:tracePt t="48995" x="10059988" y="2081213"/>
          <p14:tracePt t="49013" x="10083800" y="2068513"/>
          <p14:tracePt t="49017" x="10090150" y="2068513"/>
          <p14:tracePt t="49029" x="10096500" y="2068513"/>
          <p14:tracePt t="49033" x="10102850" y="2057400"/>
          <p14:tracePt t="49051" x="10109200" y="2057400"/>
          <p14:tracePt t="49068" x="10115550" y="2057400"/>
          <p14:tracePt t="49077" x="10128250" y="2051050"/>
          <p14:tracePt t="49083" x="10134600" y="2051050"/>
          <p14:tracePt t="49088" x="10140950" y="2051050"/>
          <p14:tracePt t="49099" x="10147300" y="2051050"/>
          <p14:tracePt t="49112" x="10171113" y="2044700"/>
          <p14:tracePt t="49129" x="10177463" y="2025650"/>
          <p14:tracePt t="49133" x="10183813" y="2025650"/>
          <p14:tracePt t="49138" x="10202863" y="2012950"/>
          <p14:tracePt t="49150" x="10226675" y="1995488"/>
          <p14:tracePt t="49164" x="10252075" y="1976438"/>
          <p14:tracePt t="49169" x="10258425" y="1970088"/>
          <p14:tracePt t="49177" x="10271125" y="1963738"/>
          <p14:tracePt t="49196" x="10282238" y="1957388"/>
          <p14:tracePt t="49212" x="10288588" y="1957388"/>
          <p14:tracePt t="49293" x="10294938" y="1957388"/>
          <p14:tracePt t="49308" x="10301288" y="1957388"/>
          <p14:tracePt t="49328" x="10307638" y="1957388"/>
          <p14:tracePt t="49345" x="10313988" y="1957388"/>
          <p14:tracePt t="49983" x="10313988" y="1963738"/>
          <p14:tracePt t="49995" x="10313988" y="2000250"/>
          <p14:tracePt t="50009" x="10301288" y="2125663"/>
          <p14:tracePt t="50030" x="10183813" y="2446338"/>
          <p14:tracePt t="50044" x="10047288" y="2676525"/>
          <p14:tracePt t="50049" x="9985375" y="2768600"/>
          <p14:tracePt t="50059" x="9861550" y="2881313"/>
          <p14:tracePt t="50068" x="9737725" y="2960688"/>
          <p14:tracePt t="50076" x="9582150" y="3048000"/>
          <p14:tracePt t="50093" x="9142413" y="3227388"/>
          <p14:tracePt t="50096" x="8845550" y="3302000"/>
          <p14:tracePt t="50113" x="7951788" y="3500438"/>
          <p14:tracePt t="50126" x="7326313" y="3624263"/>
          <p14:tracePt t="50136" x="6600825" y="3722688"/>
          <p14:tracePt t="50140" x="5913438" y="3816350"/>
          <p14:tracePt t="50148" x="5200650" y="3865563"/>
          <p14:tracePt t="50162" x="3849688" y="3940175"/>
          <p14:tracePt t="50182" x="2763838" y="3965575"/>
          <p14:tracePt t="50194" x="2262188" y="3965575"/>
          <p14:tracePt t="50213" x="1135063" y="3927475"/>
          <p14:tracePt t="50230" x="725488" y="3865563"/>
          <p14:tracePt t="50235" x="569913" y="3829050"/>
          <p14:tracePt t="50244" x="484188" y="3803650"/>
          <p14:tracePt t="50261" x="396875" y="3748088"/>
          <p14:tracePt t="50265" x="384175" y="3729038"/>
          <p14:tracePt t="50279" x="377825" y="3705225"/>
          <p14:tracePt t="50282" x="377825" y="3686175"/>
          <p14:tracePt t="50292" x="365125" y="3673475"/>
          <p14:tracePt t="50299" x="365125" y="3643313"/>
          <p14:tracePt t="50308" x="358775" y="3617913"/>
          <p14:tracePt t="50315" x="341313" y="3587750"/>
          <p14:tracePt t="50325" x="334963" y="3575050"/>
          <p14:tracePt t="50334" x="315913" y="3543300"/>
          <p14:tracePt t="50344" x="254000" y="3487738"/>
          <p14:tracePt t="50359" x="234950" y="3468688"/>
          <p14:tracePt t="50379" x="173038" y="3432175"/>
          <p14:tracePt t="50406" x="155575" y="3413125"/>
          <p14:tracePt t="50414" x="149225" y="3406775"/>
          <p14:tracePt t="50434" x="142875" y="3389313"/>
          <p14:tracePt t="50442" x="142875" y="3382963"/>
          <p14:tracePt t="50452" x="142875" y="3376613"/>
          <p14:tracePt t="50463" x="142875" y="3370263"/>
          <p14:tracePt t="50466" x="142875" y="3363913"/>
          <p14:tracePt t="50474" x="142875" y="3344863"/>
          <p14:tracePt t="50481" x="166688" y="3321050"/>
          <p14:tracePt t="50493" x="198438" y="3289300"/>
          <p14:tracePt t="50509" x="279400" y="3252788"/>
          <p14:tracePt t="50528" x="358775" y="3208338"/>
          <p14:tracePt t="50535" x="415925" y="3190875"/>
          <p14:tracePt t="50554" x="527050" y="3141663"/>
          <p14:tracePt t="50558" x="582613" y="3135313"/>
          <p14:tracePt t="50568" x="608013" y="3122613"/>
          <p14:tracePt t="50578" x="669925" y="3116263"/>
          <p14:tracePt t="50594" x="712788" y="3103563"/>
          <p14:tracePt t="50611" x="811213" y="3097213"/>
          <p14:tracePt t="50629" x="885825" y="3084513"/>
          <p14:tracePt t="50644" x="947738" y="3084513"/>
          <p14:tracePt t="50662" x="1016000" y="3084513"/>
          <p14:tracePt t="50678" x="1060450" y="3084513"/>
          <p14:tracePt t="50695" x="1103313" y="3079750"/>
          <p14:tracePt t="50713" x="1128713" y="3073400"/>
          <p14:tracePt t="50729" x="1139825" y="3073400"/>
          <p14:tracePt t="50780" x="1139825" y="3060700"/>
          <p14:tracePt t="50793" x="1146175" y="3060700"/>
          <p14:tracePt t="50804" x="1146175" y="3054350"/>
          <p14:tracePt t="50812" x="1152525" y="3054350"/>
          <p14:tracePt t="50828" x="1152525" y="3048000"/>
          <p14:tracePt t="50844" x="1158875" y="3041650"/>
          <p14:tracePt t="50851" x="1165225" y="3035300"/>
          <p14:tracePt t="50872" x="1171575" y="3028950"/>
          <p14:tracePt t="50883" x="1171575" y="3022600"/>
          <p14:tracePt t="50933" x="1177925" y="3022600"/>
          <p14:tracePt t="51128" x="1196975" y="3022600"/>
          <p14:tracePt t="51141" x="1214438" y="3028950"/>
          <p14:tracePt t="51152" x="1233488" y="3041650"/>
          <p14:tracePt t="51163" x="1252538" y="3048000"/>
          <p14:tracePt t="51172" x="1270000" y="3054350"/>
          <p14:tracePt t="51186" x="1327150" y="3073400"/>
          <p14:tracePt t="51195" x="1357313" y="3073400"/>
          <p14:tracePt t="51208" x="1393825" y="3079750"/>
          <p14:tracePt t="51219" x="1481138" y="3090863"/>
          <p14:tracePt t="51227" x="1519238" y="3090863"/>
          <p14:tracePt t="51243" x="1543050" y="3090863"/>
          <p14:tracePt t="51245" x="1581150" y="3090863"/>
          <p14:tracePt t="51256" x="1711325" y="3103563"/>
          <p14:tracePt t="51268" x="1766888" y="3116263"/>
          <p14:tracePt t="51276" x="1865313" y="3116263"/>
          <p14:tracePt t="51281" x="1982788" y="3116263"/>
          <p14:tracePt t="51293" x="2095500" y="3116263"/>
          <p14:tracePt t="51313" x="2492375" y="3116263"/>
          <p14:tracePt t="51326" x="2622550" y="3116263"/>
          <p14:tracePt t="51336" x="2757488" y="3116263"/>
          <p14:tracePt t="51345" x="3000375" y="3116263"/>
          <p14:tracePt t="51361" x="3117850" y="3116263"/>
          <p14:tracePt t="51382" x="3527425" y="3116263"/>
          <p14:tracePt t="51397" x="3911600" y="3116263"/>
          <p14:tracePt t="51409" x="4071938" y="3116263"/>
          <p14:tracePt t="51420" x="4481513" y="3116263"/>
          <p14:tracePt t="51432" x="4716463" y="3116263"/>
          <p14:tracePt t="51445" x="5156200" y="3116263"/>
          <p14:tracePt t="51461" x="5522913" y="3116263"/>
          <p14:tracePt t="51477" x="5969000" y="3116263"/>
          <p14:tracePt t="51495" x="6365875" y="3116263"/>
          <p14:tracePt t="51501" x="6570663" y="3116263"/>
          <p14:tracePt t="51513" x="6910388" y="3116263"/>
          <p14:tracePt t="51531" x="7296150" y="3116263"/>
          <p14:tracePt t="51544" x="7456488" y="3116263"/>
          <p14:tracePt t="51561" x="7902575" y="3103563"/>
          <p14:tracePt t="51579" x="8101013" y="3079750"/>
          <p14:tracePt t="51596" x="8156575" y="3079750"/>
          <p14:tracePt t="51612" x="8201025" y="3073400"/>
          <p14:tracePt t="51621" x="8205788" y="3073400"/>
          <p14:tracePt t="51629" x="8212138" y="3073400"/>
          <p14:tracePt t="51635" x="8212138" y="3067050"/>
          <p14:tracePt t="51640" x="8218488" y="3067050"/>
          <p14:tracePt t="51659" x="8231188" y="3067050"/>
          <p14:tracePt t="51668" x="8237538" y="3067050"/>
          <p14:tracePt t="51671" x="8243888" y="3060700"/>
          <p14:tracePt t="51681" x="8256588" y="3060700"/>
          <p14:tracePt t="51693" x="8286750" y="3048000"/>
          <p14:tracePt t="51698" x="8312150" y="3028950"/>
          <p14:tracePt t="51708" x="8335963" y="3022600"/>
          <p14:tracePt t="51714" x="8367713" y="3011488"/>
          <p14:tracePt t="51721" x="8404225" y="3005138"/>
          <p14:tracePt t="51731" x="8442325" y="3005138"/>
          <p14:tracePt t="51748" x="8547100" y="2979738"/>
          <p14:tracePt t="51764" x="8634413" y="2979738"/>
          <p14:tracePt t="51781" x="8969375" y="2954338"/>
          <p14:tracePt t="51805" x="9229725" y="2943225"/>
          <p14:tracePt t="51826" x="9558338" y="2930525"/>
          <p14:tracePt t="51845" x="10140950" y="2874963"/>
          <p14:tracePt t="51855" x="10277475" y="2862263"/>
          <p14:tracePt t="51862" x="10388600" y="2849563"/>
          <p14:tracePt t="51869" x="10474325" y="2849563"/>
          <p14:tracePt t="51884" x="10661650" y="2825750"/>
          <p14:tracePt t="51894" x="10685463" y="2825750"/>
          <p14:tracePt t="51898" x="10741025" y="2813050"/>
          <p14:tracePt t="51907" x="10766425" y="2806700"/>
          <p14:tracePt t="51916" x="10802938" y="2806700"/>
          <p14:tracePt t="51923" x="10828338" y="2794000"/>
          <p14:tracePt t="51929" x="10847388" y="2787650"/>
          <p14:tracePt t="51944" x="10860088" y="2768600"/>
          <p14:tracePt t="51958" x="10860088" y="2762250"/>
          <p14:tracePt t="51969" x="10860088" y="2757488"/>
          <p14:tracePt t="51978" x="10860088" y="2751138"/>
          <p14:tracePt t="51985" x="10860088" y="2744788"/>
          <p14:tracePt t="51993" x="10860088" y="2738438"/>
          <p14:tracePt t="52012" x="10860088" y="2732088"/>
          <p14:tracePt t="52019" x="10860088" y="2725738"/>
          <p14:tracePt t="52029" x="10860088" y="2713038"/>
          <p14:tracePt t="52047" x="10860088" y="2700338"/>
          <p14:tracePt t="52062" x="10864850" y="2676525"/>
          <p14:tracePt t="52069" x="10877550" y="2670175"/>
          <p14:tracePt t="52073" x="10877550" y="2657475"/>
          <p14:tracePt t="52089" x="10877550" y="2651125"/>
          <p14:tracePt t="52099" x="10871200" y="2644775"/>
          <p14:tracePt t="52113" x="10841038" y="2633663"/>
          <p14:tracePt t="52120" x="10828338" y="2627313"/>
          <p14:tracePt t="52137" x="10772775" y="2620963"/>
          <p14:tracePt t="52151" x="10698163" y="2620963"/>
          <p14:tracePt t="52162" x="10636250" y="2620963"/>
          <p14:tracePt t="52179" x="10587038" y="2620963"/>
          <p14:tracePt t="52194" x="10463213" y="2620963"/>
          <p14:tracePt t="52212" x="10407650" y="2620963"/>
          <p14:tracePt t="52219" x="10401300" y="2620963"/>
          <p14:tracePt t="52600" x="10401300" y="2595563"/>
          <p14:tracePt t="52612" x="10401300" y="2552700"/>
          <p14:tracePt t="52620" x="10401300" y="2533650"/>
          <p14:tracePt t="52629" x="10401300" y="2508250"/>
          <p14:tracePt t="52634" x="10401300" y="2490788"/>
          <p14:tracePt t="52650" x="10401300" y="2471738"/>
          <p14:tracePt t="52668" x="10401300" y="2446338"/>
          <p14:tracePt t="52673" x="10401300" y="2441575"/>
          <p14:tracePt t="52682" x="10401300" y="2435225"/>
          <p14:tracePt t="52690" x="10407650" y="2428875"/>
          <p14:tracePt t="52705" x="10407650" y="2422525"/>
          <p14:tracePt t="52712" x="10407650" y="2409825"/>
          <p14:tracePt t="52725" x="10407650" y="2403475"/>
          <p14:tracePt t="52731" x="10407650" y="2397125"/>
          <p14:tracePt t="52738" x="10407650" y="2390775"/>
          <p14:tracePt t="52746" x="10407650" y="2379663"/>
          <p14:tracePt t="52756" x="10407650" y="2366963"/>
          <p14:tracePt t="52761" x="10407650" y="2354263"/>
          <p14:tracePt t="52770" x="10407650" y="2347913"/>
          <p14:tracePt t="52783" x="10407650" y="2328863"/>
          <p14:tracePt t="52786" x="10407650" y="2317750"/>
          <p14:tracePt t="52794" x="10407650" y="2298700"/>
          <p14:tracePt t="52816" x="10407650" y="2266950"/>
          <p14:tracePt t="52819" x="10407650" y="2254250"/>
          <p14:tracePt t="52829" x="10407650" y="2236788"/>
          <p14:tracePt t="52832" x="10407650" y="2230438"/>
          <p14:tracePt t="52840" x="10407650" y="2224088"/>
          <p14:tracePt t="52853" x="10407650" y="2217738"/>
          <p14:tracePt t="52866" x="10407650" y="2211388"/>
          <p14:tracePt t="52879" x="10407650" y="2198688"/>
          <p14:tracePt t="52882" x="10407650" y="2192338"/>
          <p14:tracePt t="52895" x="10407650" y="2187575"/>
          <p14:tracePt t="52911" x="10407650" y="2174875"/>
          <p14:tracePt t="52914" x="10407650" y="2155825"/>
          <p14:tracePt t="52929" x="10407650" y="2149475"/>
          <p14:tracePt t="52940" x="10407650" y="2130425"/>
          <p14:tracePt t="52957" x="10407650" y="2125663"/>
          <p14:tracePt t="52965" x="10407650" y="2112963"/>
          <p14:tracePt t="52979" x="10407650" y="2100263"/>
          <p14:tracePt t="52996" x="10407650" y="2093913"/>
          <p14:tracePt t="53006" x="10407650" y="2087563"/>
          <p14:tracePt t="53026" x="10407650" y="2081213"/>
          <p14:tracePt t="53039" x="10407650" y="2074863"/>
          <p14:tracePt t="53268" x="10407650" y="2087563"/>
          <p14:tracePt t="53278" x="10407650" y="2125663"/>
          <p14:tracePt t="53287" x="10407650" y="2143125"/>
          <p14:tracePt t="53301" x="10407650" y="2205038"/>
          <p14:tracePt t="53318" x="10407650" y="2311400"/>
          <p14:tracePt t="53333" x="10401300" y="2384425"/>
          <p14:tracePt t="53350" x="10401300" y="2441575"/>
          <p14:tracePt t="53362" x="10401300" y="2459038"/>
          <p14:tracePt t="53379" x="10401300" y="2484438"/>
          <p14:tracePt t="53385" x="10401300" y="2490788"/>
          <p14:tracePt t="53395" x="10401300" y="2497138"/>
          <p14:tracePt t="53412" x="10401300" y="2527300"/>
          <p14:tracePt t="53419" x="10401300" y="2533650"/>
          <p14:tracePt t="53427" x="10401300" y="2540000"/>
          <p14:tracePt t="53435" x="10401300" y="2559050"/>
          <p14:tracePt t="53445" x="10401300" y="2565400"/>
          <p14:tracePt t="53461" x="10401300" y="2571750"/>
          <p14:tracePt t="53465" x="10401300" y="2576513"/>
          <p14:tracePt t="53481" x="10401300" y="2582863"/>
          <p14:tracePt t="53651" x="10401300" y="2576513"/>
          <p14:tracePt t="53663" x="10401300" y="2552700"/>
          <p14:tracePt t="53678" x="10388600" y="2497138"/>
          <p14:tracePt t="53685" x="10388600" y="2459038"/>
          <p14:tracePt t="53700" x="10388600" y="2360613"/>
          <p14:tracePt t="53713" x="10388600" y="2243138"/>
          <p14:tracePt t="53727" x="10388600" y="2192338"/>
          <p14:tracePt t="53732" x="10388600" y="2136775"/>
          <p14:tracePt t="53742" x="10388600" y="2100263"/>
          <p14:tracePt t="53750" x="10388600" y="2087563"/>
          <p14:tracePt t="53762" x="10388600" y="2051050"/>
          <p14:tracePt t="53778" x="10388600" y="2044700"/>
          <p14:tracePt t="54044" x="10388600" y="2068513"/>
          <p14:tracePt t="54056" x="10388600" y="2119313"/>
          <p14:tracePt t="54061" x="10388600" y="2187575"/>
          <p14:tracePt t="54076" x="10382250" y="2292350"/>
          <p14:tracePt t="54089" x="10369550" y="2397125"/>
          <p14:tracePt t="54109" x="10356850" y="2459038"/>
          <p14:tracePt t="54114" x="10356850" y="2490788"/>
          <p14:tracePt t="54123" x="10356850" y="2514600"/>
          <p14:tracePt t="54130" x="10350500" y="2533650"/>
          <p14:tracePt t="54137" x="10350500" y="2546350"/>
          <p14:tracePt t="54145" x="10350500" y="2552700"/>
          <p14:tracePt t="54152" x="10350500" y="2576513"/>
          <p14:tracePt t="54163" x="10350500" y="2582863"/>
          <p14:tracePt t="54181" x="10350500" y="2614613"/>
          <p14:tracePt t="54203" x="10350500" y="2644775"/>
          <p14:tracePt t="54221" x="10350500" y="2651125"/>
          <p14:tracePt t="54232" x="10350500" y="2657475"/>
          <p14:tracePt t="54340" x="10350500" y="2614613"/>
          <p14:tracePt t="54354" x="10363200" y="2565400"/>
          <p14:tracePt t="54362" x="10363200" y="2533650"/>
          <p14:tracePt t="54372" x="10363200" y="2484438"/>
          <p14:tracePt t="54386" x="10363200" y="2403475"/>
          <p14:tracePt t="54394" x="10363200" y="2305050"/>
          <p14:tracePt t="54399" x="10363200" y="2236788"/>
          <p14:tracePt t="54403" x="10363200" y="2168525"/>
          <p14:tracePt t="54411" x="10363200" y="2155825"/>
          <p14:tracePt t="54419" x="10363200" y="2125663"/>
          <p14:tracePt t="54428" x="10356850" y="2112963"/>
          <p14:tracePt t="54432" x="10350500" y="2093913"/>
          <p14:tracePt t="54445" x="10350500" y="2074863"/>
          <p14:tracePt t="54462" x="10344150" y="2068513"/>
          <p14:tracePt t="54467" x="10344150" y="2063750"/>
          <p14:tracePt t="54676" x="10350500" y="2093913"/>
          <p14:tracePt t="54686" x="10363200" y="2130425"/>
          <p14:tracePt t="54702" x="10369550" y="2192338"/>
          <p14:tracePt t="54709" x="10369550" y="2243138"/>
          <p14:tracePt t="54715" x="10369550" y="2292350"/>
          <p14:tracePt t="54725" x="10369550" y="2347913"/>
          <p14:tracePt t="54732" x="10369550" y="2373313"/>
          <p14:tracePt t="54741" x="10369550" y="2397125"/>
          <p14:tracePt t="54748" x="10369550" y="2403475"/>
          <p14:tracePt t="54757" x="10369550" y="2409825"/>
          <p14:tracePt t="54779" x="10369550" y="2422525"/>
          <p14:tracePt t="54934" x="10369550" y="2409825"/>
          <p14:tracePt t="54945" x="10369550" y="2384425"/>
          <p14:tracePt t="54961" x="10369550" y="2298700"/>
          <p14:tracePt t="54971" x="10369550" y="2130425"/>
          <p14:tracePt t="54980" x="10369550" y="2044700"/>
          <p14:tracePt t="54994" x="10356850" y="1963738"/>
          <p14:tracePt t="55000" x="10344150" y="1852613"/>
          <p14:tracePt t="55010" x="10339388" y="1797050"/>
          <p14:tracePt t="55019" x="10326688" y="1771650"/>
          <p14:tracePt t="55034" x="10326688" y="1765300"/>
          <p14:tracePt t="55155" x="10333038" y="1803400"/>
          <p14:tracePt t="55168" x="10339388" y="1839913"/>
          <p14:tracePt t="55175" x="10350500" y="1895475"/>
          <p14:tracePt t="55186" x="10363200" y="1951038"/>
          <p14:tracePt t="55190" x="10369550" y="2000250"/>
          <p14:tracePt t="55201" x="10388600" y="2081213"/>
          <p14:tracePt t="55220" x="10412413" y="2187575"/>
          <p14:tracePt t="55228" x="10412413" y="2254250"/>
          <p14:tracePt t="55234" x="10412413" y="2322513"/>
          <p14:tracePt t="55243" x="10412413" y="2373313"/>
          <p14:tracePt t="55250" x="10412413" y="2397125"/>
          <p14:tracePt t="55261" x="10412413" y="2435225"/>
          <p14:tracePt t="55279" x="10412413" y="2459038"/>
          <p14:tracePt t="55284" x="10412413" y="2465388"/>
          <p14:tracePt t="55300" x="10412413" y="2471738"/>
          <p14:tracePt t="55313" x="10412413" y="2484438"/>
          <p14:tracePt t="55329" x="10412413" y="2490788"/>
          <p14:tracePt t="55466" x="10407650" y="2490788"/>
          <p14:tracePt t="55484" x="10407650" y="2452688"/>
          <p14:tracePt t="55492" x="10407650" y="2428875"/>
          <p14:tracePt t="55500" x="10407650" y="2384425"/>
          <p14:tracePt t="55509" x="10407650" y="2360613"/>
          <p14:tracePt t="55523" x="10407650" y="2286000"/>
          <p14:tracePt t="55529" x="10407650" y="2260600"/>
          <p14:tracePt t="55543" x="10394950" y="2205038"/>
          <p14:tracePt t="55555" x="10394950" y="2143125"/>
          <p14:tracePt t="55563" x="10382250" y="2081213"/>
          <p14:tracePt t="55571" x="10382250" y="2057400"/>
          <p14:tracePt t="55579" x="10382250" y="2038350"/>
          <p14:tracePt t="55715" x="10394950" y="2057400"/>
          <p14:tracePt t="55728" x="10394950" y="2063750"/>
          <p14:tracePt t="55740" x="10401300" y="2106613"/>
          <p14:tracePt t="55751" x="10401300" y="2130425"/>
          <p14:tracePt t="55762" x="10394950" y="2192338"/>
          <p14:tracePt t="55782" x="10356850" y="2273300"/>
          <p14:tracePt t="55787" x="10344150" y="2305050"/>
          <p14:tracePt t="55805" x="10339388" y="2328863"/>
          <p14:tracePt t="55812" x="10339388" y="2341563"/>
          <p14:tracePt t="55826" x="10326688" y="2360613"/>
          <p14:tracePt t="55834" x="10307638" y="2422525"/>
          <p14:tracePt t="55843" x="10288588" y="2465388"/>
          <p14:tracePt t="55852" x="10271125" y="2490788"/>
          <p14:tracePt t="55863" x="10239375" y="2546350"/>
          <p14:tracePt t="55868" x="10202863" y="2620963"/>
          <p14:tracePt t="55872" x="10171113" y="2663825"/>
          <p14:tracePt t="55883" x="10121900" y="2719388"/>
          <p14:tracePt t="55897" x="9991725" y="2887663"/>
          <p14:tracePt t="55913" x="9805988" y="3103563"/>
          <p14:tracePt t="55931" x="9569450" y="3327400"/>
          <p14:tracePt t="55939" x="9421813" y="3475038"/>
          <p14:tracePt t="55947" x="9210675" y="3630613"/>
          <p14:tracePt t="55954" x="8943975" y="3803650"/>
          <p14:tracePt t="55961" x="8677275" y="3952875"/>
          <p14:tracePt t="55973" x="8380413" y="4132263"/>
          <p14:tracePt t="55979" x="7989888" y="4354513"/>
          <p14:tracePt t="55985" x="7629525" y="4540250"/>
          <p14:tracePt t="55994" x="7277100" y="4708525"/>
          <p14:tracePt t="56012" x="6502400" y="5054600"/>
          <p14:tracePt t="56029" x="5659438" y="5314950"/>
          <p14:tracePt t="56033" x="5224463" y="5421313"/>
          <p14:tracePt t="56045" x="4895850" y="5476875"/>
          <p14:tracePt t="56050" x="4443413" y="5545138"/>
          <p14:tracePt t="56073" x="3619500" y="5607050"/>
          <p14:tracePt t="56080" x="3205163" y="5624513"/>
          <p14:tracePt t="56089" x="2497138" y="5624513"/>
          <p14:tracePt t="56099" x="2225675" y="5624513"/>
          <p14:tracePt t="56113" x="1512888" y="5613400"/>
          <p14:tracePt t="56119" x="1190625" y="5575300"/>
          <p14:tracePt t="56139" x="625475" y="5451475"/>
          <p14:tracePt t="56146" x="458788" y="5408613"/>
          <p14:tracePt t="56156" x="309563" y="5365750"/>
          <p14:tracePt t="56164" x="136525" y="5308600"/>
          <p14:tracePt t="56452" x="334963" y="3252788"/>
          <p14:tracePt t="56463" x="471488" y="3197225"/>
          <p14:tracePt t="56486" x="842963" y="3079750"/>
          <p14:tracePt t="56495" x="947738" y="3035300"/>
          <p14:tracePt t="56506" x="1109663" y="2992438"/>
          <p14:tracePt t="56518" x="1190625" y="2979738"/>
          <p14:tracePt t="56531" x="1344613" y="2954338"/>
          <p14:tracePt t="56545" x="1412875" y="2943225"/>
          <p14:tracePt t="56566" x="1624013" y="2917825"/>
          <p14:tracePt t="56575" x="1673225" y="2917825"/>
          <p14:tracePt t="56579" x="1722438" y="2917825"/>
          <p14:tracePt t="56592" x="1779588" y="2917825"/>
          <p14:tracePt t="56599" x="1803400" y="2924175"/>
          <p14:tracePt t="56612" x="1828800" y="2949575"/>
          <p14:tracePt t="56630" x="1847850" y="2979738"/>
          <p14:tracePt t="56650" x="1871663" y="3022600"/>
          <p14:tracePt t="56657" x="1890713" y="3067050"/>
          <p14:tracePt t="56662" x="1914525" y="3103563"/>
          <p14:tracePt t="56668" x="1933575" y="3146425"/>
          <p14:tracePt t="56676" x="1958975" y="3214688"/>
          <p14:tracePt t="56688" x="1978025" y="3276600"/>
          <p14:tracePt t="56694" x="2001838" y="3344863"/>
          <p14:tracePt t="56703" x="2014538" y="3400425"/>
          <p14:tracePt t="56705" x="2020888" y="3438525"/>
          <p14:tracePt t="56715" x="2020888" y="3475038"/>
          <p14:tracePt t="56732" x="2020888" y="3536950"/>
          <p14:tracePt t="56750" x="2020888" y="3581400"/>
          <p14:tracePt t="56762" x="2001838" y="3617913"/>
          <p14:tracePt t="56781" x="1978025" y="3649663"/>
          <p14:tracePt t="56798" x="1933575" y="3686175"/>
          <p14:tracePt t="56803" x="1914525" y="3705225"/>
          <p14:tracePt t="56809" x="1890713" y="3722688"/>
          <p14:tracePt t="56819" x="1852613" y="3741738"/>
          <p14:tracePt t="56829" x="1822450" y="3760788"/>
          <p14:tracePt t="56832" x="1797050" y="3767138"/>
          <p14:tracePt t="56846" x="1779588" y="3767138"/>
          <p14:tracePt t="56851" x="1754188" y="3778250"/>
          <p14:tracePt t="56869" x="1722438" y="3778250"/>
          <p14:tracePt t="56875" x="1717675" y="3784600"/>
          <p14:tracePt t="56881" x="1704975" y="3784600"/>
          <p14:tracePt t="56893" x="1698625" y="3784600"/>
          <p14:tracePt t="56900" x="1692275" y="3784600"/>
          <p14:tracePt t="56916" x="1685925" y="3784600"/>
          <p14:tracePt t="56922" x="1679575" y="3784600"/>
          <p14:tracePt t="56947" x="1673225" y="3784600"/>
          <p14:tracePt t="56973" x="1666875" y="3784600"/>
          <p14:tracePt t="56982" x="1654175" y="3784600"/>
          <p14:tracePt t="56986" x="1643063" y="3784600"/>
          <p14:tracePt t="56994" x="1624013" y="3784600"/>
          <p14:tracePt t="57012" x="1592263" y="3784600"/>
          <p14:tracePt t="57032" x="1543050" y="3784600"/>
          <p14:tracePt t="57037" x="1524000" y="3784600"/>
          <p14:tracePt t="57045" x="1512888" y="3784600"/>
          <p14:tracePt t="57063" x="1500188" y="3784600"/>
          <p14:tracePt t="57069" x="1493838" y="3784600"/>
          <p14:tracePt t="57075" x="1481138" y="3784600"/>
          <p14:tracePt t="57092" x="1474788" y="3784600"/>
          <p14:tracePt t="57113" x="1468438" y="3784600"/>
          <p14:tracePt t="57183" x="1457325" y="3784600"/>
          <p14:tracePt t="57204" x="1457325" y="3790950"/>
          <p14:tracePt t="57214" x="1450975" y="3790950"/>
          <p14:tracePt t="57231" x="1444625" y="3797300"/>
          <p14:tracePt t="57246" x="1419225" y="3816350"/>
          <p14:tracePt t="57251" x="1406525" y="3822700"/>
          <p14:tracePt t="57270" x="1357313" y="3841750"/>
          <p14:tracePt t="57282" x="1327150" y="3846513"/>
          <p14:tracePt t="57297" x="1308100" y="3852863"/>
          <p14:tracePt t="57305" x="1295400" y="3852863"/>
          <p14:tracePt t="57317" x="1289050" y="3852863"/>
          <p14:tracePt t="57330" x="1276350" y="3852863"/>
          <p14:tracePt t="57348" x="1265238" y="3852863"/>
          <p14:tracePt t="57365" x="1258888" y="3841750"/>
          <p14:tracePt t="57372" x="1246188" y="3835400"/>
          <p14:tracePt t="57389" x="1239838" y="3816350"/>
          <p14:tracePt t="57396" x="1239838" y="3810000"/>
          <p14:tracePt t="57404" x="1233488" y="3810000"/>
          <p14:tracePt t="57416" x="1233488" y="3803650"/>
          <p14:tracePt t="57443" x="1227138" y="3803650"/>
          <p14:tracePt t="57452" x="1208088" y="3816350"/>
          <p14:tracePt t="57466" x="1201738" y="3822700"/>
          <p14:tracePt t="57483" x="1171575" y="3852863"/>
          <p14:tracePt t="57490" x="1152525" y="3871913"/>
          <p14:tracePt t="57498" x="1128713" y="3890963"/>
          <p14:tracePt t="57508" x="1116013" y="3897313"/>
          <p14:tracePt t="57513" x="1109663" y="3897313"/>
          <p14:tracePt t="57530" x="1096963" y="3908425"/>
          <p14:tracePt t="57539" x="1090613" y="3908425"/>
          <p14:tracePt t="57555" x="1084263" y="3908425"/>
          <p14:tracePt t="57563" x="1071563" y="3908425"/>
          <p14:tracePt t="57579" x="1066800" y="3908425"/>
          <p14:tracePt t="57602" x="1060450" y="3908425"/>
          <p14:tracePt t="57667" x="1060450" y="3903663"/>
          <p14:tracePt t="57741" x="1054100" y="3903663"/>
          <p14:tracePt t="57755" x="1054100" y="3897313"/>
          <p14:tracePt t="57766" x="1047750" y="3884613"/>
          <p14:tracePt t="57770" x="1035050" y="3865563"/>
          <p14:tracePt t="57781" x="1028700" y="3846513"/>
          <p14:tracePt t="57797" x="1016000" y="3829050"/>
          <p14:tracePt t="57802" x="1004888" y="3810000"/>
          <p14:tracePt t="57820" x="992188" y="3784600"/>
          <p14:tracePt t="57829" x="979488" y="3773488"/>
          <p14:tracePt t="57850" x="973138" y="3773488"/>
          <p14:tracePt t="57878" x="973138" y="3760788"/>
          <p14:tracePt t="57938" x="973138" y="3754438"/>
          <p14:tracePt t="58936" x="1016000" y="3754438"/>
          <p14:tracePt t="58940" x="1047750" y="3754438"/>
          <p14:tracePt t="58953" x="1135063" y="3754438"/>
          <p14:tracePt t="58969" x="1171575" y="3754438"/>
          <p14:tracePt t="58973" x="1196975" y="3754438"/>
          <p14:tracePt t="58981" x="1220788" y="3754438"/>
          <p14:tracePt t="58996" x="1282700" y="3754438"/>
          <p14:tracePt t="59012" x="1308100" y="3748088"/>
          <p14:tracePt t="59018" x="1327150" y="3748088"/>
          <p14:tracePt t="59027" x="1327150" y="3741738"/>
          <p14:tracePt t="59043" x="1331913" y="3741738"/>
          <p14:tracePt t="59057" x="1344613" y="3735388"/>
          <p14:tracePt t="59061" x="1344613" y="3729038"/>
          <p14:tracePt t="59069" x="1350963" y="3729038"/>
          <p14:tracePt t="59081" x="1357313" y="3722688"/>
          <p14:tracePt t="59573" x="1376363" y="3722688"/>
          <p14:tracePt t="59590" x="1419225" y="3722688"/>
          <p14:tracePt t="59604" x="1468438" y="3729038"/>
          <p14:tracePt t="59619" x="1536700" y="3729038"/>
          <p14:tracePt t="59629" x="1574800" y="3729038"/>
          <p14:tracePt t="59644" x="1624013" y="3729038"/>
          <p14:tracePt t="59650" x="1630363" y="3729038"/>
          <p14:tracePt t="59656" x="1636713" y="3729038"/>
          <p14:tracePt t="59755" x="1649413" y="3729038"/>
          <p14:tracePt t="59764" x="1654175" y="3729038"/>
          <p14:tracePt t="59782" x="1666875" y="3729038"/>
          <p14:tracePt t="59788" x="1673225" y="3729038"/>
          <p14:tracePt t="59804" x="1679575" y="3729038"/>
          <p14:tracePt t="59812" x="1685925" y="3729038"/>
          <p14:tracePt t="60623" x="1698625" y="3729038"/>
          <p14:tracePt t="60634" x="1704975" y="3729038"/>
          <p14:tracePt t="60655" x="1711325" y="3729038"/>
          <p14:tracePt t="61824" x="1722438" y="3735388"/>
          <p14:tracePt t="61840" x="1754188" y="3741738"/>
          <p14:tracePt t="61858" x="1803400" y="3767138"/>
          <p14:tracePt t="61871" x="1865313" y="3767138"/>
          <p14:tracePt t="61896" x="1920875" y="3767138"/>
          <p14:tracePt t="61902" x="1946275" y="3767138"/>
          <p14:tracePt t="61910" x="1971675" y="3767138"/>
          <p14:tracePt t="61915" x="1989138" y="3767138"/>
          <p14:tracePt t="61931" x="2008188" y="3767138"/>
          <p14:tracePt t="62118" x="2014538" y="3767138"/>
          <p14:tracePt t="62131" x="2027238" y="3767138"/>
          <p14:tracePt t="62136" x="2033588" y="3760788"/>
          <p14:tracePt t="62142" x="2039938" y="3760788"/>
          <p14:tracePt t="62151" x="2039938" y="3748088"/>
          <p14:tracePt t="62156" x="2044700" y="3748088"/>
          <p14:tracePt t="62284" x="2051050" y="3748088"/>
          <p14:tracePt t="62352" x="2057400" y="3748088"/>
          <p14:tracePt t="62360" x="2076450" y="3741738"/>
          <p14:tracePt t="62374" x="2108200" y="3722688"/>
          <p14:tracePt t="62390" x="2132013" y="3716338"/>
          <p14:tracePt t="62403" x="2138363" y="3711575"/>
          <p14:tracePt t="62411" x="2144713" y="3711575"/>
          <p14:tracePt t="62416" x="2151063" y="3705225"/>
          <p14:tracePt t="62428" x="2157413" y="3705225"/>
          <p14:tracePt t="62434" x="2163763" y="3698875"/>
          <p14:tracePt t="62692" x="2174875" y="3698875"/>
          <p14:tracePt t="63093" x="2181225" y="3698875"/>
          <p14:tracePt t="63106" x="2193925" y="3705225"/>
          <p14:tracePt t="63116" x="2200275" y="3705225"/>
          <p14:tracePt t="63139" x="2236788" y="3722688"/>
          <p14:tracePt t="63152" x="2249488" y="3722688"/>
          <p14:tracePt t="63162" x="2255838" y="3722688"/>
          <p14:tracePt t="63167" x="2262188" y="3722688"/>
          <p14:tracePt t="63170" x="2268538" y="3729038"/>
          <p14:tracePt t="63283" x="2274888" y="3729038"/>
          <p14:tracePt t="63294" x="2293938" y="3729038"/>
          <p14:tracePt t="63308" x="2324100" y="3722688"/>
          <p14:tracePt t="63316" x="2349500" y="3716338"/>
          <p14:tracePt t="63322" x="2379663" y="3716338"/>
          <p14:tracePt t="63333" x="2405063" y="3716338"/>
          <p14:tracePt t="63349" x="2435225" y="3711575"/>
          <p14:tracePt t="63357" x="2454275" y="3711575"/>
          <p14:tracePt t="63363" x="2460625" y="3711575"/>
          <p14:tracePt t="63371" x="2466975" y="3711575"/>
          <p14:tracePt t="63386" x="2473325" y="3711575"/>
          <p14:tracePt t="63436" x="2479675" y="3711575"/>
          <p14:tracePt t="63448" x="2486025" y="3711575"/>
          <p14:tracePt t="63452" x="2492375" y="3711575"/>
          <p14:tracePt t="63461" x="2503488" y="3711575"/>
          <p14:tracePt t="63470" x="2509838" y="3705225"/>
          <p14:tracePt t="63476" x="2516188" y="3705225"/>
          <p14:tracePt t="63483" x="2522538" y="3705225"/>
          <p14:tracePt t="63498" x="2528888" y="3705225"/>
          <p14:tracePt t="63508" x="2528888" y="3692525"/>
          <p14:tracePt t="63568" x="2535238" y="3692525"/>
          <p14:tracePt t="63606" x="2541588" y="3692525"/>
          <p14:tracePt t="63619" x="2554288" y="3692525"/>
          <p14:tracePt t="63635" x="2560638" y="3692525"/>
          <p14:tracePt t="63652" x="2565400" y="3692525"/>
          <p14:tracePt t="63667" x="2571750" y="3692525"/>
          <p14:tracePt t="63675" x="2578100" y="3692525"/>
          <p14:tracePt t="63692" x="2584450" y="3692525"/>
          <p14:tracePt t="63701" x="2590800" y="3692525"/>
          <p14:tracePt t="63716" x="2609850" y="3692525"/>
          <p14:tracePt t="63732" x="2622550" y="3692525"/>
          <p14:tracePt t="63746" x="2627313" y="3692525"/>
          <p14:tracePt t="63819" x="2633663" y="3692525"/>
          <p14:tracePt t="64053" x="2633663" y="3698875"/>
          <p14:tracePt t="64063" x="2622550" y="3698875"/>
          <p14:tracePt t="64075" x="2597150" y="3705225"/>
          <p14:tracePt t="64092" x="2571750" y="3705225"/>
          <p14:tracePt t="64099" x="2565400" y="3705225"/>
          <p14:tracePt t="64110" x="2560638" y="3705225"/>
          <p14:tracePt t="64118" x="2547938" y="3705225"/>
          <p14:tracePt t="64129" x="2535238" y="3705225"/>
          <p14:tracePt t="64145" x="2516188" y="3705225"/>
          <p14:tracePt t="64149" x="2509838" y="3705225"/>
          <p14:tracePt t="64152" x="2503488" y="3705225"/>
          <p14:tracePt t="64161" x="2492375" y="3705225"/>
          <p14:tracePt t="64170" x="2486025" y="3711575"/>
          <p14:tracePt t="64183" x="2479675" y="3729038"/>
          <p14:tracePt t="64187" x="2473325" y="3729038"/>
          <p14:tracePt t="64191" x="2473325" y="3735388"/>
          <p14:tracePt t="64200" x="2466975" y="3741738"/>
          <p14:tracePt t="64218" x="2460625" y="3748088"/>
          <p14:tracePt t="64226" x="2460625" y="3754438"/>
          <p14:tracePt t="64241" x="2454275" y="3754438"/>
          <p14:tracePt t="64250" x="2441575" y="3754438"/>
          <p14:tracePt t="64264" x="2430463" y="3754438"/>
          <p14:tracePt t="64281" x="2386013" y="3741738"/>
          <p14:tracePt t="64298" x="2343150" y="3722688"/>
          <p14:tracePt t="64314" x="2305050" y="3711575"/>
          <p14:tracePt t="64335" x="2281238" y="3698875"/>
          <p14:tracePt t="64349" x="2274888" y="3698875"/>
          <p14:tracePt t="64365" x="2268538" y="3698875"/>
          <p14:tracePt t="64524" x="2311400" y="3692525"/>
          <p14:tracePt t="64535" x="2330450" y="3692525"/>
          <p14:tracePt t="64549" x="2441575" y="3692525"/>
          <p14:tracePt t="64559" x="2578100" y="3679825"/>
          <p14:tracePt t="64567" x="2727325" y="3660775"/>
          <p14:tracePt t="64579" x="3290888" y="3630613"/>
          <p14:tracePt t="64596" x="3736975" y="3605213"/>
          <p14:tracePt t="64599" x="4214813" y="3587750"/>
          <p14:tracePt t="64602" x="4760913" y="3543300"/>
          <p14:tracePt t="64610" x="5311775" y="3468688"/>
          <p14:tracePt t="64620" x="5868988" y="3400425"/>
          <p14:tracePt t="64634" x="6910388" y="3265488"/>
          <p14:tracePt t="64649" x="7883525" y="3135313"/>
          <p14:tracePt t="64683" x="9142413" y="2949575"/>
          <p14:tracePt t="64701" x="9428163" y="2892425"/>
          <p14:tracePt t="64716" x="9663113" y="2836863"/>
          <p14:tracePt t="64732" x="9805988" y="2806700"/>
          <p14:tracePt t="64748" x="9880600" y="2774950"/>
          <p14:tracePt t="64755" x="9891713" y="2762250"/>
          <p14:tracePt t="64763" x="9910763" y="2757488"/>
          <p14:tracePt t="64773" x="9917113" y="2751138"/>
          <p14:tracePt t="64780" x="9923463" y="2744788"/>
          <p14:tracePt t="64790" x="9942513" y="2744788"/>
          <p14:tracePt t="64796" x="9948863" y="2738438"/>
          <p14:tracePt t="64803" x="9972675" y="2719388"/>
          <p14:tracePt t="64812" x="9998075" y="2700338"/>
          <p14:tracePt t="64824" x="10017125" y="2695575"/>
          <p14:tracePt t="64829" x="10072688" y="2663825"/>
          <p14:tracePt t="64836" x="10128250" y="2627313"/>
          <p14:tracePt t="64841" x="10202863" y="2589213"/>
          <p14:tracePt t="64851" x="10277475" y="2552700"/>
          <p14:tracePt t="64865" x="10356850" y="2514600"/>
          <p14:tracePt t="64881" x="10580688" y="2409825"/>
          <p14:tracePt t="64898" x="10871200" y="2298700"/>
          <p14:tracePt t="64909" x="11007725" y="2243138"/>
          <p14:tracePt t="64915" x="11125200" y="2187575"/>
          <p14:tracePt t="64929" x="11231563" y="2136775"/>
          <p14:tracePt t="64943" x="11323638" y="2087563"/>
          <p14:tracePt t="64988" x="11323638" y="2081213"/>
          <p14:tracePt t="65043" x="11312525" y="2081213"/>
          <p14:tracePt t="65056" x="11250613" y="2081213"/>
          <p14:tracePt t="65063" x="11225213" y="2087563"/>
          <p14:tracePt t="65073" x="11082338" y="2119313"/>
          <p14:tracePt t="65084" x="10964863" y="2162175"/>
          <p14:tracePt t="65100" x="10648950" y="2243138"/>
          <p14:tracePt t="65104" x="10493375" y="2286000"/>
          <p14:tracePt t="65120" x="10220325" y="2379663"/>
          <p14:tracePt t="65129" x="10102850" y="2422525"/>
          <p14:tracePt t="65147" x="9948863" y="2446338"/>
          <p14:tracePt t="65154" x="9936163" y="2446338"/>
          <p14:tracePt t="65163" x="9904413" y="2446338"/>
          <p14:tracePt t="65170" x="9891713" y="2452688"/>
          <p14:tracePt t="65197" x="9880600" y="2452688"/>
          <p14:tracePt t="65323" x="9886950" y="2452688"/>
          <p14:tracePt t="65339" x="9917113" y="2416175"/>
          <p14:tracePt t="65346" x="9959975" y="2390775"/>
          <p14:tracePt t="65360" x="10004425" y="2354263"/>
          <p14:tracePt t="65363" x="10059988" y="2311400"/>
          <p14:tracePt t="65379" x="10121900" y="2260600"/>
          <p14:tracePt t="65389" x="10252075" y="2162175"/>
          <p14:tracePt t="65398" x="10313988" y="2130425"/>
          <p14:tracePt t="65406" x="10388600" y="2093913"/>
          <p14:tracePt t="65416" x="10425113" y="2081213"/>
          <p14:tracePt t="65432" x="10480675" y="2057400"/>
          <p14:tracePt t="65436" x="10487025" y="2051050"/>
          <p14:tracePt t="65493" x="10474325" y="2068513"/>
          <p14:tracePt t="65509" x="10382250" y="2119313"/>
          <p14:tracePt t="65518" x="10245725" y="2198688"/>
          <p14:tracePt t="65532" x="9774238" y="2422525"/>
          <p14:tracePt t="65539" x="9490075" y="2559050"/>
          <p14:tracePt t="65548" x="9074150" y="2732088"/>
          <p14:tracePt t="65554" x="8628063" y="2887663"/>
          <p14:tracePt t="65565" x="8088313" y="3054350"/>
          <p14:tracePt t="65573" x="7550150" y="3214688"/>
          <p14:tracePt t="65584" x="6978650" y="3382963"/>
          <p14:tracePt t="65588" x="6446838" y="3524250"/>
          <p14:tracePt t="65592" x="5875338" y="3667125"/>
          <p14:tracePt t="65603" x="5380038" y="3778250"/>
          <p14:tracePt t="65614" x="4891088" y="3865563"/>
          <p14:tracePt t="65620" x="4524375" y="3946525"/>
          <p14:tracePt t="65640" x="3775075" y="4064000"/>
          <p14:tracePt t="65656" x="3644900" y="4095750"/>
          <p14:tracePt t="65662" x="3527425" y="4119563"/>
          <p14:tracePt t="65669" x="3452813" y="4144963"/>
          <p14:tracePt t="65675" x="3427413" y="4162425"/>
          <p14:tracePt t="65685" x="3408363" y="4168775"/>
          <p14:tracePt t="65700" x="3352800" y="4206875"/>
          <p14:tracePt t="65716" x="3254375" y="4262438"/>
          <p14:tracePt t="65730" x="3143250" y="4318000"/>
          <p14:tracePt t="65747" x="3074988" y="4337050"/>
          <p14:tracePt t="65759" x="3024188" y="4349750"/>
          <p14:tracePt t="65764" x="2938463" y="4360863"/>
          <p14:tracePt t="65771" x="2832100" y="4373563"/>
          <p14:tracePt t="65778" x="2733675" y="4386263"/>
          <p14:tracePt t="65785" x="2616200" y="4386263"/>
          <p14:tracePt t="65797" x="2516188" y="4386263"/>
          <p14:tracePt t="65803" x="2373313" y="4386263"/>
          <p14:tracePt t="65814" x="2225675" y="4386263"/>
          <p14:tracePt t="65821" x="2057400" y="4386263"/>
          <p14:tracePt t="65830" x="1909763" y="4386263"/>
          <p14:tracePt t="65840" x="1747838" y="4386263"/>
          <p14:tracePt t="65851" x="1438275" y="4379913"/>
          <p14:tracePt t="65859" x="1314450" y="4354513"/>
          <p14:tracePt t="65866" x="1214438" y="4324350"/>
          <p14:tracePt t="65876" x="1109663" y="4298950"/>
          <p14:tracePt t="65884" x="1022350" y="4275138"/>
          <p14:tracePt t="65899" x="898525" y="4230688"/>
          <p14:tracePt t="65914" x="842963" y="4194175"/>
          <p14:tracePt t="65932" x="823913" y="4168775"/>
          <p14:tracePt t="65956" x="817563" y="4168775"/>
          <p14:tracePt t="65970" x="817563" y="4162425"/>
          <p14:tracePt t="65981" x="817563" y="4151313"/>
          <p14:tracePt t="65985" x="817563" y="4144963"/>
          <p14:tracePt t="66000" x="817563" y="4125913"/>
          <p14:tracePt t="66010" x="817563" y="4106863"/>
          <p14:tracePt t="66022" x="817563" y="4100513"/>
          <p14:tracePt t="66030" x="817563" y="4089400"/>
          <p14:tracePt t="66035" x="806450" y="4076700"/>
          <p14:tracePt t="66049" x="806450" y="4070350"/>
          <p14:tracePt t="66083" x="806450" y="4064000"/>
          <p14:tracePt t="66614" x="811213" y="4064000"/>
          <p14:tracePt t="66623" x="817563" y="4064000"/>
          <p14:tracePt t="66632" x="817563" y="4070350"/>
          <p14:tracePt t="66648" x="823913" y="4070350"/>
          <p14:tracePt t="66665" x="830263" y="4070350"/>
          <p14:tracePt t="66681" x="830263" y="4083050"/>
          <p14:tracePt t="66771" x="836613" y="4083050"/>
          <p14:tracePt t="66851" x="836613" y="4089400"/>
          <p14:tracePt t="66966" x="842963" y="4089400"/>
          <p14:tracePt t="66979" x="849313" y="4089400"/>
          <p14:tracePt t="66994" x="862013" y="4095750"/>
          <p14:tracePt t="67019" x="868363" y="4095750"/>
          <p14:tracePt t="67050" x="868363" y="4100513"/>
          <p14:tracePt t="67064" x="874713" y="4100513"/>
          <p14:tracePt t="67076" x="879475" y="4106863"/>
          <p14:tracePt t="67085" x="885825" y="4106863"/>
          <p14:tracePt t="67100" x="898525" y="4113213"/>
          <p14:tracePt t="67116" x="911225" y="4119563"/>
          <p14:tracePt t="67133" x="923925" y="4132263"/>
          <p14:tracePt t="67149" x="936625" y="4144963"/>
          <p14:tracePt t="67153" x="941388" y="4151313"/>
          <p14:tracePt t="67164" x="960438" y="4151313"/>
          <p14:tracePt t="67185" x="979488" y="4162425"/>
          <p14:tracePt t="67203" x="985838" y="4162425"/>
          <p14:tracePt t="67235" x="992188" y="4162425"/>
          <p14:tracePt t="67286" x="992188" y="4168775"/>
          <p14:tracePt t="67296" x="998538" y="4168775"/>
          <p14:tracePt t="67319" x="1009650" y="4168775"/>
          <p14:tracePt t="67323" x="1016000" y="4181475"/>
          <p14:tracePt t="67331" x="1022350" y="4181475"/>
          <p14:tracePt t="67340" x="1035050" y="4181475"/>
          <p14:tracePt t="67349" x="1054100" y="4181475"/>
          <p14:tracePt t="67353" x="1077913" y="4181475"/>
          <p14:tracePt t="67364" x="1096963" y="4187825"/>
          <p14:tracePt t="67370" x="1109663" y="4187825"/>
          <p14:tracePt t="67385" x="1165225" y="4187825"/>
          <p14:tracePt t="67398" x="1190625" y="4187825"/>
          <p14:tracePt t="67415" x="1220788" y="4187825"/>
          <p14:tracePt t="67419" x="1239838" y="4187825"/>
          <p14:tracePt t="67432" x="1265238" y="4187825"/>
          <p14:tracePt t="67449" x="1270000" y="4187825"/>
          <p14:tracePt t="67465" x="1276350" y="4194175"/>
          <p14:tracePt t="68751" x="1289050" y="4200525"/>
          <p14:tracePt t="68763" x="1320800" y="4200525"/>
          <p14:tracePt t="68776" x="1393825" y="4200525"/>
          <p14:tracePt t="68789" x="1431925" y="4200525"/>
          <p14:tracePt t="68792" x="1468438" y="4200525"/>
          <p14:tracePt t="68807" x="1530350" y="4200525"/>
          <p14:tracePt t="68820" x="1555750" y="4200525"/>
          <p14:tracePt t="68836" x="1587500" y="4200525"/>
          <p14:tracePt t="68844" x="1592263" y="4200525"/>
          <p14:tracePt t="68882" x="1604963" y="4200525"/>
          <p14:tracePt t="68972" x="1604963" y="4194175"/>
          <p14:tracePt t="69187" x="1611313" y="4194175"/>
          <p14:tracePt t="69229" x="1617663" y="4187825"/>
          <p14:tracePt t="69245" x="1624013" y="4187825"/>
          <p14:tracePt t="69259" x="1630363" y="4187825"/>
          <p14:tracePt t="69283" x="1636713" y="4187825"/>
          <p14:tracePt t="69290" x="1636713" y="4181475"/>
          <p14:tracePt t="69304" x="1643063" y="4181475"/>
          <p14:tracePt t="69320" x="1649413" y="4181475"/>
          <p14:tracePt t="69349" x="1660525" y="4181475"/>
          <p14:tracePt t="69372" x="1666875" y="4181475"/>
          <p14:tracePt t="69385" x="1666875" y="4175125"/>
          <p14:tracePt t="69484" x="1673225" y="4175125"/>
          <p14:tracePt t="70655" x="1685925" y="4157663"/>
          <p14:tracePt t="70670" x="1722438" y="4138613"/>
          <p14:tracePt t="70679" x="1728788" y="4125913"/>
          <p14:tracePt t="70696" x="1766888" y="4106863"/>
          <p14:tracePt t="70703" x="1779588" y="4106863"/>
          <p14:tracePt t="70709" x="1797050" y="4095750"/>
          <p14:tracePt t="70715" x="1816100" y="4089400"/>
          <p14:tracePt t="70730" x="1822450" y="4089400"/>
          <p14:tracePt t="70738" x="1841500" y="4089400"/>
          <p14:tracePt t="70744" x="1852613" y="4089400"/>
          <p14:tracePt t="70755" x="1858963" y="4089400"/>
          <p14:tracePt t="70766" x="1871663" y="4089400"/>
          <p14:tracePt t="70782" x="1878013" y="4089400"/>
          <p14:tracePt t="70800" x="1897063" y="4089400"/>
          <p14:tracePt t="70804" x="1903413" y="4089400"/>
          <p14:tracePt t="70818" x="1914525" y="4095750"/>
          <p14:tracePt t="70833" x="1920875" y="4095750"/>
          <p14:tracePt t="70851" x="1946275" y="4106863"/>
          <p14:tracePt t="70869" x="1958975" y="4113213"/>
          <p14:tracePt t="70883" x="1971675" y="4119563"/>
          <p14:tracePt t="70890" x="1978025" y="4119563"/>
          <p14:tracePt t="70900" x="1989138" y="4119563"/>
          <p14:tracePt t="70909" x="1995488" y="4119563"/>
          <p14:tracePt t="70919" x="2001838" y="4119563"/>
          <p14:tracePt t="70935" x="2008188" y="4119563"/>
          <p14:tracePt t="71050" x="2014538" y="4119563"/>
          <p14:tracePt t="71060" x="2020888" y="4119563"/>
          <p14:tracePt t="71074" x="2027238" y="4119563"/>
          <p14:tracePt t="71086" x="2033588" y="4119563"/>
          <p14:tracePt t="71141" x="2044700" y="4119563"/>
          <p14:tracePt t="71183" x="2051050" y="4119563"/>
          <p14:tracePt t="71198" x="2063750" y="4113213"/>
          <p14:tracePt t="71204" x="2070100" y="4113213"/>
          <p14:tracePt t="71209" x="2076450" y="4100513"/>
          <p14:tracePt t="71218" x="2112963" y="4100513"/>
          <p14:tracePt t="71232" x="2125663" y="4095750"/>
          <p14:tracePt t="71250" x="2170113" y="4095750"/>
          <p14:tracePt t="71253" x="2181225" y="4095750"/>
          <p14:tracePt t="71263" x="2187575" y="4095750"/>
          <p14:tracePt t="71277" x="2193925" y="4095750"/>
          <p14:tracePt t="71284" x="2200275" y="4095750"/>
          <p14:tracePt t="71299" x="2219325" y="4095750"/>
          <p14:tracePt t="71333" x="2225675" y="4095750"/>
          <p14:tracePt t="71460" x="2232025" y="4095750"/>
          <p14:tracePt t="71774" x="2232025" y="4100513"/>
          <p14:tracePt t="71957" x="2225675" y="4100513"/>
          <p14:tracePt t="72133" x="2232025" y="4100513"/>
          <p14:tracePt t="72143" x="2249488" y="4100513"/>
          <p14:tracePt t="72148" x="2274888" y="4100513"/>
          <p14:tracePt t="72165" x="2317750" y="4100513"/>
          <p14:tracePt t="72180" x="2366963" y="4100513"/>
          <p14:tracePt t="72186" x="2411413" y="4089400"/>
          <p14:tracePt t="72195" x="2424113" y="4089400"/>
          <p14:tracePt t="72203" x="2447925" y="4089400"/>
          <p14:tracePt t="72216" x="2492375" y="4083050"/>
          <p14:tracePt t="72233" x="2535238" y="4083050"/>
          <p14:tracePt t="72237" x="2554288" y="4083050"/>
          <p14:tracePt t="72250" x="2560638" y="4083050"/>
          <p14:tracePt t="72253" x="2565400" y="4083050"/>
          <p14:tracePt t="72269" x="2571750" y="4083050"/>
          <p14:tracePt t="72303" x="2578100" y="4083050"/>
          <p14:tracePt t="72340" x="2584450" y="4083050"/>
          <p14:tracePt t="72350" x="2597150" y="4083050"/>
          <p14:tracePt t="72460" x="2603500" y="4083050"/>
          <p14:tracePt t="72521" x="2609850" y="4083050"/>
          <p14:tracePt t="72533" x="2616200" y="4083050"/>
          <p14:tracePt t="72544" x="2622550" y="4083050"/>
          <p14:tracePt t="72553" x="2627313" y="4083050"/>
          <p14:tracePt t="72566" x="2633663" y="4083050"/>
          <p14:tracePt t="72593" x="2646363" y="4083050"/>
          <p14:tracePt t="74418" x="2633663" y="4083050"/>
          <p14:tracePt t="74431" x="2616200" y="4100513"/>
          <p14:tracePt t="74438" x="2578100" y="4132263"/>
          <p14:tracePt t="74443" x="2560638" y="4138613"/>
          <p14:tracePt t="74453" x="2503488" y="4181475"/>
          <p14:tracePt t="74458" x="2466975" y="4181475"/>
          <p14:tracePt t="74470" x="2362200" y="4168775"/>
          <p14:tracePt t="74478" x="2324100" y="4144963"/>
          <p14:tracePt t="74487" x="2249488" y="4125913"/>
          <p14:tracePt t="74498" x="2206625" y="4089400"/>
          <p14:tracePt t="74513" x="2157413" y="4038600"/>
          <p14:tracePt t="74519" x="2125663" y="4014788"/>
          <p14:tracePt t="74530" x="2095500" y="3952875"/>
          <p14:tracePt t="74539" x="2070100" y="3884613"/>
          <p14:tracePt t="74551" x="2044700" y="3829050"/>
          <p14:tracePt t="74554" x="2044700" y="3760788"/>
          <p14:tracePt t="74570" x="2044700" y="3722688"/>
          <p14:tracePt t="74573" x="2044700" y="3673475"/>
          <p14:tracePt t="74576" x="2051050" y="3617913"/>
          <p14:tracePt t="74591" x="2070100" y="3562350"/>
          <p14:tracePt t="74603" x="2119313" y="3468688"/>
          <p14:tracePt t="74619" x="2170113" y="3370263"/>
          <p14:tracePt t="74623" x="2181225" y="3327400"/>
          <p14:tracePt t="74633" x="2200275" y="3314700"/>
          <p14:tracePt t="74651" x="2225675" y="3276600"/>
          <p14:tracePt t="74667" x="2232025" y="3259138"/>
          <p14:tracePt t="74685" x="2281238" y="3252788"/>
          <p14:tracePt t="74700" x="2300288" y="3252788"/>
          <p14:tracePt t="74717" x="2330450" y="3252788"/>
          <p14:tracePt t="74725" x="2336800" y="3252788"/>
          <p14:tracePt t="74733" x="2343150" y="3265488"/>
          <p14:tracePt t="74740" x="2355850" y="3295650"/>
          <p14:tracePt t="74749" x="2362200" y="3321050"/>
          <p14:tracePt t="74765" x="2373313" y="3357563"/>
          <p14:tracePt t="74772" x="2379663" y="3513138"/>
          <p14:tracePt t="74780" x="2379663" y="3568700"/>
          <p14:tracePt t="74790" x="2373313" y="3649663"/>
          <p14:tracePt t="74802" x="2343150" y="3722688"/>
          <p14:tracePt t="74820" x="2268538" y="3841750"/>
          <p14:tracePt t="74834" x="2200275" y="3903663"/>
          <p14:tracePt t="74839" x="2157413" y="3914775"/>
          <p14:tracePt t="74851" x="2132013" y="3914775"/>
          <p14:tracePt t="74859" x="2108200" y="3921125"/>
          <p14:tracePt t="74866" x="2089150" y="3933825"/>
          <p14:tracePt t="74875" x="2063750" y="3933825"/>
          <p14:tracePt t="74885" x="2033588" y="3940175"/>
          <p14:tracePt t="74901" x="2001838" y="3940175"/>
          <p14:tracePt t="74905" x="1995488" y="3940175"/>
          <p14:tracePt t="74916" x="1989138" y="3940175"/>
          <p14:tracePt t="74933" x="1982788" y="3940175"/>
          <p14:tracePt t="74965" x="1971675" y="3940175"/>
          <p14:tracePt t="74979" x="1971675" y="3921125"/>
          <p14:tracePt t="74989" x="1965325" y="3897313"/>
          <p14:tracePt t="75001" x="1965325" y="3846513"/>
          <p14:tracePt t="75019" x="1989138" y="3784600"/>
          <p14:tracePt t="75029" x="2008188" y="3729038"/>
          <p14:tracePt t="75040" x="2051050" y="3686175"/>
          <p14:tracePt t="75051" x="2157413" y="3592513"/>
          <p14:tracePt t="75056" x="2212975" y="3562350"/>
          <p14:tracePt t="75068" x="2287588" y="3524250"/>
          <p14:tracePt t="75073" x="2379663" y="3481388"/>
          <p14:tracePt t="75084" x="2466975" y="3457575"/>
          <p14:tracePt t="75108" x="2770188" y="3419475"/>
          <p14:tracePt t="75118" x="2851150" y="3419475"/>
          <p14:tracePt t="75129" x="2900363" y="3419475"/>
          <p14:tracePt t="75135" x="2962275" y="3500438"/>
          <p14:tracePt t="75145" x="2962275" y="3536950"/>
          <p14:tracePt t="75153" x="2962275" y="3587750"/>
          <p14:tracePt t="75168" x="2962275" y="3673475"/>
          <p14:tracePt t="75182" x="2876550" y="3841750"/>
          <p14:tracePt t="75201" x="2776538" y="3970338"/>
          <p14:tracePt t="75214" x="2733675" y="4021138"/>
          <p14:tracePt t="75223" x="2684463" y="4064000"/>
          <p14:tracePt t="75227" x="2646363" y="4095750"/>
          <p14:tracePt t="75235" x="2627313" y="4113213"/>
          <p14:tracePt t="75251" x="2597150" y="4119563"/>
          <p14:tracePt t="75266" x="2547938" y="4132263"/>
          <p14:tracePt t="75283" x="2541588" y="4132263"/>
          <p14:tracePt t="75304" x="2535238" y="4132263"/>
          <p14:tracePt t="75322" x="2528888" y="4113213"/>
          <p14:tracePt t="75334" x="2528888" y="4089400"/>
          <p14:tracePt t="75352" x="2541588" y="4014788"/>
          <p14:tracePt t="75368" x="2584450" y="3946525"/>
          <p14:tracePt t="75375" x="2627313" y="3914775"/>
          <p14:tracePt t="75384" x="2659063" y="3897313"/>
          <p14:tracePt t="75394" x="2720975" y="3878263"/>
          <p14:tracePt t="75403" x="2795588" y="3852863"/>
          <p14:tracePt t="75416" x="3062288" y="3784600"/>
          <p14:tracePt t="75434" x="3359150" y="3760788"/>
          <p14:tracePt t="75450" x="3743325" y="3760788"/>
          <p14:tracePt t="75467" x="4059238" y="3778250"/>
          <p14:tracePt t="75482" x="4308475" y="3835400"/>
          <p14:tracePt t="75493" x="4413250" y="3871913"/>
          <p14:tracePt t="75501" x="4432300" y="3878263"/>
          <p14:tracePt t="75509" x="4468813" y="3908425"/>
          <p14:tracePt t="75524" x="4494213" y="3927475"/>
          <p14:tracePt t="75592" x="4481513" y="3927475"/>
          <p14:tracePt t="75605" x="4462463" y="3927475"/>
          <p14:tracePt t="75611" x="4456113" y="3927475"/>
          <p14:tracePt t="75618" x="4432300" y="3927475"/>
          <p14:tracePt t="75622" x="4419600" y="3927475"/>
          <p14:tracePt t="75630" x="4400550" y="3921125"/>
          <p14:tracePt t="75640" x="4332288" y="3884613"/>
          <p14:tracePt t="75649" x="4295775" y="3865563"/>
          <p14:tracePt t="75663" x="4251325" y="3852863"/>
          <p14:tracePt t="75666" x="4227513" y="3835400"/>
          <p14:tracePt t="75676" x="4159250" y="3803650"/>
          <p14:tracePt t="75683" x="4121150" y="3784600"/>
          <p14:tracePt t="75701" x="3967163" y="3686175"/>
          <p14:tracePt t="75716" x="3892550" y="3649663"/>
          <p14:tracePt t="75721" x="3849688" y="3617913"/>
          <p14:tracePt t="75731" x="3811588" y="3592513"/>
          <p14:tracePt t="75738" x="3749675" y="3549650"/>
          <p14:tracePt t="75749" x="3725863" y="3536950"/>
          <p14:tracePt t="75755" x="3706813" y="3519488"/>
          <p14:tracePt t="75759" x="3687763" y="3513138"/>
          <p14:tracePt t="75770" x="3668713" y="3506788"/>
          <p14:tracePt t="75786" x="3663950" y="3500438"/>
          <p14:tracePt t="75801" x="3657600" y="3487738"/>
          <p14:tracePt t="75820" x="3644900" y="3475038"/>
          <p14:tracePt t="75836" x="3638550" y="3468688"/>
          <p14:tracePt t="75852" x="3638550" y="3462338"/>
          <p14:tracePt t="75868" x="3619500" y="3451225"/>
          <p14:tracePt t="75885" x="3613150" y="3432175"/>
          <p14:tracePt t="75901" x="3613150" y="3425825"/>
          <p14:tracePt t="75964" x="3613150" y="3444875"/>
          <p14:tracePt t="75976" x="3613150" y="3506788"/>
          <p14:tracePt t="75989" x="3619500" y="3581400"/>
          <p14:tracePt t="76001" x="3625850" y="3617913"/>
          <p14:tracePt t="76017" x="3625850" y="3667125"/>
          <p14:tracePt t="76038" x="3619500" y="3686175"/>
          <p14:tracePt t="76172" x="3613150" y="3686175"/>
          <p14:tracePt t="76186" x="3606800" y="3686175"/>
          <p14:tracePt t="76195" x="3589338" y="3686175"/>
          <p14:tracePt t="76202" x="3582988" y="3686175"/>
          <p14:tracePt t="76221" x="3576638" y="3686175"/>
          <p14:tracePt t="76258" x="3570288" y="3686175"/>
          <p14:tracePt t="76284" x="3570288" y="3673475"/>
          <p14:tracePt t="76305" x="3570288" y="3667125"/>
          <p14:tracePt t="76333" x="3570288" y="3660775"/>
          <p14:tracePt t="76356" x="3570288" y="3654425"/>
          <p14:tracePt t="76375" x="3570288" y="3649663"/>
          <p14:tracePt t="76418" x="3570288" y="3643313"/>
          <p14:tracePt t="76489" x="3563938" y="3643313"/>
          <p14:tracePt t="76536" x="3563938" y="3636963"/>
          <p14:tracePt t="76551" x="3557588" y="3636963"/>
          <p14:tracePt t="76571" x="3551238" y="3624263"/>
          <p14:tracePt t="76582" x="3538538" y="3624263"/>
          <p14:tracePt t="76600" x="3533775" y="3624263"/>
          <p14:tracePt t="76611" x="3527425" y="3624263"/>
          <p14:tracePt t="76621" x="3521075" y="3624263"/>
          <p14:tracePt t="76634" x="3514725" y="3624263"/>
          <p14:tracePt t="76650" x="3508375" y="3624263"/>
          <p14:tracePt t="76677" x="3502025" y="3624263"/>
          <p14:tracePt t="76736" x="3489325" y="3617913"/>
          <p14:tracePt t="76754" x="3482975" y="3611563"/>
          <p14:tracePt t="76760" x="3476625" y="3605213"/>
          <p14:tracePt t="76769" x="3476625" y="3598863"/>
          <p14:tracePt t="76780" x="3470275" y="3592513"/>
          <p14:tracePt t="76787" x="3465513" y="3587750"/>
          <p14:tracePt t="76799" x="3465513" y="3575050"/>
          <p14:tracePt t="76810" x="3459163" y="3575050"/>
          <p14:tracePt t="76840" x="3459163" y="3581400"/>
          <p14:tracePt t="76852" x="3459163" y="3660775"/>
          <p14:tracePt t="76868" x="3514725" y="3852863"/>
          <p14:tracePt t="76890" x="3551238" y="4057650"/>
          <p14:tracePt t="76899" x="3563938" y="4157663"/>
          <p14:tracePt t="76910" x="3576638" y="4243388"/>
          <p14:tracePt t="76919" x="3576638" y="4292600"/>
          <p14:tracePt t="76927" x="3576638" y="4311650"/>
          <p14:tracePt t="76936" x="3576638" y="4330700"/>
          <p14:tracePt t="76951" x="3582988" y="4330700"/>
          <p14:tracePt t="77020" x="3576638" y="4330700"/>
          <p14:tracePt t="77025" x="3576638" y="4324350"/>
          <p14:tracePt t="77036" x="3563938" y="4318000"/>
          <p14:tracePt t="77039" x="3563938" y="4311650"/>
          <p14:tracePt t="77053" x="3563938" y="4305300"/>
          <p14:tracePt t="77081" x="3563938" y="4292600"/>
          <p14:tracePt t="77152" x="3563938" y="4286250"/>
          <p14:tracePt t="77162" x="3557588" y="4286250"/>
          <p14:tracePt t="77178" x="3557588" y="4281488"/>
          <p14:tracePt t="77182" x="3557588" y="4275138"/>
          <p14:tracePt t="77185" x="3557588" y="4268788"/>
          <p14:tracePt t="77195" x="3557588" y="4262438"/>
          <p14:tracePt t="77202" x="3551238" y="4256088"/>
          <p14:tracePt t="77219" x="3544888" y="4237038"/>
          <p14:tracePt t="77229" x="3544888" y="4230688"/>
          <p14:tracePt t="77237" x="3538538" y="4224338"/>
          <p14:tracePt t="77268" x="3533775" y="4224338"/>
          <p14:tracePt t="77616" x="3533775" y="4219575"/>
          <p14:tracePt t="78296" x="3538538" y="4200525"/>
          <p14:tracePt t="78302" x="3570288" y="4181475"/>
          <p14:tracePt t="78316" x="3706813" y="4125913"/>
          <p14:tracePt t="78323" x="3730625" y="4119563"/>
          <p14:tracePt t="78330" x="3836988" y="4106863"/>
          <p14:tracePt t="78349" x="4240213" y="4044950"/>
          <p14:tracePt t="78355" x="4579938" y="4027488"/>
          <p14:tracePt t="78365" x="5026025" y="4008438"/>
          <p14:tracePt t="78374" x="6080125" y="3965575"/>
          <p14:tracePt t="78385" x="6551613" y="3965575"/>
          <p14:tracePt t="78405" x="7289800" y="3965575"/>
          <p14:tracePt t="78419" x="7804150" y="3965575"/>
          <p14:tracePt t="78422" x="7983538" y="3970338"/>
          <p14:tracePt t="78431" x="8113713" y="3983038"/>
          <p14:tracePt t="78437" x="8218488" y="3995738"/>
          <p14:tracePt t="78449" x="8243888" y="3995738"/>
          <p14:tracePt t="78458" x="8250238" y="4002088"/>
          <p14:tracePt t="78479" x="8231188" y="4002088"/>
          <p14:tracePt t="78485" x="8194675" y="4014788"/>
          <p14:tracePt t="78501" x="8094663" y="4014788"/>
          <p14:tracePt t="78521" x="7945438" y="4014788"/>
          <p14:tracePt t="78527" x="7840663" y="4027488"/>
          <p14:tracePt t="78534" x="7759700" y="4038600"/>
          <p14:tracePt t="78542" x="7691438" y="4038600"/>
          <p14:tracePt t="78561" x="7469188" y="4064000"/>
          <p14:tracePt t="78569" x="7358063" y="4076700"/>
          <p14:tracePt t="78578" x="7270750" y="4089400"/>
          <p14:tracePt t="78588" x="7153275" y="4089400"/>
          <p14:tracePt t="78601" x="7053263" y="4100513"/>
          <p14:tracePt t="78619" x="6799263" y="4100513"/>
          <p14:tracePt t="78622" x="6718300" y="4100513"/>
          <p14:tracePt t="78637" x="6581775" y="4100513"/>
          <p14:tracePt t="78649" x="6502400" y="4100513"/>
          <p14:tracePt t="78658" x="6415088" y="4100513"/>
          <p14:tracePt t="78665" x="6346825" y="4095750"/>
          <p14:tracePt t="78670" x="6229350" y="4083050"/>
          <p14:tracePt t="78679" x="6148388" y="4070350"/>
          <p14:tracePt t="78686" x="6062663" y="4057650"/>
          <p14:tracePt t="78701" x="5975350" y="4044950"/>
          <p14:tracePt t="78705" x="5907088" y="4044950"/>
          <p14:tracePt t="78717" x="5857875" y="4044950"/>
          <p14:tracePt t="78722" x="5807075" y="4044950"/>
          <p14:tracePt t="78731" x="5751513" y="4044950"/>
          <p14:tracePt t="78737" x="5738813" y="4044950"/>
          <p14:tracePt t="78749" x="5721350" y="4038600"/>
          <p14:tracePt t="78756" x="5695950" y="4027488"/>
          <p14:tracePt t="78773" x="5689600" y="4027488"/>
          <p14:tracePt t="78782" x="5683250" y="4027488"/>
          <p14:tracePt t="78791" x="5683250" y="4021138"/>
          <p14:tracePt t="78801" x="5665788" y="4014788"/>
          <p14:tracePt t="78805" x="5659438" y="4008438"/>
          <p14:tracePt t="78819" x="5653088" y="4008438"/>
          <p14:tracePt t="78837" x="5646738" y="4002088"/>
          <p14:tracePt t="78852" x="5634038" y="3983038"/>
          <p14:tracePt t="78868" x="5627688" y="3976688"/>
          <p14:tracePt t="78885" x="5614988" y="3970338"/>
          <p14:tracePt t="78901" x="5610225" y="3970338"/>
          <p14:tracePt t="78918" x="5603875" y="3965575"/>
          <p14:tracePt t="78992" x="5603875" y="3959225"/>
          <p14:tracePt t="79006" x="5597525" y="3959225"/>
          <p14:tracePt t="79136" x="5653088" y="3959225"/>
          <p14:tracePt t="79150" x="5689600" y="3959225"/>
          <p14:tracePt t="79168" x="5864225" y="3959225"/>
          <p14:tracePt t="79180" x="5962650" y="3959225"/>
          <p14:tracePt t="79195" x="6210300" y="3959225"/>
          <p14:tracePt t="79201" x="6327775" y="3959225"/>
          <p14:tracePt t="79205" x="6427788" y="3946525"/>
          <p14:tracePt t="79214" x="6564313" y="3933825"/>
          <p14:tracePt t="79222" x="6694488" y="3933825"/>
          <p14:tracePt t="79234" x="6824663" y="3914775"/>
          <p14:tracePt t="79251" x="7059613" y="3914775"/>
          <p14:tracePt t="79269" x="7183438" y="3903663"/>
          <p14:tracePt t="79275" x="7239000" y="3897313"/>
          <p14:tracePt t="79283" x="7300913" y="3897313"/>
          <p14:tracePt t="79290" x="7358063" y="3897313"/>
          <p14:tracePt t="79308" x="7407275" y="3884613"/>
          <p14:tracePt t="79319" x="7462838" y="3884613"/>
          <p14:tracePt t="79335" x="7524750" y="3884613"/>
          <p14:tracePt t="79355" x="7599363" y="3878263"/>
          <p14:tracePt t="79361" x="7635875" y="3878263"/>
          <p14:tracePt t="79369" x="7685088" y="3878263"/>
          <p14:tracePt t="79384" x="7759700" y="3878263"/>
          <p14:tracePt t="79401" x="7883525" y="3878263"/>
          <p14:tracePt t="79418" x="8002588" y="3878263"/>
          <p14:tracePt t="79428" x="8081963" y="3878263"/>
          <p14:tracePt t="79435" x="8150225" y="3878263"/>
          <p14:tracePt t="79447" x="8286750" y="3878263"/>
          <p14:tracePt t="79457" x="8367713" y="3878263"/>
          <p14:tracePt t="79463" x="8455025" y="3878263"/>
          <p14:tracePt t="79470" x="8516938" y="3878263"/>
          <p14:tracePt t="79479" x="8572500" y="3878263"/>
          <p14:tracePt t="79486" x="8621713" y="3878263"/>
          <p14:tracePt t="79504" x="8721725" y="3878263"/>
          <p14:tracePt t="79521" x="8845550" y="3878263"/>
          <p14:tracePt t="79538" x="8931275" y="3878263"/>
          <p14:tracePt t="79554" x="8982075" y="3878263"/>
          <p14:tracePt t="79569" x="9024938" y="3865563"/>
          <p14:tracePt t="79585" x="9067800" y="3865563"/>
          <p14:tracePt t="79589" x="9093200" y="3865563"/>
          <p14:tracePt t="79601" x="9112250" y="3865563"/>
          <p14:tracePt t="79618" x="9142413" y="3865563"/>
          <p14:tracePt t="79621" x="9161463" y="3865563"/>
          <p14:tracePt t="79639" x="9174163" y="3865563"/>
          <p14:tracePt t="79650" x="9178925" y="3865563"/>
          <p14:tracePt t="79666" x="9185275" y="3865563"/>
          <p14:tracePt t="79755" x="9178925" y="3865563"/>
          <p14:tracePt t="79767" x="9174163" y="3878263"/>
          <p14:tracePt t="79782" x="9148763" y="3897313"/>
          <p14:tracePt t="79788" x="9129713" y="3908425"/>
          <p14:tracePt t="79792" x="9112250" y="3914775"/>
          <p14:tracePt t="79804" x="9086850" y="3927475"/>
          <p14:tracePt t="79809" x="9048750" y="3933825"/>
          <p14:tracePt t="79819" x="9012238" y="3946525"/>
          <p14:tracePt t="79833" x="8918575" y="3952875"/>
          <p14:tracePt t="79842" x="8894763" y="3952875"/>
          <p14:tracePt t="79849" x="8845550" y="3952875"/>
          <p14:tracePt t="79862" x="8640763" y="3976688"/>
          <p14:tracePt t="79873" x="8523288" y="3995738"/>
          <p14:tracePt t="79885" x="8293100" y="4008438"/>
          <p14:tracePt t="79902" x="8039100" y="4021138"/>
          <p14:tracePt t="79920" x="7729538" y="4044950"/>
          <p14:tracePt t="79935" x="7493000" y="4057650"/>
          <p14:tracePt t="79956" x="7245350" y="4070350"/>
          <p14:tracePt t="79969" x="6978650" y="4089400"/>
          <p14:tracePt t="79978" x="6848475" y="4100513"/>
          <p14:tracePt t="79985" x="6731000" y="4100513"/>
          <p14:tracePt t="80009" x="6434138" y="4113213"/>
          <p14:tracePt t="80022" x="6248400" y="4125913"/>
          <p14:tracePt t="80035" x="6148388" y="4125913"/>
          <p14:tracePt t="80054" x="6011863" y="4125913"/>
          <p14:tracePt t="80071" x="5776913" y="4138613"/>
          <p14:tracePt t="80089" x="5621338" y="4151313"/>
          <p14:tracePt t="80099" x="5559425" y="4151313"/>
          <p14:tracePt t="80105" x="5491163" y="4151313"/>
          <p14:tracePt t="80120" x="5399088" y="4151313"/>
          <p14:tracePt t="80129" x="5367338" y="4151313"/>
          <p14:tracePt t="80140" x="5318125" y="4151313"/>
          <p14:tracePt t="80150" x="5299075" y="4144963"/>
          <p14:tracePt t="80170" x="5286375" y="4144963"/>
          <p14:tracePt t="80184" x="5275263" y="4138613"/>
          <p14:tracePt t="80283" x="5275263" y="4132263"/>
          <p14:tracePt t="80296" x="5275263" y="4119563"/>
          <p14:tracePt t="80310" x="5281613" y="4100513"/>
          <p14:tracePt t="80320" x="5324475" y="4064000"/>
          <p14:tracePt t="80333" x="5349875" y="4044950"/>
          <p14:tracePt t="80338" x="5405438" y="4027488"/>
          <p14:tracePt t="80349" x="5473700" y="4002088"/>
          <p14:tracePt t="80357" x="5584825" y="3989388"/>
          <p14:tracePt t="80367" x="5634038" y="3983038"/>
          <p14:tracePt t="80375" x="5702300" y="3983038"/>
          <p14:tracePt t="80386" x="5783263" y="3983038"/>
          <p14:tracePt t="80403" x="5969000" y="3983038"/>
          <p14:tracePt t="80419" x="6167438" y="3983038"/>
          <p14:tracePt t="80423" x="6316663" y="3983038"/>
          <p14:tracePt t="80440" x="6545263" y="3983038"/>
          <p14:tracePt t="80449" x="6694488" y="3983038"/>
          <p14:tracePt t="80455" x="6792913" y="3983038"/>
          <p14:tracePt t="80461" x="6923088" y="3983038"/>
          <p14:tracePt t="80469" x="7040563" y="3983038"/>
          <p14:tracePt t="80476" x="7140575" y="3983038"/>
          <p14:tracePt t="80485" x="7221538" y="3983038"/>
          <p14:tracePt t="80501" x="7358063" y="3983038"/>
          <p14:tracePt t="80520" x="7493000" y="3983038"/>
          <p14:tracePt t="80525" x="7543800" y="3983038"/>
          <p14:tracePt t="80541" x="7629525" y="3983038"/>
          <p14:tracePt t="80554" x="7680325" y="3983038"/>
          <p14:tracePt t="80570" x="7815263" y="3983038"/>
          <p14:tracePt t="80575" x="7915275" y="3983038"/>
          <p14:tracePt t="80585" x="8013700" y="3983038"/>
          <p14:tracePt t="80602" x="8101013" y="3983038"/>
          <p14:tracePt t="80606" x="8132763" y="3983038"/>
          <p14:tracePt t="80622" x="8175625" y="3983038"/>
          <p14:tracePt t="80629" x="8280400" y="3983038"/>
          <p14:tracePt t="80643" x="8305800" y="3983038"/>
          <p14:tracePt t="80653" x="8348663" y="3983038"/>
          <p14:tracePt t="80675" x="8361363" y="3983038"/>
          <p14:tracePt t="80685" x="8374063" y="3983038"/>
          <p14:tracePt t="80710" x="8380413" y="3983038"/>
          <p14:tracePt t="80728" x="8386763" y="3983038"/>
          <p14:tracePt t="80742" x="8404225" y="3983038"/>
          <p14:tracePt t="80753" x="8410575" y="3983038"/>
          <p14:tracePt t="80765" x="8429625" y="3983038"/>
          <p14:tracePt t="80770" x="8442325" y="3983038"/>
          <p14:tracePt t="80779" x="8461375" y="3983038"/>
          <p14:tracePt t="80785" x="8478838" y="3983038"/>
          <p14:tracePt t="80789" x="8491538" y="3983038"/>
          <p14:tracePt t="80803" x="8510588" y="3983038"/>
          <p14:tracePt t="80806" x="8534400" y="3983038"/>
          <p14:tracePt t="80820" x="8559800" y="3983038"/>
          <p14:tracePt t="80823" x="8596313" y="3983038"/>
          <p14:tracePt t="80840" x="8628063" y="3983038"/>
          <p14:tracePt t="80848" x="8658225" y="3983038"/>
          <p14:tracePt t="80854" x="8709025" y="3976688"/>
          <p14:tracePt t="80867" x="8732838" y="3976688"/>
          <p14:tracePt t="80872" x="8770938" y="3976688"/>
          <p14:tracePt t="80885" x="8794750" y="3976688"/>
          <p14:tracePt t="80893" x="8863013" y="3965575"/>
          <p14:tracePt t="80902" x="8875713" y="3965575"/>
          <p14:tracePt t="80918" x="8894763" y="3965575"/>
          <p14:tracePt t="80936" x="8901113" y="3959225"/>
          <p14:tracePt t="81272" x="8894763" y="3959225"/>
          <p14:tracePt t="81286" x="8875713" y="3976688"/>
          <p14:tracePt t="81305" x="8869363" y="3983038"/>
          <p14:tracePt t="81316" x="8863013" y="3983038"/>
          <p14:tracePt t="81436" x="8856663" y="3989388"/>
          <p14:tracePt t="81451" x="8851900" y="3995738"/>
          <p14:tracePt t="81466" x="8845550" y="4002088"/>
          <p14:tracePt t="81479" x="8839200" y="4008438"/>
          <p14:tracePt t="81496" x="8832850" y="4008438"/>
          <p14:tracePt t="81509" x="8820150" y="4021138"/>
          <p14:tracePt t="81569" x="8813800" y="4021138"/>
          <p14:tracePt t="81600" x="8807450" y="4021138"/>
          <p14:tracePt t="81691" x="8801100" y="4021138"/>
          <p14:tracePt t="81721" x="8794750" y="4021138"/>
          <p14:tracePt t="81749" x="8788400" y="4021138"/>
          <p14:tracePt t="81769" x="8783638" y="4021138"/>
          <p14:tracePt t="81776" x="8770938" y="4021138"/>
          <p14:tracePt t="81790" x="8764588" y="4014788"/>
          <p14:tracePt t="81808" x="8745538" y="4014788"/>
          <p14:tracePt t="81820" x="8739188" y="4014788"/>
          <p14:tracePt t="81826" x="8726488" y="4008438"/>
          <p14:tracePt t="81840" x="8721725" y="4008438"/>
          <p14:tracePt t="81854" x="8715375" y="4008438"/>
          <p14:tracePt t="81860" x="8709025" y="4008438"/>
          <p14:tracePt t="81921" x="8702675" y="4008438"/>
          <p14:tracePt t="81976" x="8696325" y="4008438"/>
          <p14:tracePt t="82012" x="8689975" y="4008438"/>
          <p14:tracePt t="82019" x="8677275" y="4008438"/>
          <p14:tracePt t="82027" x="8664575" y="4002088"/>
          <p14:tracePt t="82035" x="8658225" y="3995738"/>
          <p14:tracePt t="82051" x="8653463" y="3989388"/>
          <p14:tracePt t="82055" x="8634413" y="3989388"/>
          <p14:tracePt t="82063" x="8621713" y="3976688"/>
          <p14:tracePt t="82072" x="8591550" y="3976688"/>
          <p14:tracePt t="82084" x="8578850" y="3970338"/>
          <p14:tracePt t="82101" x="8455025" y="3970338"/>
          <p14:tracePt t="82119" x="8386763" y="3970338"/>
          <p14:tracePt t="82135" x="8312150" y="3970338"/>
          <p14:tracePt t="82145" x="8243888" y="3970338"/>
          <p14:tracePt t="82149" x="8175625" y="3970338"/>
          <p14:tracePt t="82158" x="8075613" y="3970338"/>
          <p14:tracePt t="82169" x="7977188" y="3970338"/>
          <p14:tracePt t="82173" x="7878763" y="3970338"/>
          <p14:tracePt t="82184" x="7797800" y="3970338"/>
          <p14:tracePt t="82202" x="7612063" y="3970338"/>
          <p14:tracePt t="82208" x="7543800" y="3970338"/>
          <p14:tracePt t="82222" x="7493000" y="3965575"/>
          <p14:tracePt t="82230" x="7488238" y="3965575"/>
          <p14:tracePt t="82249" x="7481888" y="3952875"/>
          <p14:tracePt t="82326" x="7469188" y="3952875"/>
          <p14:tracePt t="82337" x="7462838" y="3946525"/>
          <p14:tracePt t="82340" x="7450138" y="3946525"/>
          <p14:tracePt t="82351" x="7443788" y="3946525"/>
          <p14:tracePt t="82368" x="7419975" y="3940175"/>
          <p14:tracePt t="82384" x="7394575" y="3940175"/>
          <p14:tracePt t="82388" x="7381875" y="3933825"/>
          <p14:tracePt t="82407" x="7369175" y="3933825"/>
          <p14:tracePt t="82489" x="7394575" y="3933825"/>
          <p14:tracePt t="82499" x="7443788" y="3921125"/>
          <p14:tracePt t="82511" x="7629525" y="3884613"/>
          <p14:tracePt t="82520" x="7797800" y="3859213"/>
          <p14:tracePt t="82535" x="8113713" y="3816350"/>
          <p14:tracePt t="82553" x="8416925" y="3784600"/>
          <p14:tracePt t="82559" x="8547100" y="3773488"/>
          <p14:tracePt t="82568" x="8677275" y="3773488"/>
          <p14:tracePt t="82574" x="8794750" y="3773488"/>
          <p14:tracePt t="82590" x="9074150" y="3778250"/>
          <p14:tracePt t="82596" x="9210675" y="3797300"/>
          <p14:tracePt t="82607" x="9309100" y="3822700"/>
          <p14:tracePt t="82618" x="9428163" y="3835400"/>
          <p14:tracePt t="82621" x="9545638" y="3859213"/>
          <p14:tracePt t="82629" x="9620250" y="3884613"/>
          <p14:tracePt t="82639" x="9688513" y="3908425"/>
          <p14:tracePt t="82653" x="9774238" y="3946525"/>
          <p14:tracePt t="82669" x="9780588" y="3959225"/>
          <p14:tracePt t="82681" x="9786938" y="3959225"/>
          <p14:tracePt t="82773" x="9780588" y="3952875"/>
          <p14:tracePt t="82781" x="9774238" y="3952875"/>
          <p14:tracePt t="82789" x="9756775" y="3946525"/>
          <p14:tracePt t="82801" x="9744075" y="3946525"/>
          <p14:tracePt t="82819" x="9669463" y="3940175"/>
          <p14:tracePt t="82822" x="9620250" y="3940175"/>
          <p14:tracePt t="82830" x="9582150" y="3940175"/>
          <p14:tracePt t="82841" x="9545638" y="3940175"/>
          <p14:tracePt t="82852" x="9383713" y="3940175"/>
          <p14:tracePt t="82869" x="9117013" y="3940175"/>
          <p14:tracePt t="82886" x="8856663" y="3946525"/>
          <p14:tracePt t="82905" x="8559800" y="3959225"/>
          <p14:tracePt t="82911" x="8410575" y="3959225"/>
          <p14:tracePt t="82918" x="8262938" y="3959225"/>
          <p14:tracePt t="82929" x="8101013" y="3959225"/>
          <p14:tracePt t="82938" x="7951788" y="3959225"/>
          <p14:tracePt t="82952" x="7654925" y="3959225"/>
          <p14:tracePt t="82969" x="7375525" y="3959225"/>
          <p14:tracePt t="82975" x="7277100" y="3959225"/>
          <p14:tracePt t="82994" x="7091363" y="3959225"/>
          <p14:tracePt t="83001" x="7010400" y="3959225"/>
          <p14:tracePt t="83007" x="6929438" y="3959225"/>
          <p14:tracePt t="83013" x="6861175" y="3959225"/>
          <p14:tracePt t="83025" x="6775450" y="3959225"/>
          <p14:tracePt t="83038" x="6645275" y="3959225"/>
          <p14:tracePt t="83046" x="6577013" y="3959225"/>
          <p14:tracePt t="83053" x="6519863" y="3959225"/>
          <p14:tracePt t="83066" x="6508750" y="3959225"/>
          <p14:tracePt t="83070" x="6483350" y="3959225"/>
          <p14:tracePt t="83078" x="6464300" y="3959225"/>
          <p14:tracePt t="83084" x="6464300" y="3946525"/>
          <p14:tracePt t="83099" x="6457950" y="3946525"/>
          <p14:tracePt t="83204" x="6477000" y="3940175"/>
          <p14:tracePt t="83216" x="6581775" y="3921125"/>
          <p14:tracePt t="83232" x="6632575" y="3921125"/>
          <p14:tracePt t="83238" x="6718300" y="3908425"/>
          <p14:tracePt t="83242" x="6786563" y="3897313"/>
          <p14:tracePt t="83251" x="6873875" y="3884613"/>
          <p14:tracePt t="83255" x="6991350" y="3871913"/>
          <p14:tracePt t="83264" x="7091363" y="3859213"/>
          <p14:tracePt t="83271" x="7177088" y="3846513"/>
          <p14:tracePt t="83284" x="7277100" y="3835400"/>
          <p14:tracePt t="83294" x="7443788" y="3822700"/>
          <p14:tracePt t="83314" x="7629525" y="3797300"/>
          <p14:tracePt t="83325" x="7785100" y="3784600"/>
          <p14:tracePt t="83335" x="7883525" y="3784600"/>
          <p14:tracePt t="83352" x="8020050" y="3784600"/>
          <p14:tracePt t="83369" x="8169275" y="3784600"/>
          <p14:tracePt t="83372" x="8237538" y="3784600"/>
          <p14:tracePt t="83386" x="8262938" y="3784600"/>
          <p14:tracePt t="83404" x="8293100" y="3784600"/>
          <p14:tracePt t="83408" x="8299450" y="3784600"/>
          <p14:tracePt t="83412" x="8312150" y="3790950"/>
          <p14:tracePt t="83420" x="8318500" y="3790950"/>
          <p14:tracePt t="83437" x="8318500" y="3797300"/>
          <p14:tracePt t="83454" x="8324850" y="3797300"/>
          <p14:tracePt t="83479" x="8331200" y="3797300"/>
          <p14:tracePt t="83519" x="8335963" y="3797300"/>
          <p14:tracePt t="83531" x="8342313" y="3797300"/>
          <p14:tracePt t="83535" x="8361363" y="3797300"/>
          <p14:tracePt t="83548" x="8374063" y="3797300"/>
          <p14:tracePt t="83551" x="8393113" y="3797300"/>
          <p14:tracePt t="83568" x="8416925" y="3797300"/>
          <p14:tracePt t="83575" x="8478838" y="3797300"/>
          <p14:tracePt t="83581" x="8516938" y="3797300"/>
          <p14:tracePt t="83599" x="8572500" y="3797300"/>
          <p14:tracePt t="83606" x="8596313" y="3797300"/>
          <p14:tracePt t="83614" x="8621713" y="3797300"/>
          <p14:tracePt t="83623" x="8640763" y="3797300"/>
          <p14:tracePt t="83635" x="8647113" y="3797300"/>
          <p14:tracePt t="83652" x="8653463" y="3797300"/>
          <p14:tracePt t="84017" x="8647113" y="3810000"/>
          <p14:tracePt t="84032" x="8591550" y="3829050"/>
          <p14:tracePt t="84040" x="8540750" y="3829050"/>
          <p14:tracePt t="84053" x="8485188" y="3835400"/>
          <p14:tracePt t="84061" x="8397875" y="3846513"/>
          <p14:tracePt t="84070" x="8361363" y="3846513"/>
          <p14:tracePt t="84082" x="8324850" y="3846513"/>
          <p14:tracePt t="84088" x="8299450" y="3846513"/>
          <p14:tracePt t="84095" x="8262938" y="3846513"/>
          <p14:tracePt t="84106" x="8237538" y="3846513"/>
          <p14:tracePt t="84110" x="8205788" y="3846513"/>
          <p14:tracePt t="84119" x="8181975" y="3846513"/>
          <p14:tracePt t="84135" x="8139113" y="3852863"/>
          <p14:tracePt t="84152" x="8126413" y="3852863"/>
          <p14:tracePt t="84177" x="8094663" y="3852863"/>
          <p14:tracePt t="84191" x="8088313" y="3852863"/>
          <p14:tracePt t="84202" x="8075613" y="3852863"/>
          <p14:tracePt t="84205" x="8064500" y="3852863"/>
          <p14:tracePt t="84220" x="8051800" y="3852863"/>
          <p14:tracePt t="84223" x="8026400" y="3852863"/>
          <p14:tracePt t="84238" x="7983538" y="3852863"/>
          <p14:tracePt t="84257" x="7940675" y="3865563"/>
          <p14:tracePt t="84265" x="7902575" y="3865563"/>
          <p14:tracePt t="84270" x="7878763" y="3865563"/>
          <p14:tracePt t="84279" x="7834313" y="3871913"/>
          <p14:tracePt t="84287" x="7810500" y="3871913"/>
          <p14:tracePt t="84300" x="7785100" y="3884613"/>
          <p14:tracePt t="84305" x="7748588" y="3884613"/>
          <p14:tracePt t="84308" x="7716838" y="3890963"/>
          <p14:tracePt t="84319" x="7691438" y="3890963"/>
          <p14:tracePt t="84329" x="7654925" y="3903663"/>
          <p14:tracePt t="84336" x="7629525" y="3903663"/>
          <p14:tracePt t="84353" x="7573963" y="3908425"/>
          <p14:tracePt t="84356" x="7561263" y="3908425"/>
          <p14:tracePt t="84369" x="7543800" y="3908425"/>
          <p14:tracePt t="84375" x="7518400" y="3908425"/>
          <p14:tracePt t="84390" x="7481888" y="3908425"/>
          <p14:tracePt t="84402" x="7456488" y="3908425"/>
          <p14:tracePt t="84405" x="7443788" y="3908425"/>
          <p14:tracePt t="84419" x="7419975" y="3908425"/>
          <p14:tracePt t="84423" x="7388225" y="3908425"/>
          <p14:tracePt t="84436" x="7358063" y="3921125"/>
          <p14:tracePt t="84453" x="7313613" y="3927475"/>
          <p14:tracePt t="84469" x="7270750" y="3927475"/>
          <p14:tracePt t="84487" x="7227888" y="3927475"/>
          <p14:tracePt t="84503" x="7177088" y="3927475"/>
          <p14:tracePt t="84520" x="7102475" y="3927475"/>
          <p14:tracePt t="84537" x="7016750" y="3914775"/>
          <p14:tracePt t="84555" x="6923088" y="3914775"/>
          <p14:tracePt t="84560" x="6886575" y="3903663"/>
          <p14:tracePt t="84568" x="6848475" y="3903663"/>
          <p14:tracePt t="84584" x="6811963" y="3897313"/>
          <p14:tracePt t="84593" x="6724650" y="3897313"/>
          <p14:tracePt t="84601" x="6688138" y="3897313"/>
          <p14:tracePt t="84606" x="6662738" y="3897313"/>
          <p14:tracePt t="84613" x="6626225" y="3897313"/>
          <p14:tracePt t="84621" x="6607175" y="3897313"/>
          <p14:tracePt t="84636" x="6564313" y="3897313"/>
          <p14:tracePt t="84652" x="6538913" y="3897313"/>
          <p14:tracePt t="84669" x="6526213" y="3897313"/>
          <p14:tracePt t="84874" x="6551613" y="3897313"/>
          <p14:tracePt t="84889" x="6613525" y="3890963"/>
          <p14:tracePt t="84895" x="6656388" y="3884613"/>
          <p14:tracePt t="84904" x="6694488" y="3884613"/>
          <p14:tracePt t="84919" x="6905625" y="3871913"/>
          <p14:tracePt t="84929" x="7023100" y="3871913"/>
          <p14:tracePt t="84942" x="7283450" y="3871913"/>
          <p14:tracePt t="84951" x="7431088" y="3871913"/>
          <p14:tracePt t="84970" x="7697788" y="3871913"/>
          <p14:tracePt t="84986" x="7927975" y="3871913"/>
          <p14:tracePt t="84990" x="8026400" y="3871913"/>
          <p14:tracePt t="85001" x="8107363" y="3871913"/>
          <p14:tracePt t="85008" x="8224838" y="3871913"/>
          <p14:tracePt t="85019" x="8324850" y="3871913"/>
          <p14:tracePt t="85032" x="8423275" y="3871913"/>
          <p14:tracePt t="85041" x="8621713" y="3871913"/>
          <p14:tracePt t="85049" x="8721725" y="3871913"/>
          <p14:tracePt t="85054" x="8839200" y="3871913"/>
          <p14:tracePt t="85062" x="8937625" y="3859213"/>
          <p14:tracePt t="85071" x="9043988" y="3846513"/>
          <p14:tracePt t="85087" x="9148763" y="3846513"/>
          <p14:tracePt t="85102" x="9223375" y="3846513"/>
          <p14:tracePt t="85119" x="9266238" y="3846513"/>
          <p14:tracePt t="85135" x="9272588" y="3846513"/>
          <p14:tracePt t="85333" x="9278938" y="3846513"/>
          <p14:tracePt t="85432" x="9272588" y="3846513"/>
          <p14:tracePt t="85446" x="9236075" y="3846513"/>
          <p14:tracePt t="85461" x="9197975" y="3846513"/>
          <p14:tracePt t="85471" x="9112250" y="3846513"/>
          <p14:tracePt t="85490" x="9012238" y="3846513"/>
          <p14:tracePt t="85498" x="8924925" y="3846513"/>
          <p14:tracePt t="85504" x="8764588" y="3852863"/>
          <p14:tracePt t="85515" x="8596313" y="3865563"/>
          <p14:tracePt t="85519" x="8448675" y="3884613"/>
          <p14:tracePt t="85529" x="8331200" y="3897313"/>
          <p14:tracePt t="85535" x="8150225" y="3897313"/>
          <p14:tracePt t="85552" x="7872413" y="3897313"/>
          <p14:tracePt t="85556" x="7723188" y="3897313"/>
          <p14:tracePt t="85572" x="7505700" y="3897313"/>
          <p14:tracePt t="85581" x="7407275" y="3897313"/>
          <p14:tracePt t="85590" x="7326313" y="3897313"/>
          <p14:tracePt t="85600" x="7208838" y="3897313"/>
          <p14:tracePt t="85604" x="7127875" y="3897313"/>
          <p14:tracePt t="85614" x="7059613" y="3897313"/>
          <p14:tracePt t="85621" x="6991350" y="3897313"/>
          <p14:tracePt t="85636" x="6942138" y="3897313"/>
          <p14:tracePt t="85639" x="6905625" y="3897313"/>
          <p14:tracePt t="85644" x="6886575" y="3897313"/>
          <p14:tracePt t="85652" x="6873875" y="3897313"/>
          <p14:tracePt t="85669" x="6854825" y="3897313"/>
          <p14:tracePt t="85686" x="6842125" y="3897313"/>
          <p14:tracePt t="85702" x="6837363" y="3897313"/>
          <p14:tracePt t="85705" x="6831013" y="3897313"/>
          <p14:tracePt t="85720" x="6818313" y="3897313"/>
          <p14:tracePt t="85738" x="6786563" y="3897313"/>
          <p14:tracePt t="85742" x="6756400" y="3903663"/>
          <p14:tracePt t="85759" x="6724650" y="3908425"/>
          <p14:tracePt t="85772" x="6700838" y="3908425"/>
          <p14:tracePt t="85782" x="6694488" y="3908425"/>
          <p14:tracePt t="85789" x="6688138" y="3908425"/>
          <p14:tracePt t="85804" x="6688138" y="3914775"/>
          <p14:tracePt t="85910" x="6724650" y="3914775"/>
          <p14:tracePt t="85916" x="6762750" y="3914775"/>
          <p14:tracePt t="85926" x="6873875" y="3914775"/>
          <p14:tracePt t="85932" x="6923088" y="3914775"/>
          <p14:tracePt t="85942" x="7010400" y="3914775"/>
          <p14:tracePt t="85952" x="7140575" y="3914775"/>
          <p14:tracePt t="85970" x="7554913" y="3897313"/>
          <p14:tracePt t="85990" x="7927975" y="3865563"/>
          <p14:tracePt t="85999" x="8274050" y="3841750"/>
          <p14:tracePt t="86005" x="8472488" y="3841750"/>
          <p14:tracePt t="86015" x="8609013" y="3841750"/>
          <p14:tracePt t="86026" x="8770938" y="3841750"/>
          <p14:tracePt t="86037" x="8901113" y="3841750"/>
          <p14:tracePt t="86045" x="9067800" y="3841750"/>
          <p14:tracePt t="86055" x="9086850" y="3841750"/>
          <p14:tracePt t="86072" x="9093200" y="3841750"/>
          <p14:tracePt t="86209" x="9086850" y="3841750"/>
          <p14:tracePt t="86218" x="9061450" y="3841750"/>
          <p14:tracePt t="86230" x="9037638" y="3841750"/>
          <p14:tracePt t="86242" x="9012238" y="3841750"/>
          <p14:tracePt t="86254" x="8986838" y="3841750"/>
          <p14:tracePt t="86261" x="8931275" y="3841750"/>
          <p14:tracePt t="86272" x="8882063" y="3841750"/>
          <p14:tracePt t="86281" x="8813800" y="3852863"/>
          <p14:tracePt t="86293" x="8628063" y="3852863"/>
          <p14:tracePt t="86303" x="8547100" y="3852863"/>
          <p14:tracePt t="86319" x="8367713" y="3852863"/>
          <p14:tracePt t="86336" x="8150225" y="3852863"/>
          <p14:tracePt t="86352" x="7951788" y="3852863"/>
          <p14:tracePt t="86357" x="7834313" y="3852863"/>
          <p14:tracePt t="86365" x="7704138" y="3852863"/>
          <p14:tracePt t="86376" x="7573963" y="3852863"/>
          <p14:tracePt t="86385" x="7437438" y="3852863"/>
          <p14:tracePt t="86390" x="7326313" y="3852863"/>
          <p14:tracePt t="86400" x="7189788" y="3852863"/>
          <p14:tracePt t="86404" x="7108825" y="3852863"/>
          <p14:tracePt t="86413" x="6991350" y="3852863"/>
          <p14:tracePt t="86421" x="6892925" y="3852863"/>
          <p14:tracePt t="86437" x="6724650" y="3852863"/>
          <p14:tracePt t="86446" x="6662738" y="3852863"/>
          <p14:tracePt t="86452" x="6607175" y="3852863"/>
          <p14:tracePt t="86463" x="6538913" y="3852863"/>
          <p14:tracePt t="86473" x="6489700" y="3852863"/>
          <p14:tracePt t="86486" x="6440488" y="3852863"/>
          <p14:tracePt t="86504" x="6396038" y="3852863"/>
          <p14:tracePt t="86521" x="6372225" y="3852863"/>
          <p14:tracePt t="86538" x="6365875" y="3852863"/>
          <p14:tracePt t="86630" x="6359525" y="3852863"/>
          <p14:tracePt t="86641" x="6359525" y="3841750"/>
          <p14:tracePt t="86747" x="6378575" y="3835400"/>
          <p14:tracePt t="86763" x="6464300" y="3829050"/>
          <p14:tracePt t="86772" x="6489700" y="3829050"/>
          <p14:tracePt t="86784" x="6538913" y="3829050"/>
          <p14:tracePt t="86789" x="6607175" y="3816350"/>
          <p14:tracePt t="86797" x="6675438" y="3816350"/>
          <p14:tracePt t="86806" x="6762750" y="3816350"/>
          <p14:tracePt t="86820" x="6961188" y="3816350"/>
          <p14:tracePt t="86827" x="7059613" y="3816350"/>
          <p14:tracePt t="86832" x="7159625" y="3816350"/>
          <p14:tracePt t="86842" x="7270750" y="3816350"/>
          <p14:tracePt t="86852" x="7388225" y="3816350"/>
          <p14:tracePt t="86870" x="7704138" y="3816350"/>
          <p14:tracePt t="86889" x="7883525" y="3816350"/>
          <p14:tracePt t="86906" x="8002588" y="3816350"/>
          <p14:tracePt t="86911" x="8032750" y="3816350"/>
          <p14:tracePt t="86920" x="8039100" y="3816350"/>
          <p14:tracePt t="86936" x="8045450" y="3816350"/>
          <p14:tracePt t="90653" x="8045450" y="3822700"/>
          <p14:tracePt t="90663" x="8045450" y="3859213"/>
          <p14:tracePt t="90669" x="8032750" y="3890963"/>
          <p14:tracePt t="90684" x="8026400" y="3921125"/>
          <p14:tracePt t="90696" x="8002588" y="3965575"/>
          <p14:tracePt t="90703" x="7970838" y="3983038"/>
          <p14:tracePt t="90711" x="7934325" y="4002088"/>
          <p14:tracePt t="90720" x="7902575" y="4032250"/>
          <p14:tracePt t="90732" x="7778750" y="4070350"/>
          <p14:tracePt t="90743" x="7710488" y="4083050"/>
          <p14:tracePt t="90753" x="7593013" y="4095750"/>
          <p14:tracePt t="90761" x="7462838" y="4095750"/>
          <p14:tracePt t="90773" x="7196138" y="4095750"/>
          <p14:tracePt t="90789" x="7046913" y="4095750"/>
          <p14:tracePt t="90799" x="6718300" y="4095750"/>
          <p14:tracePt t="90807" x="6588125" y="4095750"/>
          <p14:tracePt t="90826" x="6216650" y="4057650"/>
          <p14:tracePt t="90840" x="5770563" y="3995738"/>
          <p14:tracePt t="90856" x="5207000" y="3865563"/>
          <p14:tracePt t="90872" x="4605338" y="3716338"/>
          <p14:tracePt t="90876" x="4270375" y="3617913"/>
          <p14:tracePt t="90888" x="3960813" y="3519488"/>
          <p14:tracePt t="90903" x="3495675" y="3333750"/>
          <p14:tracePt t="90910" x="3297238" y="3259138"/>
          <p14:tracePt t="90920" x="3079750" y="3152775"/>
          <p14:tracePt t="90929" x="2925763" y="3084513"/>
          <p14:tracePt t="90937" x="2801938" y="3016250"/>
          <p14:tracePt t="90951" x="2665413" y="2936875"/>
          <p14:tracePt t="90964" x="2430463" y="2744788"/>
          <p14:tracePt t="90969" x="2336800" y="2638425"/>
          <p14:tracePt t="90973" x="2255838" y="2514600"/>
          <p14:tracePt t="90982" x="2187575" y="2390775"/>
          <p14:tracePt t="90994" x="2112963" y="2217738"/>
          <p14:tracePt t="91005" x="2057400" y="2038350"/>
          <p14:tracePt t="91011" x="2027238" y="1871663"/>
          <p14:tracePt t="91015" x="2014538" y="1741488"/>
          <p14:tracePt t="91026" x="2014538" y="1592263"/>
          <p14:tracePt t="91040" x="2020888" y="1325563"/>
          <p14:tracePt t="91049" x="2063750" y="1158875"/>
          <p14:tracePt t="91062" x="2174875" y="885825"/>
          <p14:tracePt t="91073" x="2236788" y="768350"/>
          <p14:tracePt t="91089" x="2392363" y="520700"/>
          <p14:tracePt t="91103" x="2554288" y="290513"/>
          <p14:tracePt t="91122" x="2695575" y="123825"/>
          <p14:tracePt t="91129" x="2757488" y="49213"/>
          <p14:tracePt t="91296" x="5813425" y="55563"/>
          <p14:tracePt t="91306" x="6502400" y="427038"/>
          <p14:tracePt t="91320" x="7183438" y="941388"/>
          <p14:tracePt t="91325" x="7407275" y="1165225"/>
          <p14:tracePt t="91338" x="7580313" y="1350963"/>
          <p14:tracePt t="91341" x="7680325" y="1492250"/>
          <p14:tracePt t="91353" x="7759700" y="1647825"/>
          <p14:tracePt t="91359" x="7859713" y="1839913"/>
          <p14:tracePt t="91369" x="7896225" y="2006600"/>
          <p14:tracePt t="91376" x="7927975" y="2143125"/>
          <p14:tracePt t="91389" x="7951788" y="2441575"/>
          <p14:tracePt t="91398" x="7945438" y="2571750"/>
          <p14:tracePt t="91406" x="7889875" y="2706688"/>
          <p14:tracePt t="91415" x="7810500" y="2849563"/>
          <p14:tracePt t="91426" x="7673975" y="3016250"/>
          <p14:tracePt t="91438" x="7277100" y="3338513"/>
          <p14:tracePt t="91457" x="6811963" y="3630613"/>
          <p14:tracePt t="91471" x="6353175" y="3871913"/>
          <p14:tracePt t="91477" x="6099175" y="4002088"/>
          <p14:tracePt t="91489" x="5845175" y="4132263"/>
          <p14:tracePt t="91493" x="5659438" y="4206875"/>
          <p14:tracePt t="91505" x="5484813" y="4262438"/>
          <p14:tracePt t="91512" x="5330825" y="4305300"/>
          <p14:tracePt t="91522" x="5181600" y="4349750"/>
          <p14:tracePt t="91530" x="5045075" y="4373563"/>
          <p14:tracePt t="91542" x="4778375" y="4416425"/>
          <p14:tracePt t="91555" x="4648200" y="4429125"/>
          <p14:tracePt t="91559" x="4511675" y="4441825"/>
          <p14:tracePt t="91571" x="4325938" y="4473575"/>
          <p14:tracePt t="91575" x="4159250" y="4497388"/>
          <p14:tracePt t="91588" x="3860800" y="4540250"/>
          <p14:tracePt t="91606" x="3625850" y="4565650"/>
          <p14:tracePt t="91626" x="3470275" y="4591050"/>
          <p14:tracePt t="91638" x="3378200" y="4597400"/>
          <p14:tracePt t="91653" x="3322638" y="4597400"/>
          <p14:tracePt t="91672" x="3309938" y="4603750"/>
          <p14:tracePt t="92039" x="3309938" y="4621213"/>
          <p14:tracePt t="92053" x="3309938" y="4633913"/>
          <p14:tracePt t="92062" x="3309938" y="4646613"/>
          <p14:tracePt t="92080" x="3309938" y="4665663"/>
          <p14:tracePt t="92092" x="3309938" y="4683125"/>
          <p14:tracePt t="92108" x="3309938" y="4708525"/>
          <p14:tracePt t="92119" x="3309938" y="4721225"/>
          <p14:tracePt t="92135" x="3309938" y="4751388"/>
          <p14:tracePt t="92141" x="3303588" y="4776788"/>
          <p14:tracePt t="92151" x="3297238" y="4794250"/>
          <p14:tracePt t="92160" x="3284538" y="4800600"/>
          <p14:tracePt t="92170" x="3273425" y="4806950"/>
          <p14:tracePt t="92188" x="3216275" y="4845050"/>
          <p14:tracePt t="92205" x="3092450" y="4875213"/>
          <p14:tracePt t="92225" x="3000375" y="4894263"/>
          <p14:tracePt t="92230" x="2932113" y="4894263"/>
          <p14:tracePt t="92240" x="2894013" y="4894263"/>
          <p14:tracePt t="92255" x="2789238" y="4906963"/>
          <p14:tracePt t="92273" x="2701925" y="4919663"/>
          <p14:tracePt t="92278" x="2671763" y="4924425"/>
          <p14:tracePt t="92288" x="2665413" y="4924425"/>
          <p14:tracePt t="92295" x="2652713" y="4924425"/>
          <p14:tracePt t="92319" x="2646363" y="4924425"/>
          <p14:tracePt t="92327" x="2640013" y="4924425"/>
          <p14:tracePt t="92338" x="2616200" y="4924425"/>
          <p14:tracePt t="92342" x="2597150" y="4924425"/>
          <p14:tracePt t="92353" x="2590800" y="4924425"/>
          <p14:tracePt t="92371" x="2516188" y="4924425"/>
          <p14:tracePt t="92389" x="2447925" y="4924425"/>
          <p14:tracePt t="92398" x="2398713" y="4924425"/>
          <p14:tracePt t="92404" x="2349500" y="4924425"/>
          <p14:tracePt t="92414" x="2300288" y="4924425"/>
          <p14:tracePt t="92421" x="2232025" y="4924425"/>
          <p14:tracePt t="92439" x="2132013" y="4924425"/>
          <p14:tracePt t="92454" x="2044700" y="4924425"/>
          <p14:tracePt t="92473" x="1909763" y="4924425"/>
          <p14:tracePt t="92480" x="1822450" y="4924425"/>
          <p14:tracePt t="92492" x="1722438" y="4924425"/>
          <p14:tracePt t="92509" x="1679575" y="4924425"/>
          <p14:tracePt t="92519" x="1654175" y="4924425"/>
          <p14:tracePt t="92527" x="1617663" y="4924425"/>
          <p14:tracePt t="92545" x="1587500" y="4924425"/>
          <p14:tracePt t="92554" x="1568450" y="4924425"/>
          <p14:tracePt t="92572" x="1519238" y="4924425"/>
          <p14:tracePt t="92588" x="1506538" y="4924425"/>
          <p14:tracePt t="92591" x="1487488" y="4924425"/>
          <p14:tracePt t="92604" x="1474788" y="4924425"/>
          <p14:tracePt t="92622" x="1438275" y="4924425"/>
          <p14:tracePt t="92641" x="1419225" y="4924425"/>
          <p14:tracePt t="92658" x="1412875" y="4924425"/>
          <p14:tracePt t="92672" x="1400175" y="4924425"/>
          <p14:tracePt t="92679" x="1393825" y="4913313"/>
          <p14:tracePt t="92689" x="1389063" y="4913313"/>
          <p14:tracePt t="92701" x="1376363" y="4913313"/>
          <p14:tracePt t="92719" x="1370013" y="4913313"/>
          <p14:tracePt t="92833" x="1370013" y="4906963"/>
          <p14:tracePt t="92843" x="1370013" y="4900613"/>
          <p14:tracePt t="92858" x="1370013" y="4887913"/>
          <p14:tracePt t="92873" x="1370013" y="4875213"/>
          <p14:tracePt t="92881" x="1382713" y="4875213"/>
          <p14:tracePt t="92889" x="1382713" y="4862513"/>
          <p14:tracePt t="92904" x="1389063" y="4857750"/>
          <p14:tracePt t="92911" x="1393825" y="4851400"/>
          <p14:tracePt t="92928" x="1406525" y="4845050"/>
          <p14:tracePt t="92937" x="1412875" y="4838700"/>
          <p14:tracePt t="92946" x="1431925" y="4838700"/>
          <p14:tracePt t="92952" x="1450975" y="4826000"/>
          <p14:tracePt t="92958" x="1462088" y="4819650"/>
          <p14:tracePt t="92969" x="1493838" y="4813300"/>
          <p14:tracePt t="92976" x="1512888" y="4800600"/>
          <p14:tracePt t="92980" x="1524000" y="4794250"/>
          <p14:tracePt t="92989" x="1530350" y="4794250"/>
          <p14:tracePt t="93005" x="1549400" y="4794250"/>
          <p14:tracePt t="93022" x="1568450" y="4789488"/>
          <p14:tracePt t="93039" x="1592263" y="4789488"/>
          <p14:tracePt t="93057" x="1604963" y="4789488"/>
          <p14:tracePt t="93068" x="1611313" y="4783138"/>
          <p14:tracePt t="93075" x="1617663" y="4783138"/>
          <p14:tracePt t="93084" x="1624013" y="4783138"/>
          <p14:tracePt t="93096" x="1636713" y="4770438"/>
          <p14:tracePt t="93110" x="1643063" y="4770438"/>
          <p14:tracePt t="93225" x="1649413" y="4770438"/>
          <p14:tracePt t="93236" x="1649413" y="4764088"/>
          <p14:tracePt t="93251" x="1654175" y="4764088"/>
          <p14:tracePt t="93261" x="1660525" y="4764088"/>
          <p14:tracePt t="93264" x="1660525" y="4757738"/>
          <p14:tracePt t="93271" x="1666875" y="4757738"/>
          <p14:tracePt t="93288" x="1685925" y="4757738"/>
          <p14:tracePt t="93295" x="1698625" y="4751388"/>
          <p14:tracePt t="93311" x="1704975" y="4745038"/>
          <p14:tracePt t="93327" x="1711325" y="4745038"/>
          <p14:tracePt t="93727" x="1717675" y="4745038"/>
          <p14:tracePt t="93736" x="1728788" y="4745038"/>
          <p14:tracePt t="93743" x="1735138" y="4745038"/>
          <p14:tracePt t="93751" x="1741488" y="4745038"/>
          <p14:tracePt t="93768" x="1747838" y="4745038"/>
          <p14:tracePt t="93784" x="1754188" y="4745038"/>
          <p14:tracePt t="93792" x="1754188" y="4738688"/>
          <p14:tracePt t="93805" x="1766888" y="4738688"/>
          <p14:tracePt t="93823" x="1790700" y="4727575"/>
          <p14:tracePt t="93840" x="1822450" y="4721225"/>
          <p14:tracePt t="93856" x="1878013" y="4702175"/>
          <p14:tracePt t="93865" x="1903413" y="4695825"/>
          <p14:tracePt t="93872" x="1958975" y="4683125"/>
          <p14:tracePt t="93880" x="1982788" y="4676775"/>
          <p14:tracePt t="93889" x="2008188" y="4665663"/>
          <p14:tracePt t="93903" x="2063750" y="4659313"/>
          <p14:tracePt t="93906" x="2151063" y="4633913"/>
          <p14:tracePt t="93909" x="2236788" y="4608513"/>
          <p14:tracePt t="93917" x="2373313" y="4565650"/>
          <p14:tracePt t="93930" x="2503488" y="4540250"/>
          <p14:tracePt t="93938" x="2671763" y="4497388"/>
          <p14:tracePt t="93955" x="2994025" y="4398963"/>
          <p14:tracePt t="93959" x="3130550" y="4354513"/>
          <p14:tracePt t="93973" x="3452813" y="4275138"/>
          <p14:tracePt t="93980" x="3675063" y="4194175"/>
          <p14:tracePt t="93994" x="3824288" y="4138613"/>
          <p14:tracePt t="94008" x="4116388" y="4032250"/>
          <p14:tracePt t="94027" x="4308475" y="3952875"/>
          <p14:tracePt t="94030" x="4332288" y="3933825"/>
          <p14:tracePt t="94043" x="4338638" y="3927475"/>
          <p14:tracePt t="94055" x="4351338" y="3921125"/>
          <p14:tracePt t="94079" x="4338638" y="3921125"/>
          <p14:tracePt t="94089" x="4313238" y="3921125"/>
          <p14:tracePt t="94094" x="4276725" y="3921125"/>
          <p14:tracePt t="94101" x="4251325" y="3921125"/>
          <p14:tracePt t="94108" x="4214813" y="3921125"/>
          <p14:tracePt t="94118" x="4133850" y="3921125"/>
          <p14:tracePt t="94128" x="4035425" y="3921125"/>
          <p14:tracePt t="94135" x="3922713" y="3921125"/>
          <p14:tracePt t="94144" x="3817938" y="3908425"/>
          <p14:tracePt t="94152" x="3736975" y="3897313"/>
          <p14:tracePt t="94156" x="3651250" y="3897313"/>
          <p14:tracePt t="94164" x="3551238" y="3884613"/>
          <p14:tracePt t="94173" x="3446463" y="3871913"/>
          <p14:tracePt t="94190" x="3303588" y="3822700"/>
          <p14:tracePt t="94206" x="3254375" y="3803650"/>
          <p14:tracePt t="94226" x="3235325" y="3790950"/>
          <p14:tracePt t="94231" x="3228975" y="3784600"/>
          <p14:tracePt t="94243" x="3222625" y="3778250"/>
          <p14:tracePt t="94246" x="3216275" y="3760788"/>
          <p14:tracePt t="94253" x="3198813" y="3741738"/>
          <p14:tracePt t="94273" x="3160713" y="3716338"/>
          <p14:tracePt t="94289" x="3117850" y="3692525"/>
          <p14:tracePt t="94305" x="3062288" y="3660775"/>
          <p14:tracePt t="94311" x="3013075" y="3654425"/>
          <p14:tracePt t="94322" x="2974975" y="3654425"/>
          <p14:tracePt t="94328" x="2951163" y="3654425"/>
          <p14:tracePt t="94332" x="2932113" y="3654425"/>
          <p14:tracePt t="94343" x="2906713" y="3654425"/>
          <p14:tracePt t="94355" x="2870200" y="3654425"/>
          <p14:tracePt t="94359" x="2820988" y="3654425"/>
          <p14:tracePt t="94371" x="2795588" y="3654425"/>
          <p14:tracePt t="94389" x="2752725" y="3667125"/>
          <p14:tracePt t="94399" x="2727325" y="3667125"/>
          <p14:tracePt t="94408" x="2671763" y="3673475"/>
          <p14:tracePt t="94419" x="2659063" y="3679825"/>
          <p14:tracePt t="94430" x="2640013" y="3692525"/>
          <p14:tracePt t="94439" x="2633663" y="3705225"/>
          <p14:tracePt t="94452" x="2627313" y="3705225"/>
          <p14:tracePt t="94591" x="2622550" y="3705225"/>
          <p14:tracePt t="94602" x="2603500" y="3705225"/>
          <p14:tracePt t="94618" x="2571750" y="3679825"/>
          <p14:tracePt t="94632" x="2528888" y="3654425"/>
          <p14:tracePt t="94642" x="2522538" y="3649663"/>
          <p14:tracePt t="94657" x="2486025" y="3611563"/>
          <p14:tracePt t="94665" x="2466975" y="3592513"/>
          <p14:tracePt t="94673" x="2460625" y="3587750"/>
          <p14:tracePt t="94686" x="2454275" y="3575050"/>
          <p14:tracePt t="94697" x="2411413" y="3524250"/>
          <p14:tracePt t="94706" x="2398713" y="3506788"/>
          <p14:tracePt t="94712" x="2392363" y="3500438"/>
          <p14:tracePt t="94730" x="2379663" y="3487738"/>
          <p14:tracePt t="94744" x="2362200" y="3481388"/>
          <p14:tracePt t="94782" x="2366963" y="3487738"/>
          <p14:tracePt t="94790" x="2398713" y="3530600"/>
          <p14:tracePt t="94808" x="2435225" y="3598863"/>
          <p14:tracePt t="94821" x="2454275" y="3673475"/>
          <p14:tracePt t="94841" x="2473325" y="3741738"/>
          <p14:tracePt t="94846" x="2486025" y="3773488"/>
          <p14:tracePt t="94857" x="2492375" y="3784600"/>
          <p14:tracePt t="94872" x="2497138" y="3822700"/>
          <p14:tracePt t="94878" x="2497138" y="3829050"/>
          <p14:tracePt t="94887" x="2497138" y="3835400"/>
          <p14:tracePt t="94894" x="2497138" y="3852863"/>
          <p14:tracePt t="94909" x="2473325" y="3878263"/>
          <p14:tracePt t="94923" x="2466975" y="3884613"/>
          <p14:tracePt t="94929" x="2447925" y="3897313"/>
          <p14:tracePt t="94938" x="2441575" y="3897313"/>
          <p14:tracePt t="94954" x="2435225" y="3897313"/>
          <p14:tracePt t="94962" x="2430463" y="3897313"/>
          <p14:tracePt t="94970" x="2424113" y="3897313"/>
          <p14:tracePt t="94994" x="2398713" y="3890963"/>
          <p14:tracePt t="95003" x="2392363" y="3871913"/>
          <p14:tracePt t="95009" x="2392363" y="3859213"/>
          <p14:tracePt t="95015" x="2379663" y="3841750"/>
          <p14:tracePt t="95026" x="2379663" y="3816350"/>
          <p14:tracePt t="95039" x="2373313" y="3748088"/>
          <p14:tracePt t="95058" x="2373313" y="3686175"/>
          <p14:tracePt t="95072" x="2386013" y="3630613"/>
          <p14:tracePt t="95089" x="2398713" y="3598863"/>
          <p14:tracePt t="95105" x="2417763" y="3568700"/>
          <p14:tracePt t="95121" x="2424113" y="3549650"/>
          <p14:tracePt t="95138" x="2424113" y="3543300"/>
          <p14:tracePt t="95141" x="2430463" y="3543300"/>
          <p14:tracePt t="95176" x="2435225" y="3543300"/>
          <p14:tracePt t="95190" x="2460625" y="3575050"/>
          <p14:tracePt t="95208" x="2492375" y="3649663"/>
          <p14:tracePt t="95215" x="2503488" y="3705225"/>
          <p14:tracePt t="95223" x="2516188" y="3773488"/>
          <p14:tracePt t="95233" x="2516188" y="3841750"/>
          <p14:tracePt t="95240" x="2516188" y="3865563"/>
          <p14:tracePt t="95255" x="2516188" y="3940175"/>
          <p14:tracePt t="95274" x="2516188" y="4027488"/>
          <p14:tracePt t="95278" x="2509838" y="4051300"/>
          <p14:tracePt t="95287" x="2509838" y="4070350"/>
          <p14:tracePt t="95305" x="2503488" y="4095750"/>
          <p14:tracePt t="95310" x="2503488" y="4100513"/>
          <p14:tracePt t="95317" x="2497138" y="4100513"/>
          <p14:tracePt t="95378" x="2486025" y="4089400"/>
          <p14:tracePt t="95387" x="2479675" y="4064000"/>
          <p14:tracePt t="95392" x="2466975" y="4038600"/>
          <p14:tracePt t="95403" x="2460625" y="4002088"/>
          <p14:tracePt t="95426" x="2435225" y="3846513"/>
          <p14:tracePt t="95448" x="2435225" y="3673475"/>
          <p14:tracePt t="95455" x="2435225" y="3649663"/>
          <p14:tracePt t="95463" x="2454275" y="3611563"/>
          <p14:tracePt t="95471" x="2460625" y="3568700"/>
          <p14:tracePt t="95480" x="2479675" y="3549650"/>
          <p14:tracePt t="95490" x="2497138" y="3536950"/>
          <p14:tracePt t="95505" x="2528888" y="3506788"/>
          <p14:tracePt t="95523" x="2565400" y="3500438"/>
          <p14:tracePt t="95539" x="2578100" y="3500438"/>
          <p14:tracePt t="95543" x="2584450" y="3500438"/>
          <p14:tracePt t="95567" x="2616200" y="3524250"/>
          <p14:tracePt t="95572" x="2640013" y="3568700"/>
          <p14:tracePt t="95583" x="2646363" y="3592513"/>
          <p14:tracePt t="95589" x="2665413" y="3649663"/>
          <p14:tracePt t="95603" x="2690813" y="3705225"/>
          <p14:tracePt t="95616" x="2708275" y="3767138"/>
          <p14:tracePt t="95621" x="2720975" y="3803650"/>
          <p14:tracePt t="95634" x="2720975" y="3841750"/>
          <p14:tracePt t="95648" x="2727325" y="3897313"/>
          <p14:tracePt t="95656" x="2727325" y="3914775"/>
          <p14:tracePt t="95672" x="2727325" y="3927475"/>
          <p14:tracePt t="95689" x="2727325" y="3933825"/>
          <p14:tracePt t="95706" x="2727325" y="3940175"/>
          <p14:tracePt t="95725" x="2727325" y="3946525"/>
          <p14:tracePt t="95800" x="2720975" y="3927475"/>
          <p14:tracePt t="95814" x="2690813" y="3852863"/>
          <p14:tracePt t="95833" x="2678113" y="3754438"/>
          <p14:tracePt t="95845" x="2678113" y="3705225"/>
          <p14:tracePt t="95848" x="2678113" y="3679825"/>
          <p14:tracePt t="95855" x="2684463" y="3630613"/>
          <p14:tracePt t="95865" x="2714625" y="3587750"/>
          <p14:tracePt t="95876" x="2733675" y="3556000"/>
          <p14:tracePt t="95888" x="2746375" y="3530600"/>
          <p14:tracePt t="95906" x="2752725" y="3524250"/>
          <p14:tracePt t="95936" x="2763838" y="3524250"/>
          <p14:tracePt t="95950" x="2770188" y="3524250"/>
          <p14:tracePt t="95959" x="2782888" y="3524250"/>
          <p14:tracePt t="95974" x="2808288" y="3549650"/>
          <p14:tracePt t="95979" x="2832100" y="3568700"/>
          <p14:tracePt t="95990" x="2851150" y="3587750"/>
          <p14:tracePt t="96008" x="2938463" y="3673475"/>
          <p14:tracePt t="96025" x="3000375" y="3741738"/>
          <p14:tracePt t="96040" x="3092450" y="3835400"/>
          <p14:tracePt t="96064" x="3254375" y="3976688"/>
          <p14:tracePt t="96068" x="3316288" y="4021138"/>
          <p14:tracePt t="96078" x="3352800" y="4051300"/>
          <p14:tracePt t="96090" x="3414713" y="4089400"/>
          <p14:tracePt t="96096" x="3440113" y="4100513"/>
          <p14:tracePt t="96100" x="3489325" y="4106863"/>
          <p14:tracePt t="96109" x="3544888" y="4119563"/>
          <p14:tracePt t="96123" x="3632200" y="4119563"/>
          <p14:tracePt t="96129" x="3694113" y="4119563"/>
          <p14:tracePt t="96136" x="3811588" y="4119563"/>
          <p14:tracePt t="96142" x="3917950" y="4100513"/>
          <p14:tracePt t="96159" x="4121150" y="4032250"/>
          <p14:tracePt t="96165" x="4214813" y="3983038"/>
          <p14:tracePt t="96176" x="4289425" y="3933825"/>
          <p14:tracePt t="96189" x="4376738" y="3852863"/>
          <p14:tracePt t="96199" x="4518025" y="3705225"/>
          <p14:tracePt t="96204" x="4568825" y="3643313"/>
          <p14:tracePt t="96216" x="4573588" y="3624263"/>
          <p14:tracePt t="96229" x="4592638" y="3598863"/>
          <p14:tracePt t="96237" x="4592638" y="3592513"/>
          <p14:tracePt t="96248" x="4598988" y="3587750"/>
          <p14:tracePt t="96262" x="4598988" y="3581400"/>
          <p14:tracePt t="96286" x="4598988" y="3575050"/>
          <p14:tracePt t="96418" x="4598988" y="3605213"/>
          <p14:tracePt t="96434" x="4598988" y="3660775"/>
          <p14:tracePt t="96451" x="4598988" y="3711575"/>
          <p14:tracePt t="96463" x="4598988" y="3810000"/>
          <p14:tracePt t="96471" x="4598988" y="3835400"/>
          <p14:tracePt t="96484" x="4598988" y="3871913"/>
          <p14:tracePt t="96488" x="4598988" y="3908425"/>
          <p14:tracePt t="96492" x="4598988" y="3933825"/>
          <p14:tracePt t="96501" x="4598988" y="3970338"/>
          <p14:tracePt t="96510" x="4598988" y="4002088"/>
          <p14:tracePt t="96522" x="4598988" y="4014788"/>
          <p14:tracePt t="96526" x="4598988" y="4032250"/>
          <p14:tracePt t="96532" x="4598988" y="4044950"/>
          <p14:tracePt t="96542" x="4598988" y="4051300"/>
          <p14:tracePt t="96557" x="4598988" y="4064000"/>
          <p14:tracePt t="96594" x="4598988" y="4070350"/>
          <p14:tracePt t="96607" x="4592638" y="4070350"/>
          <p14:tracePt t="96626" x="4586288" y="4076700"/>
          <p14:tracePt t="96651" x="4568825" y="4076700"/>
          <p14:tracePt t="96672" x="4562475" y="4076700"/>
          <p14:tracePt t="96683" x="4556125" y="4057650"/>
          <p14:tracePt t="96689" x="4549775" y="4044950"/>
          <p14:tracePt t="96701" x="4543425" y="4027488"/>
          <p14:tracePt t="96713" x="4530725" y="4008438"/>
          <p14:tracePt t="96722" x="4524375" y="3976688"/>
          <p14:tracePt t="96728" x="4506913" y="3940175"/>
          <p14:tracePt t="96736" x="4506913" y="3921125"/>
          <p14:tracePt t="96746" x="4494213" y="3897313"/>
          <p14:tracePt t="96750" x="4487863" y="3865563"/>
          <p14:tracePt t="96766" x="4468813" y="3816350"/>
          <p14:tracePt t="96779" x="4456113" y="3784600"/>
          <p14:tracePt t="96790" x="4449763" y="3729038"/>
          <p14:tracePt t="96799" x="4438650" y="3692525"/>
          <p14:tracePt t="96809" x="4432300" y="3654425"/>
          <p14:tracePt t="96814" x="4419600" y="3630613"/>
          <p14:tracePt t="96822" x="4419600" y="3611563"/>
          <p14:tracePt t="96829" x="4413250" y="3605213"/>
          <p14:tracePt t="96842" x="4413250" y="3598863"/>
          <p14:tracePt t="97597" x="4406900" y="3611563"/>
          <p14:tracePt t="97610" x="4406900" y="3636963"/>
          <p14:tracePt t="97639" x="4425950" y="3735388"/>
          <p14:tracePt t="97647" x="4462463" y="3846513"/>
          <p14:tracePt t="97663" x="4481513" y="3970338"/>
          <p14:tracePt t="97672" x="4494213" y="4008438"/>
          <p14:tracePt t="97678" x="4494213" y="4076700"/>
          <p14:tracePt t="97686" x="4494213" y="4175125"/>
          <p14:tracePt t="97697" x="4494213" y="4262438"/>
          <p14:tracePt t="97706" x="4494213" y="4360863"/>
          <p14:tracePt t="97724" x="4494213" y="4559300"/>
          <p14:tracePt t="97735" x="4494213" y="4627563"/>
          <p14:tracePt t="97742" x="4494213" y="4695825"/>
          <p14:tracePt t="97748" x="4494213" y="4764088"/>
          <p14:tracePt t="97761" x="4494213" y="4813300"/>
          <p14:tracePt t="97773" x="4494213" y="4949825"/>
          <p14:tracePt t="97791" x="4487863" y="5043488"/>
          <p14:tracePt t="97807" x="4481513" y="5099050"/>
          <p14:tracePt t="97818" x="4468813" y="5122863"/>
          <p14:tracePt t="97825" x="4462463" y="5129213"/>
          <p14:tracePt t="97833" x="4456113" y="5135563"/>
          <p14:tracePt t="97838" x="4443413" y="5148263"/>
          <p14:tracePt t="97849" x="4432300" y="5160963"/>
          <p14:tracePt t="97857" x="4425950" y="5167313"/>
          <p14:tracePt t="97871" x="4381500" y="5210175"/>
          <p14:tracePt t="97878" x="4357688" y="5240338"/>
          <p14:tracePt t="97888" x="4325938" y="5272088"/>
          <p14:tracePt t="97894" x="4283075" y="5314950"/>
          <p14:tracePt t="97911" x="4233863" y="5353050"/>
          <p14:tracePt t="97916" x="4183063" y="5383213"/>
          <p14:tracePt t="97926" x="4165600" y="5402263"/>
          <p14:tracePt t="97939" x="4133850" y="5427663"/>
          <p14:tracePt t="97949" x="4065588" y="5470525"/>
          <p14:tracePt t="97961" x="4029075" y="5489575"/>
          <p14:tracePt t="97964" x="3986213" y="5507038"/>
          <p14:tracePt t="97974" x="3929063" y="5532438"/>
          <p14:tracePt t="97993" x="3911600" y="5538788"/>
          <p14:tracePt t="97998" x="3879850" y="5538788"/>
          <p14:tracePt t="98009" x="3867150" y="5545138"/>
          <p14:tracePt t="98024" x="3824288" y="5545138"/>
          <p14:tracePt t="98039" x="3730625" y="5556250"/>
          <p14:tracePt t="98055" x="3644900" y="5568950"/>
          <p14:tracePt t="98072" x="3544888" y="5581650"/>
          <p14:tracePt t="98089" x="3489325" y="5581650"/>
          <p14:tracePt t="98093" x="3440113" y="5581650"/>
          <p14:tracePt t="98105" x="3414713" y="5581650"/>
          <p14:tracePt t="98110" x="3378200" y="5581650"/>
          <p14:tracePt t="98121" x="3340100" y="5581650"/>
          <p14:tracePt t="98127" x="3303588" y="5581650"/>
          <p14:tracePt t="98135" x="3254375" y="5581650"/>
          <p14:tracePt t="98140" x="3205163" y="5581650"/>
          <p14:tracePt t="98149" x="3148013" y="5581650"/>
          <p14:tracePt t="98156" x="3111500" y="5575300"/>
          <p14:tracePt t="98173" x="3092450" y="5568950"/>
          <p14:tracePt t="98191" x="3055938" y="5556250"/>
          <p14:tracePt t="98209" x="3024188" y="5538788"/>
          <p14:tracePt t="98219" x="3006725" y="5526088"/>
          <p14:tracePt t="98224" x="3000375" y="5513388"/>
          <p14:tracePt t="98230" x="2994025" y="5500688"/>
          <p14:tracePt t="98241" x="2981325" y="5489575"/>
          <p14:tracePt t="98256" x="2955925" y="5451475"/>
          <p14:tracePt t="98271" x="2944813" y="5427663"/>
          <p14:tracePt t="98290" x="2925763" y="5408613"/>
          <p14:tracePt t="98297" x="2906713" y="5389563"/>
          <p14:tracePt t="98311" x="2882900" y="5365750"/>
          <p14:tracePt t="98319" x="2863850" y="5346700"/>
          <p14:tracePt t="98329" x="2851150" y="5327650"/>
          <p14:tracePt t="98339" x="2838450" y="5302250"/>
          <p14:tracePt t="98346" x="2820988" y="5284788"/>
          <p14:tracePt t="98350" x="2814638" y="5265738"/>
          <p14:tracePt t="98361" x="2808288" y="5259388"/>
          <p14:tracePt t="98372" x="2789238" y="5229225"/>
          <p14:tracePt t="98393" x="2770188" y="5191125"/>
          <p14:tracePt t="98406" x="2763838" y="5173663"/>
          <p14:tracePt t="98421" x="2763838" y="5154613"/>
          <p14:tracePt t="98431" x="2757488" y="5111750"/>
          <p14:tracePt t="98440" x="2746375" y="5092700"/>
          <p14:tracePt t="98454" x="2740025" y="5086350"/>
          <p14:tracePt t="98458" x="2740025" y="5073650"/>
          <p14:tracePt t="98461" x="2727325" y="5054600"/>
          <p14:tracePt t="98470" x="2714625" y="5037138"/>
          <p14:tracePt t="98478" x="2708275" y="5024438"/>
          <p14:tracePt t="98490" x="2695575" y="5005388"/>
          <p14:tracePt t="98495" x="2684463" y="4986338"/>
          <p14:tracePt t="98506" x="2671763" y="4981575"/>
          <p14:tracePt t="98511" x="2665413" y="4962525"/>
          <p14:tracePt t="98522" x="2659063" y="4949825"/>
          <p14:tracePt t="98527" x="2652713" y="4943475"/>
          <p14:tracePt t="98536" x="2646363" y="4930775"/>
          <p14:tracePt t="98549" x="2646363" y="4919663"/>
          <p14:tracePt t="98555" x="2633663" y="4913313"/>
          <p14:tracePt t="98563" x="2633663" y="4906963"/>
          <p14:tracePt t="98573" x="2633663" y="4887913"/>
          <p14:tracePt t="98585" x="2633663" y="4881563"/>
          <p14:tracePt t="98599" x="2633663" y="4875213"/>
          <p14:tracePt t="98606" x="2633663" y="4868863"/>
          <p14:tracePt t="98622" x="2633663" y="4862513"/>
          <p14:tracePt t="98640" x="2633663" y="4851400"/>
          <p14:tracePt t="98656" x="2633663" y="4832350"/>
          <p14:tracePt t="98673" x="2633663" y="4826000"/>
          <p14:tracePt t="98693" x="2633663" y="4813300"/>
          <p14:tracePt t="98712" x="2633663" y="4806950"/>
          <p14:tracePt t="98725" x="2633663" y="4800600"/>
          <p14:tracePt t="98741" x="2633663" y="4783138"/>
          <p14:tracePt t="98756" x="2627313" y="4776788"/>
          <p14:tracePt t="98773" x="2622550" y="4770438"/>
          <p14:tracePt t="98789" x="2622550" y="4764088"/>
          <p14:tracePt t="98806" x="2616200" y="4757738"/>
          <p14:tracePt t="98822" x="2616200" y="4751388"/>
          <p14:tracePt t="98838" x="2609850" y="4751388"/>
          <p14:tracePt t="98897" x="2603500" y="4751388"/>
          <p14:tracePt t="98909" x="2597150" y="4751388"/>
          <p14:tracePt t="98926" x="2584450" y="4751388"/>
          <p14:tracePt t="98940" x="2578100" y="4751388"/>
          <p14:tracePt t="98957" x="2565400" y="4745038"/>
          <p14:tracePt t="98967" x="2560638" y="4745038"/>
          <p14:tracePt t="98977" x="2560638" y="4732338"/>
          <p14:tracePt t="98985" x="2554288" y="4732338"/>
          <p14:tracePt t="99000" x="2547938" y="4732338"/>
          <p14:tracePt t="99016" x="2535238" y="4732338"/>
          <p14:tracePt t="99046" x="2528888" y="4732338"/>
          <p14:tracePt t="99061" x="2522538" y="4732338"/>
          <p14:tracePt t="99078" x="2516188" y="4738688"/>
          <p14:tracePt t="99085" x="2509838" y="4745038"/>
          <p14:tracePt t="99104" x="2503488" y="4751388"/>
          <p14:tracePt t="99120" x="2486025" y="4764088"/>
          <p14:tracePt t="99131" x="2479675" y="4764088"/>
          <p14:tracePt t="99135" x="2473325" y="4770438"/>
          <p14:tracePt t="99149" x="2466975" y="4770438"/>
          <p14:tracePt t="99157" x="2466975" y="4783138"/>
          <p14:tracePt t="99178" x="2460625" y="4783138"/>
          <p14:tracePt t="99190" x="2447925" y="4783138"/>
          <p14:tracePt t="99208" x="2430463" y="4776788"/>
          <p14:tracePt t="99226" x="2417763" y="4764088"/>
          <p14:tracePt t="99246" x="2392363" y="4745038"/>
          <p14:tracePt t="99249" x="2386013" y="4738688"/>
          <p14:tracePt t="99253" x="2379663" y="4732338"/>
          <p14:tracePt t="99265" x="2366963" y="4721225"/>
          <p14:tracePt t="99272" x="2366963" y="4708525"/>
          <p14:tracePt t="99289" x="2362200" y="4702175"/>
          <p14:tracePt t="99310" x="2355850" y="4695825"/>
          <p14:tracePt t="99329" x="2349500" y="4683125"/>
          <p14:tracePt t="99337" x="2343150" y="4676775"/>
          <p14:tracePt t="99343" x="2324100" y="4665663"/>
          <p14:tracePt t="99352" x="2317750" y="4659313"/>
          <p14:tracePt t="99359" x="2305050" y="4652963"/>
          <p14:tracePt t="99365" x="2300288" y="4646613"/>
          <p14:tracePt t="99379" x="2287588" y="4646613"/>
          <p14:tracePt t="99389" x="2268538" y="4633913"/>
          <p14:tracePt t="99410" x="2262188" y="4614863"/>
          <p14:tracePt t="99414" x="2262188" y="4608513"/>
          <p14:tracePt t="99432" x="2255838" y="4603750"/>
          <p14:tracePt t="99448" x="2255838" y="4597400"/>
          <p14:tracePt t="99458" x="2255838" y="4591050"/>
          <p14:tracePt t="99473" x="2255838" y="4572000"/>
          <p14:tracePt t="99490" x="2255838" y="4559300"/>
          <p14:tracePt t="99508" x="2255838" y="4546600"/>
          <p14:tracePt t="99527" x="2262188" y="4535488"/>
          <p14:tracePt t="99543" x="2268538" y="4522788"/>
          <p14:tracePt t="99552" x="2274888" y="4516438"/>
          <p14:tracePt t="99559" x="2281238" y="4510088"/>
          <p14:tracePt t="99573" x="2293938" y="4497388"/>
          <p14:tracePt t="99575" x="2305050" y="4484688"/>
          <p14:tracePt t="99583" x="2336800" y="4478338"/>
          <p14:tracePt t="99592" x="2349500" y="4467225"/>
          <p14:tracePt t="99608" x="2386013" y="4441825"/>
          <p14:tracePt t="99623" x="2417763" y="4435475"/>
          <p14:tracePt t="99640" x="2441575" y="4435475"/>
          <p14:tracePt t="99671" x="2447925" y="4435475"/>
          <p14:tracePt t="99721" x="2447925" y="4448175"/>
          <p14:tracePt t="99733" x="2454275" y="4467225"/>
          <p14:tracePt t="99745" x="2454275" y="4478338"/>
          <p14:tracePt t="99758" x="2454275" y="4484688"/>
          <p14:tracePt t="99762" x="2454275" y="4491038"/>
          <p14:tracePt t="99765" x="2454275" y="4503738"/>
          <p14:tracePt t="99781" x="2447925" y="4510088"/>
          <p14:tracePt t="99791" x="2447925" y="4516438"/>
          <p14:tracePt t="99808" x="2441575" y="4522788"/>
          <p14:tracePt t="99815" x="2435225" y="4522788"/>
          <p14:tracePt t="99829" x="2430463" y="4529138"/>
          <p14:tracePt t="99863" x="2417763" y="4529138"/>
          <p14:tracePt t="99872" x="2405063" y="4529138"/>
          <p14:tracePt t="99879" x="2379663" y="4529138"/>
          <p14:tracePt t="99890" x="2349500" y="4529138"/>
          <p14:tracePt t="99897" x="2311400" y="4540250"/>
          <p14:tracePt t="99904" x="2274888" y="4540250"/>
          <p14:tracePt t="99909" x="2236788" y="4540250"/>
          <p14:tracePt t="99916" x="2187575" y="4540250"/>
          <p14:tracePt t="99924" x="2151063" y="4535488"/>
          <p14:tracePt t="99940" x="2112963" y="4535488"/>
          <p14:tracePt t="99959" x="2020888" y="4510088"/>
          <p14:tracePt t="99964" x="1982788" y="4497388"/>
          <p14:tracePt t="99979" x="1958975" y="4491038"/>
          <p14:tracePt t="99989" x="1903413" y="4460875"/>
          <p14:tracePt t="100010" x="1847850" y="4435475"/>
          <p14:tracePt t="100026" x="1822450" y="4411663"/>
          <p14:tracePt t="100029" x="1816100" y="4392613"/>
          <p14:tracePt t="100041" x="1803400" y="4367213"/>
          <p14:tracePt t="100057" x="1803400" y="4337050"/>
          <p14:tracePt t="100063" x="1803400" y="4324350"/>
          <p14:tracePt t="100071" x="1803400" y="4292600"/>
          <p14:tracePt t="100082" x="1803400" y="4268788"/>
          <p14:tracePt t="100090" x="1816100" y="4243388"/>
          <p14:tracePt t="100099" x="1828800" y="4213225"/>
          <p14:tracePt t="100109" x="1847850" y="4187825"/>
          <p14:tracePt t="100118" x="1884363" y="4119563"/>
          <p14:tracePt t="100127" x="1903413" y="4089400"/>
          <p14:tracePt t="100137" x="1920875" y="4064000"/>
          <p14:tracePt t="100143" x="1939925" y="4044950"/>
          <p14:tracePt t="100152" x="1952625" y="4027488"/>
          <p14:tracePt t="100159" x="1982788" y="4008438"/>
          <p14:tracePt t="100165" x="2008188" y="3989388"/>
          <p14:tracePt t="100176" x="2039938" y="3983038"/>
          <p14:tracePt t="100183" x="2063750" y="3965575"/>
          <p14:tracePt t="100189" x="2095500" y="3952875"/>
          <p14:tracePt t="100197" x="2132013" y="3933825"/>
          <p14:tracePt t="100209" x="2157413" y="3927475"/>
          <p14:tracePt t="100217" x="2212975" y="3890963"/>
          <p14:tracePt t="100222" x="2287588" y="3871913"/>
          <p14:tracePt t="100230" x="2355850" y="3859213"/>
          <p14:tracePt t="100249" x="2528888" y="3822700"/>
          <p14:tracePt t="100272" x="2987675" y="3778250"/>
          <p14:tracePt t="100278" x="3154363" y="3778250"/>
          <p14:tracePt t="100285" x="3335338" y="3778250"/>
          <p14:tracePt t="100304" x="3570288" y="3803650"/>
          <p14:tracePt t="100319" x="4152900" y="3914775"/>
          <p14:tracePt t="100323" x="4351338" y="3965575"/>
          <p14:tracePt t="100328" x="4598988" y="4051300"/>
          <p14:tracePt t="100334" x="4878388" y="4162425"/>
          <p14:tracePt t="100346" x="5100638" y="4262438"/>
          <p14:tracePt t="100355" x="5299075" y="4379913"/>
          <p14:tracePt t="100362" x="5503863" y="4535488"/>
          <p14:tracePt t="100373" x="5764213" y="4764088"/>
          <p14:tracePt t="100380" x="5868988" y="4887913"/>
          <p14:tracePt t="100394" x="5956300" y="5005388"/>
          <p14:tracePt t="100398" x="6037263" y="5129213"/>
          <p14:tracePt t="100406" x="6099175" y="5222875"/>
          <p14:tracePt t="100423" x="6203950" y="5389563"/>
          <p14:tracePt t="100440" x="6223000" y="5451475"/>
          <p14:tracePt t="100459" x="6229350" y="5507038"/>
          <p14:tracePt t="100464" x="6229350" y="5532438"/>
          <p14:tracePt t="100479" x="6229350" y="5556250"/>
          <p14:tracePt t="100490" x="6235700" y="5562600"/>
          <p14:tracePt t="100495" x="6235700" y="5568950"/>
          <p14:tracePt t="100519" x="6248400" y="5568950"/>
          <p14:tracePt t="100542" x="6254750" y="5568950"/>
          <p14:tracePt t="100552" x="6259513" y="5568950"/>
          <p14:tracePt t="100559" x="6265863" y="5568950"/>
          <p14:tracePt t="100574" x="6278563" y="5568950"/>
          <p14:tracePt t="100585" x="6297613" y="5568950"/>
          <p14:tracePt t="100590" x="6303963" y="5568950"/>
          <p14:tracePt t="100602" x="6327775" y="5568950"/>
          <p14:tracePt t="100609" x="6340475" y="5568950"/>
          <p14:tracePt t="100622" x="6396038" y="5568950"/>
          <p14:tracePt t="100640" x="6440488" y="5568950"/>
          <p14:tracePt t="100646" x="6453188" y="5568950"/>
          <p14:tracePt t="100664" x="6496050" y="5568950"/>
          <p14:tracePt t="100672" x="6515100" y="5556250"/>
          <p14:tracePt t="100678" x="6526213" y="5556250"/>
          <p14:tracePt t="100688" x="6545263" y="5551488"/>
          <p14:tracePt t="100697" x="6551613" y="5551488"/>
          <p14:tracePt t="100710" x="6557963" y="5551488"/>
          <p14:tracePt t="100961" x="6557963" y="5545138"/>
          <p14:tracePt t="100972" x="6570663" y="5526088"/>
          <p14:tracePt t="100986" x="6594475" y="5494338"/>
          <p14:tracePt t="100998" x="6594475" y="5489575"/>
          <p14:tracePt t="102280" x="6557963" y="5507038"/>
          <p14:tracePt t="102296" x="6496050" y="5556250"/>
          <p14:tracePt t="102311" x="6489700" y="5562600"/>
          <p14:tracePt t="102325" x="6477000" y="5575300"/>
          <p14:tracePt t="102349" x="6470650" y="5594350"/>
          <p14:tracePt t="102360" x="6464300" y="5600700"/>
          <p14:tracePt t="102387" x="6453188" y="5607050"/>
          <p14:tracePt t="102418" x="6446838" y="5607050"/>
          <p14:tracePt t="102431" x="6440488" y="5613400"/>
          <p14:tracePt t="102436" x="6434138" y="5619750"/>
          <p14:tracePt t="102446" x="6415088" y="5624513"/>
          <p14:tracePt t="102457" x="6408738" y="5624513"/>
          <p14:tracePt t="102474" x="6378575" y="5643563"/>
          <p14:tracePt t="102496" x="6297613" y="5686425"/>
          <p14:tracePt t="102502" x="6254750" y="5711825"/>
          <p14:tracePt t="102510" x="6210300" y="5743575"/>
          <p14:tracePt t="102519" x="6186488" y="5761038"/>
          <p14:tracePt t="102529" x="6154738" y="5780088"/>
          <p14:tracePt t="102535" x="6118225" y="5810250"/>
          <p14:tracePt t="102543" x="6086475" y="5854700"/>
          <p14:tracePt t="102551" x="6037263" y="5897563"/>
          <p14:tracePt t="102559" x="6011863" y="5929313"/>
          <p14:tracePt t="102571" x="5981700" y="5953125"/>
          <p14:tracePt t="102576" x="5975350" y="5972175"/>
          <p14:tracePt t="102586" x="5943600" y="5997575"/>
          <p14:tracePt t="102596" x="5926138" y="6015038"/>
          <p14:tracePt t="102600" x="5900738" y="6046788"/>
          <p14:tracePt t="102608" x="5868988" y="6064250"/>
          <p14:tracePt t="102623" x="5826125" y="6089650"/>
          <p14:tracePt t="102647" x="5807075" y="6102350"/>
          <p14:tracePt t="102654" x="5795963" y="6115050"/>
          <p14:tracePt t="102662" x="5789613" y="6121400"/>
          <p14:tracePt t="102672" x="5783263" y="6121400"/>
          <p14:tracePt t="102680" x="5783263" y="6127750"/>
          <p14:tracePt t="102691" x="5776913" y="6127750"/>
          <p14:tracePt t="102710" x="5745163" y="6138863"/>
          <p14:tracePt t="102725" x="5727700" y="6138863"/>
          <p14:tracePt t="102736" x="5708650" y="6151563"/>
          <p14:tracePt t="102753" x="5702300" y="6151563"/>
          <p14:tracePt t="102768" x="5695950" y="6151563"/>
          <p14:tracePt t="102800" x="5689600" y="6151563"/>
          <p14:tracePt t="102809" x="5683250" y="6145213"/>
          <p14:tracePt t="102826" x="5665788" y="6127750"/>
          <p14:tracePt t="102830" x="5659438" y="6108700"/>
          <p14:tracePt t="102844" x="5646738" y="6053138"/>
          <p14:tracePt t="102858" x="5640388" y="6002338"/>
          <p14:tracePt t="102862" x="5627688" y="5965825"/>
          <p14:tracePt t="102868" x="5627688" y="5916613"/>
          <p14:tracePt t="102887" x="5627688" y="5829300"/>
          <p14:tracePt t="102896" x="5627688" y="5780088"/>
          <p14:tracePt t="102908" x="5627688" y="5724525"/>
          <p14:tracePt t="102920" x="5627688" y="5649913"/>
          <p14:tracePt t="102929" x="5627688" y="5619750"/>
          <p14:tracePt t="102935" x="5627688" y="5613400"/>
          <p14:tracePt t="102944" x="5627688" y="5600700"/>
          <p14:tracePt t="102959" x="5627688" y="5588000"/>
          <p14:tracePt t="102975" x="5640388" y="5575300"/>
          <p14:tracePt t="102992" x="5640388" y="5562600"/>
          <p14:tracePt t="103009" x="5646738" y="5556250"/>
          <p14:tracePt t="103014" x="5653088" y="5556250"/>
          <p14:tracePt t="103020" x="5653088" y="5551488"/>
          <p14:tracePt t="103038" x="5659438" y="5551488"/>
          <p14:tracePt t="103056" x="5665788" y="5551488"/>
          <p14:tracePt t="103077" x="5676900" y="5551488"/>
          <p14:tracePt t="103101" x="5702300" y="5551488"/>
          <p14:tracePt t="103113" x="5721350" y="5551488"/>
          <p14:tracePt t="103124" x="5738813" y="5551488"/>
          <p14:tracePt t="103128" x="5757863" y="5562600"/>
          <p14:tracePt t="103131" x="5764213" y="5568950"/>
          <p14:tracePt t="103141" x="5770563" y="5581650"/>
          <p14:tracePt t="103158" x="5795963" y="5624513"/>
          <p14:tracePt t="103173" x="5826125" y="5675313"/>
          <p14:tracePt t="103192" x="5857875" y="5748338"/>
          <p14:tracePt t="103209" x="5875338" y="5816600"/>
          <p14:tracePt t="103213" x="5881688" y="5842000"/>
          <p14:tracePt t="103226" x="5881688" y="5861050"/>
          <p14:tracePt t="103233" x="5894388" y="5884863"/>
          <p14:tracePt t="103248" x="5913438" y="5965825"/>
          <p14:tracePt t="103255" x="5919788" y="6002338"/>
          <p14:tracePt t="103275" x="5919788" y="6059488"/>
          <p14:tracePt t="103282" x="5919788" y="6083300"/>
          <p14:tracePt t="103297" x="5932488" y="6121400"/>
          <p14:tracePt t="103305" x="5932488" y="6127750"/>
          <p14:tracePt t="103322" x="5937250" y="6138863"/>
          <p14:tracePt t="103341" x="5937250" y="6145213"/>
          <p14:tracePt t="103393" x="5926138" y="6145213"/>
          <p14:tracePt t="103403" x="5919788" y="6145213"/>
          <p14:tracePt t="103415" x="5900738" y="6127750"/>
          <p14:tracePt t="103422" x="5881688" y="6115050"/>
          <p14:tracePt t="103432" x="5851525" y="6070600"/>
          <p14:tracePt t="103442" x="5802313" y="6008688"/>
          <p14:tracePt t="103450" x="5783263" y="5984875"/>
          <p14:tracePt t="103457" x="5738813" y="5929313"/>
          <p14:tracePt t="103469" x="5715000" y="5873750"/>
          <p14:tracePt t="103475" x="5695950" y="5829300"/>
          <p14:tracePt t="103478" x="5676900" y="5792788"/>
          <p14:tracePt t="103488" x="5653088" y="5737225"/>
          <p14:tracePt t="103491" x="5646738" y="5699125"/>
          <p14:tracePt t="103504" x="5646738" y="5630863"/>
          <p14:tracePt t="103513" x="5646738" y="5581650"/>
          <p14:tracePt t="103524" x="5646738" y="5457825"/>
          <p14:tracePt t="103542" x="5653088" y="5340350"/>
          <p14:tracePt t="103549" x="5659438" y="5302250"/>
          <p14:tracePt t="103564" x="5672138" y="5265738"/>
          <p14:tracePt t="103575" x="5695950" y="5197475"/>
          <p14:tracePt t="103592" x="5727700" y="5129213"/>
          <p14:tracePt t="103600" x="5734050" y="5111750"/>
          <p14:tracePt t="103606" x="5745163" y="5099050"/>
          <p14:tracePt t="103615" x="5751513" y="5092700"/>
          <p14:tracePt t="103623" x="5757863" y="5080000"/>
          <p14:tracePt t="103656" x="5764213" y="5080000"/>
          <p14:tracePt t="103670" x="5770563" y="5080000"/>
          <p14:tracePt t="103687" x="5776913" y="5080000"/>
          <p14:tracePt t="103702" x="5802313" y="5086350"/>
          <p14:tracePt t="103709" x="5807075" y="5099050"/>
          <p14:tracePt t="103718" x="5819775" y="5116513"/>
          <p14:tracePt t="103731" x="5838825" y="5148263"/>
          <p14:tracePt t="103734" x="5845175" y="5184775"/>
          <p14:tracePt t="103741" x="5857875" y="5222875"/>
          <p14:tracePt t="103753" x="5864225" y="5278438"/>
          <p14:tracePt t="103764" x="5864225" y="5346700"/>
          <p14:tracePt t="103767" x="5864225" y="5370513"/>
          <p14:tracePt t="103775" x="5864225" y="5421313"/>
          <p14:tracePt t="103793" x="5864225" y="5519738"/>
          <p14:tracePt t="103810" x="5864225" y="5624513"/>
          <p14:tracePt t="103815" x="5864225" y="5675313"/>
          <p14:tracePt t="103823" x="5864225" y="5730875"/>
          <p14:tracePt t="103842" x="5832475" y="5810250"/>
          <p14:tracePt t="103848" x="5826125" y="5829300"/>
          <p14:tracePt t="103856" x="5807075" y="5835650"/>
          <p14:tracePt t="103868" x="5764213" y="5842000"/>
          <p14:tracePt t="103879" x="5745163" y="5861050"/>
          <p14:tracePt t="103890" x="5727700" y="5873750"/>
          <p14:tracePt t="103893" x="5689600" y="5891213"/>
          <p14:tracePt t="103910" x="5610225" y="5922963"/>
          <p14:tracePt t="103923" x="5553075" y="5940425"/>
          <p14:tracePt t="103928" x="5516563" y="5953125"/>
          <p14:tracePt t="103940" x="5392738" y="5972175"/>
          <p14:tracePt t="103957" x="5299075" y="5997575"/>
          <p14:tracePt t="103970" x="5224463" y="5997575"/>
          <p14:tracePt t="103980" x="5008563" y="6008688"/>
          <p14:tracePt t="103999" x="4729163" y="6008688"/>
          <p14:tracePt t="104007" x="4592638" y="6008688"/>
          <p14:tracePt t="104017" x="4413250" y="6008688"/>
          <p14:tracePt t="104024" x="4264025" y="6008688"/>
          <p14:tracePt t="104031" x="4078288" y="5984875"/>
          <p14:tracePt t="104040" x="3917950" y="5959475"/>
          <p14:tracePt t="104045" x="3719513" y="5897563"/>
          <p14:tracePt t="104054" x="3570288" y="5861050"/>
          <p14:tracePt t="104063" x="3371850" y="5780088"/>
          <p14:tracePt t="104074" x="3235325" y="5724525"/>
          <p14:tracePt t="104079" x="3098800" y="5675313"/>
          <p14:tracePt t="104091" x="2974975" y="5619750"/>
          <p14:tracePt t="104093" x="2857500" y="5581650"/>
          <p14:tracePt t="104107" x="2763838" y="5538788"/>
          <p14:tracePt t="104113" x="2695575" y="5519738"/>
          <p14:tracePt t="104125" x="2616200" y="5489575"/>
          <p14:tracePt t="104138" x="2597150" y="5476875"/>
          <p14:tracePt t="104159" x="2597150" y="5470525"/>
          <p14:tracePt t="104166" x="2597150" y="5464175"/>
          <p14:tracePt t="104178" x="2597150" y="5457825"/>
          <p14:tracePt t="104192" x="2597150" y="5438775"/>
          <p14:tracePt t="104209" x="2597150" y="5427663"/>
          <p14:tracePt t="104213" x="2597150" y="5421313"/>
          <p14:tracePt t="104230" x="2597150" y="5414963"/>
          <p14:tracePt t="104245" x="2597150" y="5408613"/>
          <p14:tracePt t="104261" x="2590800" y="5408613"/>
          <p14:tracePt t="104276" x="2560638" y="5408613"/>
          <p14:tracePt t="104294" x="2503488" y="5408613"/>
          <p14:tracePt t="104301" x="2454275" y="5408613"/>
          <p14:tracePt t="104312" x="2417763" y="5408613"/>
          <p14:tracePt t="104327" x="2305050" y="5408613"/>
          <p14:tracePt t="104338" x="2206625" y="5408613"/>
          <p14:tracePt t="104346" x="2089150" y="5414963"/>
          <p14:tracePt t="104358" x="1939925" y="5427663"/>
          <p14:tracePt t="104371" x="1624013" y="5457825"/>
          <p14:tracePt t="104378" x="1493838" y="5457825"/>
          <p14:tracePt t="104386" x="1344613" y="5457825"/>
          <p14:tracePt t="104391" x="1214438" y="5457825"/>
          <p14:tracePt t="104396" x="1116013" y="5457825"/>
          <p14:tracePt t="104405" x="1016000" y="5457825"/>
          <p14:tracePt t="104418" x="936625" y="5457825"/>
          <p14:tracePt t="104424" x="879475" y="5451475"/>
          <p14:tracePt t="104430" x="823913" y="5438775"/>
          <p14:tracePt t="104449" x="781050" y="5414963"/>
          <p14:tracePt t="104458" x="762000" y="5402263"/>
          <p14:tracePt t="104464" x="744538" y="5395913"/>
          <p14:tracePt t="104480" x="731838" y="5395913"/>
          <p14:tracePt t="104489" x="712788" y="5389563"/>
          <p14:tracePt t="104502" x="681038" y="5365750"/>
          <p14:tracePt t="104509" x="631825" y="5346700"/>
          <p14:tracePt t="104518" x="619125" y="5334000"/>
          <p14:tracePt t="104524" x="601663" y="5327650"/>
          <p14:tracePt t="104535" x="582613" y="5308600"/>
          <p14:tracePt t="104543" x="563563" y="5302250"/>
          <p14:tracePt t="104558" x="550863" y="5297488"/>
          <p14:tracePt t="104575" x="546100" y="5297488"/>
          <p14:tracePt t="104590" x="539750" y="5297488"/>
          <p14:tracePt t="104647" x="550863" y="5297488"/>
          <p14:tracePt t="104655" x="563563" y="5297488"/>
          <p14:tracePt t="104664" x="576263" y="5297488"/>
          <p14:tracePt t="104673" x="595313" y="5297488"/>
          <p14:tracePt t="104679" x="614363" y="5321300"/>
          <p14:tracePt t="104697" x="663575" y="5395913"/>
          <p14:tracePt t="104708" x="719138" y="5457825"/>
          <p14:tracePt t="104712" x="738188" y="5500688"/>
          <p14:tracePt t="104724" x="787400" y="5568950"/>
          <p14:tracePt t="104742" x="823913" y="5619750"/>
          <p14:tracePt t="104750" x="823913" y="5624513"/>
          <p14:tracePt t="104759" x="830263" y="5630863"/>
          <p14:tracePt t="104829" x="830263" y="5613400"/>
          <p14:tracePt t="104837" x="830263" y="5588000"/>
          <p14:tracePt t="104846" x="830263" y="5551488"/>
          <p14:tracePt t="104858" x="830263" y="5513388"/>
          <p14:tracePt t="104866" x="830263" y="5476875"/>
          <p14:tracePt t="104879" x="830263" y="5402263"/>
          <p14:tracePt t="104891" x="830263" y="5365750"/>
          <p14:tracePt t="104899" x="830263" y="5340350"/>
          <p14:tracePt t="104906" x="830263" y="5308600"/>
          <p14:tracePt t="104916" x="830263" y="5259388"/>
          <p14:tracePt t="104925" x="830263" y="5229225"/>
          <p14:tracePt t="104943" x="830263" y="5216525"/>
          <p14:tracePt t="104958" x="830263" y="5210175"/>
          <p14:tracePt t="105009" x="823913" y="5210175"/>
          <p14:tracePt t="105022" x="823913" y="5222875"/>
          <p14:tracePt t="105026" x="811213" y="5253038"/>
          <p14:tracePt t="105030" x="811213" y="5291138"/>
          <p14:tracePt t="105039" x="811213" y="5353050"/>
          <p14:tracePt t="105046" x="800100" y="5421313"/>
          <p14:tracePt t="105057" x="800100" y="5445125"/>
          <p14:tracePt t="105061" x="800100" y="5494338"/>
          <p14:tracePt t="105075" x="800100" y="5532438"/>
          <p14:tracePt t="105079" x="800100" y="5581650"/>
          <p14:tracePt t="105095" x="800100" y="5637213"/>
          <p14:tracePt t="105109" x="793750" y="5656263"/>
          <p14:tracePt t="105159" x="793750" y="5643563"/>
          <p14:tracePt t="105170" x="781050" y="5619750"/>
          <p14:tracePt t="105181" x="749300" y="5494338"/>
          <p14:tracePt t="105199" x="738188" y="5402263"/>
          <p14:tracePt t="105206" x="725488" y="5334000"/>
          <p14:tracePt t="105219" x="712788" y="5265738"/>
          <p14:tracePt t="105229" x="706438" y="5210175"/>
          <p14:tracePt t="105243" x="693738" y="5129213"/>
          <p14:tracePt t="105248" x="681038" y="5105400"/>
          <p14:tracePt t="105255" x="681038" y="5099050"/>
          <p14:tracePt t="105327" x="681038" y="5105400"/>
          <p14:tracePt t="105340" x="681038" y="5167313"/>
          <p14:tracePt t="105346" x="681038" y="5203825"/>
          <p14:tracePt t="105356" x="681038" y="5240338"/>
          <p14:tracePt t="105369" x="681038" y="5297488"/>
          <p14:tracePt t="105378" x="681038" y="5321300"/>
          <p14:tracePt t="105391" x="681038" y="5346700"/>
          <p14:tracePt t="105409" x="681038" y="5353050"/>
          <p14:tracePt t="105418" x="676275" y="5353050"/>
          <p14:tracePt t="105488" x="676275" y="5340350"/>
          <p14:tracePt t="105495" x="669925" y="5314950"/>
          <p14:tracePt t="105508" x="669925" y="5291138"/>
          <p14:tracePt t="105526" x="669925" y="5278438"/>
          <p14:tracePt t="105575" x="700088" y="5370513"/>
          <p14:tracePt t="105583" x="712788" y="5438775"/>
          <p14:tracePt t="105596" x="762000" y="5643563"/>
          <p14:tracePt t="105609" x="774700" y="5748338"/>
          <p14:tracePt t="105615" x="787400" y="5848350"/>
          <p14:tracePt t="105624" x="800100" y="5946775"/>
          <p14:tracePt t="105630" x="800100" y="6034088"/>
          <p14:tracePt t="105641" x="800100" y="6102350"/>
          <p14:tracePt t="105646" x="800100" y="6115050"/>
          <p14:tracePt t="105655" x="800100" y="6121400"/>
          <p14:tracePt t="105669" x="800100" y="6132513"/>
          <p14:tracePt t="105755" x="793750" y="6132513"/>
          <p14:tracePt t="105783" x="793750" y="6127750"/>
          <p14:tracePt t="105794" x="781050" y="6096000"/>
          <p14:tracePt t="105811" x="774700" y="6008688"/>
          <p14:tracePt t="105816" x="774700" y="5953125"/>
          <p14:tracePt t="105825" x="774700" y="5873750"/>
          <p14:tracePt t="105840" x="774700" y="5643563"/>
          <p14:tracePt t="105845" x="774700" y="5545138"/>
          <p14:tracePt t="105852" x="774700" y="5457825"/>
          <p14:tracePt t="105863" x="774700" y="5389563"/>
          <p14:tracePt t="105874" x="781050" y="5340350"/>
          <p14:tracePt t="105882" x="787400" y="5308600"/>
          <p14:tracePt t="105891" x="787400" y="5302250"/>
          <p14:tracePt t="105895" x="787400" y="5297488"/>
          <p14:tracePt t="105909" x="793750" y="5297488"/>
          <p14:tracePt t="105935" x="800100" y="5297488"/>
          <p14:tracePt t="105947" x="811213" y="5321300"/>
          <p14:tracePt t="105952" x="842963" y="5389563"/>
          <p14:tracePt t="105962" x="842963" y="5427663"/>
          <p14:tracePt t="105975" x="868363" y="5575300"/>
          <p14:tracePt t="105982" x="879475" y="5675313"/>
          <p14:tracePt t="105999" x="879475" y="5878513"/>
          <p14:tracePt t="106013" x="879475" y="6040438"/>
          <p14:tracePt t="106026" x="879475" y="6096000"/>
          <p14:tracePt t="106033" x="879475" y="6108700"/>
          <p14:tracePt t="106040" x="879475" y="6127750"/>
          <p14:tracePt t="106059" x="879475" y="6132513"/>
          <p14:tracePt t="106087" x="874713" y="6115050"/>
          <p14:tracePt t="106097" x="868363" y="6053138"/>
          <p14:tracePt t="106110" x="842963" y="5916613"/>
          <p14:tracePt t="106127" x="842963" y="5829300"/>
          <p14:tracePt t="106136" x="842963" y="5773738"/>
          <p14:tracePt t="106141" x="842963" y="5724525"/>
          <p14:tracePt t="106149" x="842963" y="5675313"/>
          <p14:tracePt t="106167" x="862013" y="5619750"/>
          <p14:tracePt t="106174" x="874713" y="5594350"/>
          <p14:tracePt t="106184" x="892175" y="5575300"/>
          <p14:tracePt t="106193" x="904875" y="5562600"/>
          <p14:tracePt t="106210" x="930275" y="5556250"/>
          <p14:tracePt t="106226" x="936625" y="5551488"/>
          <p14:tracePt t="106245" x="985838" y="5607050"/>
          <p14:tracePt t="106270" x="1060450" y="5737225"/>
          <p14:tracePt t="106276" x="1090613" y="5861050"/>
          <p14:tracePt t="106286" x="1103313" y="5916613"/>
          <p14:tracePt t="106296" x="1116013" y="5984875"/>
          <p14:tracePt t="106310" x="1128713" y="6089650"/>
          <p14:tracePt t="106325" x="1135063" y="6132513"/>
          <p14:tracePt t="106341" x="1139825" y="6151563"/>
          <p14:tracePt t="106359" x="1152525" y="6151563"/>
          <p14:tracePt t="106384" x="1158875" y="6151563"/>
          <p14:tracePt t="106392" x="1165225" y="6145213"/>
          <p14:tracePt t="106407" x="1196975" y="6115050"/>
          <p14:tracePt t="106424" x="1252538" y="6076950"/>
          <p14:tracePt t="106441" x="1357313" y="5991225"/>
          <p14:tracePt t="106447" x="1382713" y="5978525"/>
          <p14:tracePt t="106465" x="1536700" y="5935663"/>
          <p14:tracePt t="106471" x="1704975" y="5891213"/>
          <p14:tracePt t="106486" x="2255838" y="5748338"/>
          <p14:tracePt t="106498" x="2652713" y="5668963"/>
          <p14:tracePt t="106509" x="3557588" y="5562600"/>
          <p14:tracePt t="106524" x="4103688" y="5513388"/>
          <p14:tracePt t="106542" x="5721350" y="5494338"/>
          <p14:tracePt t="106560" x="6632575" y="5494338"/>
          <p14:tracePt t="106576" x="7196138" y="5538788"/>
          <p14:tracePt t="106583" x="7362825" y="5562600"/>
          <p14:tracePt t="106590" x="7512050" y="5575300"/>
          <p14:tracePt t="106596" x="7648575" y="5607050"/>
          <p14:tracePt t="106607" x="7735888" y="5619750"/>
          <p14:tracePt t="106618" x="7742238" y="5619750"/>
          <p14:tracePt t="106712" x="7729538" y="5619750"/>
          <p14:tracePt t="106777" x="7723188" y="5630863"/>
          <p14:tracePt t="106790" x="7685088" y="5686425"/>
          <p14:tracePt t="106805" x="7667625" y="5730875"/>
          <p14:tracePt t="106815" x="7623175" y="5816600"/>
          <p14:tracePt t="106824" x="7593013" y="5873750"/>
          <p14:tracePt t="106842" x="7550150" y="5953125"/>
          <p14:tracePt t="106850" x="7518400" y="5984875"/>
          <p14:tracePt t="106859" x="7499350" y="6021388"/>
          <p14:tracePt t="106869" x="7443788" y="6076950"/>
          <p14:tracePt t="106877" x="7424738" y="6096000"/>
          <p14:tracePt t="106888" x="7388225" y="6108700"/>
          <p14:tracePt t="106906" x="7283450" y="6127750"/>
          <p14:tracePt t="106917" x="7177088" y="6127750"/>
          <p14:tracePt t="106928" x="7140575" y="6127750"/>
          <p14:tracePt t="106936" x="7115175" y="6127750"/>
          <p14:tracePt t="106942" x="7046913" y="6096000"/>
          <p14:tracePt t="106954" x="6991350" y="6059488"/>
          <p14:tracePt t="106963" x="6916738" y="6008688"/>
          <p14:tracePt t="106976" x="6824663" y="5940425"/>
          <p14:tracePt t="106994" x="6756400" y="5878513"/>
          <p14:tracePt t="107000" x="6724650" y="5854700"/>
          <p14:tracePt t="107009" x="6694488" y="5792788"/>
          <p14:tracePt t="107015" x="6675438" y="5767388"/>
          <p14:tracePt t="107029" x="6645275" y="5699125"/>
          <p14:tracePt t="107041" x="6626225" y="5662613"/>
          <p14:tracePt t="107044" x="6626225" y="5643563"/>
          <p14:tracePt t="107058" x="6626225" y="5619750"/>
          <p14:tracePt t="107061" x="6613525" y="5600700"/>
          <p14:tracePt t="107074" x="6613525" y="5588000"/>
          <p14:tracePt t="107079" x="6607175" y="5568950"/>
          <p14:tracePt t="107086" x="6607175" y="5551488"/>
          <p14:tracePt t="107093" x="6607175" y="5545138"/>
          <p14:tracePt t="107109" x="6600825" y="5532438"/>
          <p14:tracePt t="107122" x="6600825" y="5526088"/>
          <p14:tracePt t="107138" x="6588125" y="5526088"/>
          <p14:tracePt t="107145" x="6581775" y="5526088"/>
          <p14:tracePt t="107164" x="6570663" y="5526088"/>
          <p14:tracePt t="107308" x="6570663" y="5545138"/>
          <p14:tracePt t="107319" x="6600825" y="5637213"/>
          <p14:tracePt t="107329" x="6607175" y="5692775"/>
          <p14:tracePt t="107336" x="6619875" y="5743575"/>
          <p14:tracePt t="107352" x="6669088" y="5903913"/>
          <p14:tracePt t="107360" x="6681788" y="5953125"/>
          <p14:tracePt t="107376" x="6724650" y="6115050"/>
          <p14:tracePt t="107393" x="6756400" y="6170613"/>
          <p14:tracePt t="107400" x="6762750" y="6194425"/>
          <p14:tracePt t="107409" x="6762750" y="6226175"/>
          <p14:tracePt t="107423" x="6762750" y="6232525"/>
          <p14:tracePt t="107434" x="6762750" y="6238875"/>
          <p14:tracePt t="107456" x="6756400" y="6238875"/>
          <p14:tracePt t="107465" x="6743700" y="6245225"/>
          <p14:tracePt t="107475" x="6724650" y="6245225"/>
          <p14:tracePt t="107479" x="6707188" y="6256338"/>
          <p14:tracePt t="107491" x="6700838" y="6256338"/>
          <p14:tracePt t="107512" x="6632575" y="6269038"/>
          <p14:tracePt t="107519" x="6581775" y="6269038"/>
          <p14:tracePt t="107531" x="6545263" y="6281738"/>
          <p14:tracePt t="107541" x="6427788" y="6281738"/>
          <p14:tracePt t="107559" x="6334125" y="6281738"/>
          <p14:tracePt t="107576" x="6248400" y="6281738"/>
          <p14:tracePt t="107592" x="6161088" y="6262688"/>
          <p14:tracePt t="107600" x="6124575" y="6256338"/>
          <p14:tracePt t="107607" x="6092825" y="6245225"/>
          <p14:tracePt t="107619" x="6080125" y="6232525"/>
          <p14:tracePt t="107625" x="6062663" y="6213475"/>
          <p14:tracePt t="107636" x="6030913" y="6194425"/>
          <p14:tracePt t="107642" x="6011863" y="6164263"/>
          <p14:tracePt t="107654" x="5988050" y="6121400"/>
          <p14:tracePt t="107663" x="5981700" y="6096000"/>
          <p14:tracePt t="107676" x="5981700" y="6040438"/>
          <p14:tracePt t="107693" x="5969000" y="6015038"/>
          <p14:tracePt t="107696" x="5969000" y="5953125"/>
          <p14:tracePt t="107700" x="5969000" y="5916613"/>
          <p14:tracePt t="107709" x="5975350" y="5848350"/>
          <p14:tracePt t="107725" x="5981700" y="5822950"/>
          <p14:tracePt t="107742" x="6030913" y="5600700"/>
          <p14:tracePt t="107759" x="6067425" y="5445125"/>
          <p14:tracePt t="107774" x="6080125" y="5389563"/>
          <p14:tracePt t="107778" x="6086475" y="5365750"/>
          <p14:tracePt t="107791" x="6092825" y="5321300"/>
          <p14:tracePt t="107808" x="6092825" y="5297488"/>
          <p14:tracePt t="107814" x="6092825" y="5278438"/>
          <p14:tracePt t="107824" x="6092825" y="5272088"/>
          <p14:tracePt t="107829" x="6092825" y="5265738"/>
          <p14:tracePt t="107836" x="6092825" y="5259388"/>
          <p14:tracePt t="107846" x="6092825" y="5246688"/>
          <p14:tracePt t="107858" x="6092825" y="5240338"/>
          <p14:tracePt t="107863" x="6092825" y="5222875"/>
          <p14:tracePt t="107874" x="6092825" y="5210175"/>
          <p14:tracePt t="107880" x="6092825" y="5191125"/>
          <p14:tracePt t="107893" x="6105525" y="5178425"/>
          <p14:tracePt t="107901" x="6105525" y="5173663"/>
          <p14:tracePt t="107922" x="6105525" y="5160963"/>
          <p14:tracePt t="107950" x="6105525" y="5154613"/>
          <p14:tracePt t="108073" x="6105525" y="5167313"/>
          <p14:tracePt t="108085" x="6099175" y="5167313"/>
          <p14:tracePt t="108096" x="6092825" y="5173663"/>
          <p14:tracePt t="108109" x="6086475" y="5173663"/>
          <p14:tracePt t="108140" x="6037263" y="5203825"/>
          <p14:tracePt t="108157" x="5999163" y="5240338"/>
          <p14:tracePt t="108172" x="5956300" y="5265738"/>
          <p14:tracePt t="108178" x="5932488" y="5284788"/>
          <p14:tracePt t="108187" x="5913438" y="5291138"/>
          <p14:tracePt t="108198" x="5888038" y="5302250"/>
          <p14:tracePt t="108207" x="5851525" y="5321300"/>
          <p14:tracePt t="108215" x="5826125" y="5321300"/>
          <p14:tracePt t="108220" x="5807075" y="5321300"/>
          <p14:tracePt t="108231" x="5802313" y="5321300"/>
          <p14:tracePt t="108242" x="5795963" y="5321300"/>
          <p14:tracePt t="108245" x="5789613" y="5321300"/>
          <p14:tracePt t="108261" x="5776913" y="5321300"/>
          <p14:tracePt t="108280" x="5751513" y="5321300"/>
          <p14:tracePt t="108285" x="5745163" y="5321300"/>
          <p14:tracePt t="108298" x="5727700" y="5314950"/>
          <p14:tracePt t="108309" x="5683250" y="5278438"/>
          <p14:tracePt t="108318" x="5665788" y="5272088"/>
          <p14:tracePt t="108327" x="5640388" y="5246688"/>
          <p14:tracePt t="108335" x="5621338" y="5229225"/>
          <p14:tracePt t="108342" x="5603875" y="5210175"/>
          <p14:tracePt t="108350" x="5584825" y="5197475"/>
          <p14:tracePt t="108359" x="5584825" y="5191125"/>
          <p14:tracePt t="108365" x="5578475" y="5184775"/>
          <p14:tracePt t="108374" x="5572125" y="5178425"/>
          <p14:tracePt t="108394" x="5572125" y="5173663"/>
          <p14:tracePt t="108398" x="5572125" y="5167313"/>
          <p14:tracePt t="108444" x="5572125" y="5160963"/>
          <p14:tracePt t="108463" x="5565775" y="5148263"/>
          <p14:tracePt t="108478" x="5565775" y="5135563"/>
          <p14:tracePt t="108502" x="5565775" y="5129213"/>
          <p14:tracePt t="108518" x="5565775" y="5122863"/>
          <p14:tracePt t="108610" x="5565775" y="5129213"/>
          <p14:tracePt t="108622" x="5565775" y="5135563"/>
          <p14:tracePt t="108634" x="5572125" y="5135563"/>
          <p14:tracePt t="108646" x="5572125" y="5141913"/>
          <p14:tracePt t="108726" x="5578475" y="5141913"/>
          <p14:tracePt t="108734" x="5584825" y="5148263"/>
          <p14:tracePt t="108741" x="5597525" y="5148263"/>
          <p14:tracePt t="108759" x="5603875" y="5160963"/>
          <p14:tracePt t="108776" x="5610225" y="5167313"/>
          <p14:tracePt t="108792" x="5614988" y="5173663"/>
          <p14:tracePt t="108796" x="5614988" y="5178425"/>
          <p14:tracePt t="108809" x="5621338" y="5178425"/>
          <p14:tracePt t="108812" x="5621338" y="5184775"/>
          <p14:tracePt t="108839" x="5621338" y="5191125"/>
          <p14:tracePt t="108846" x="5627688" y="5191125"/>
          <p14:tracePt t="108911" x="5627688" y="5197475"/>
          <p14:tracePt t="108932" x="5627688" y="5210175"/>
          <p14:tracePt t="109564" x="5627688" y="5222875"/>
          <p14:tracePt t="109574" x="5627688" y="5259388"/>
          <p14:tracePt t="109582" x="5627688" y="5308600"/>
          <p14:tracePt t="109590" x="5614988" y="5376863"/>
          <p14:tracePt t="109596" x="5603875" y="5464175"/>
          <p14:tracePt t="109603" x="5591175" y="5551488"/>
          <p14:tracePt t="109609" x="5584825" y="5600700"/>
          <p14:tracePt t="109621" x="5572125" y="5656263"/>
          <p14:tracePt t="109630" x="5559425" y="5681663"/>
          <p14:tracePt t="109648" x="5559425" y="5692775"/>
          <p14:tracePt t="109719" x="5565775" y="5686425"/>
          <p14:tracePt t="109734" x="5572125" y="5681663"/>
          <p14:tracePt t="109744" x="5578475" y="5675313"/>
          <p14:tracePt t="109771" x="5584825" y="5668963"/>
          <p14:tracePt t="109864" x="5584825" y="5662613"/>
          <p14:tracePt t="109874" x="5584825" y="5656263"/>
          <p14:tracePt t="109882" x="5584825" y="5649913"/>
          <p14:tracePt t="109888" x="5584825" y="5637213"/>
          <p14:tracePt t="109903" x="5584825" y="5619750"/>
          <p14:tracePt t="109917" x="5584825" y="5613400"/>
          <p14:tracePt t="109924" x="5584825" y="5607050"/>
          <p14:tracePt t="109934" x="5584825" y="5588000"/>
          <p14:tracePt t="109950" x="5584825" y="5581650"/>
          <p14:tracePt t="109966" x="5584825" y="5575300"/>
          <p14:tracePt t="109974" x="5584825" y="5568950"/>
          <p14:tracePt t="110000" x="5584825" y="5562600"/>
          <p14:tracePt t="110015" x="5578475" y="5556250"/>
          <p14:tracePt t="110023" x="5578475" y="5551488"/>
          <p14:tracePt t="110030" x="5578475" y="5538788"/>
          <p14:tracePt t="110045" x="5572125" y="5532438"/>
          <p14:tracePt t="110053" x="5572125" y="5526088"/>
          <p14:tracePt t="110061" x="5572125" y="5519738"/>
          <p14:tracePt t="110088" x="5572125" y="5513388"/>
          <p14:tracePt t="110476" x="5559425" y="5513388"/>
          <p14:tracePt t="110584" x="5553075" y="5494338"/>
          <p14:tracePt t="110594" x="5535613" y="5483225"/>
          <p14:tracePt t="110599" x="5529263" y="5464175"/>
          <p14:tracePt t="110605" x="5529263" y="5457825"/>
          <p14:tracePt t="110622" x="5516563" y="5438775"/>
          <p14:tracePt t="110632" x="5510213" y="5432425"/>
          <p14:tracePt t="110648" x="5497513" y="5427663"/>
          <p14:tracePt t="110750" x="5497513" y="5421313"/>
          <p14:tracePt t="110763" x="5491163" y="5421313"/>
          <p14:tracePt t="110773" x="5491163" y="5414963"/>
          <p14:tracePt t="110783" x="5484813" y="5408613"/>
          <p14:tracePt t="110801" x="5480050" y="5402263"/>
          <p14:tracePt t="110815" x="5473700" y="5389563"/>
          <p14:tracePt t="110830" x="5467350" y="5383213"/>
          <p14:tracePt t="110842" x="5467350" y="5376863"/>
          <p14:tracePt t="110862" x="5467350" y="5370513"/>
          <p14:tracePt t="110878" x="5467350" y="5365750"/>
          <p14:tracePt t="110881" x="5467350" y="5359400"/>
          <p14:tracePt t="110888" x="5461000" y="5353050"/>
          <p14:tracePt t="110902" x="5461000" y="5327650"/>
          <p14:tracePt t="110916" x="5461000" y="5302250"/>
          <p14:tracePt t="110933" x="5461000" y="5297488"/>
          <p14:tracePt t="110943" x="5461000" y="5291138"/>
          <p14:tracePt t="110959" x="5461000" y="5278438"/>
          <p14:tracePt t="110983" x="5467350" y="5253038"/>
          <p14:tracePt t="110991" x="5480050" y="5240338"/>
          <p14:tracePt t="111008" x="5516563" y="5222875"/>
          <p14:tracePt t="111017" x="5529263" y="5203825"/>
          <p14:tracePt t="111025" x="5559425" y="5197475"/>
          <p14:tracePt t="111039" x="5578475" y="5191125"/>
          <p14:tracePt t="111049" x="5621338" y="5173663"/>
          <p14:tracePt t="111058" x="5646738" y="5160963"/>
          <p14:tracePt t="111065" x="5665788" y="5160963"/>
          <p14:tracePt t="111069" x="5672138" y="5160963"/>
          <p14:tracePt t="111082" x="5683250" y="5154613"/>
          <p14:tracePt t="111091" x="5689600" y="5154613"/>
          <p14:tracePt t="111112" x="5715000" y="5154613"/>
          <p14:tracePt t="111118" x="5721350" y="5154613"/>
          <p14:tracePt t="111128" x="5727700" y="5154613"/>
          <p14:tracePt t="111143" x="5745163" y="5154613"/>
          <p14:tracePt t="111153" x="5751513" y="5154613"/>
          <p14:tracePt t="111159" x="5764213" y="5154613"/>
          <p14:tracePt t="111169" x="5770563" y="5154613"/>
          <p14:tracePt t="111185" x="5802313" y="5154613"/>
          <p14:tracePt t="111191" x="5819775" y="5154613"/>
          <p14:tracePt t="111200" x="5832475" y="5154613"/>
          <p14:tracePt t="111209" x="5851525" y="5154613"/>
          <p14:tracePt t="111216" x="5857875" y="5154613"/>
          <p14:tracePt t="111219" x="5864225" y="5148263"/>
          <p14:tracePt t="111229" x="5868988" y="5148263"/>
          <p14:tracePt t="111242" x="5875338" y="5148263"/>
          <p14:tracePt t="111259" x="5888038" y="5148263"/>
          <p14:tracePt t="111277" x="5894388" y="5148263"/>
          <p14:tracePt t="111292" x="5900738" y="5148263"/>
          <p14:tracePt t="111315" x="5913438" y="5148263"/>
          <p14:tracePt t="111325" x="5919788" y="5148263"/>
          <p14:tracePt t="111347" x="5988050" y="5148263"/>
          <p14:tracePt t="111359" x="6062663" y="5148263"/>
          <p14:tracePt t="111376" x="6154738" y="5148263"/>
          <p14:tracePt t="111399" x="6272213" y="5148263"/>
          <p14:tracePt t="111405" x="6389688" y="5148263"/>
          <p14:tracePt t="111418" x="6440488" y="5148263"/>
          <p14:tracePt t="111431" x="6508750" y="5148263"/>
          <p14:tracePt t="111450" x="6570663" y="5135563"/>
          <p14:tracePt t="111465" x="6632575" y="5135563"/>
          <p14:tracePt t="111472" x="6669088" y="5135563"/>
          <p14:tracePt t="111475" x="6688138" y="5135563"/>
          <p14:tracePt t="111486" x="6700838" y="5135563"/>
          <p14:tracePt t="111494" x="6731000" y="5135563"/>
          <p14:tracePt t="111512" x="6762750" y="5135563"/>
          <p14:tracePt t="111528" x="6792913" y="5135563"/>
          <p14:tracePt t="111545" x="6811963" y="5135563"/>
          <p14:tracePt t="111563" x="6854825" y="5135563"/>
          <p14:tracePt t="111566" x="6873875" y="5135563"/>
          <p14:tracePt t="111576" x="6880225" y="5135563"/>
          <p14:tracePt t="111593" x="6886575" y="5135563"/>
          <p14:tracePt t="111687" x="6873875" y="5135563"/>
          <p14:tracePt t="111699" x="6831013" y="5141913"/>
          <p14:tracePt t="111705" x="6792913" y="5160963"/>
          <p14:tracePt t="111719" x="6681788" y="5178425"/>
          <p14:tracePt t="111734" x="6496050" y="5246688"/>
          <p14:tracePt t="111744" x="6359525" y="5272088"/>
          <p14:tracePt t="111758" x="6210300" y="5297488"/>
          <p14:tracePt t="111776" x="5956300" y="5353050"/>
          <p14:tracePt t="111793" x="5702300" y="5376863"/>
          <p14:tracePt t="111811" x="5516563" y="5402263"/>
          <p14:tracePt t="111870" x="5529263" y="5408613"/>
          <p14:tracePt t="111882" x="5553075" y="5421313"/>
          <p14:tracePt t="111894" x="5584825" y="5432425"/>
          <p14:tracePt t="111902" x="5603875" y="5445125"/>
          <p14:tracePt t="111908" x="5627688" y="5451475"/>
          <p14:tracePt t="111925" x="5683250" y="5457825"/>
          <p14:tracePt t="111936" x="5745163" y="5470525"/>
          <p14:tracePt t="111949" x="5851525" y="5470525"/>
          <p14:tracePt t="111958" x="5919788" y="5470525"/>
          <p14:tracePt t="111970" x="5943600" y="5470525"/>
          <p14:tracePt t="111982" x="6043613" y="5470525"/>
          <p14:tracePt t="111992" x="6111875" y="5470525"/>
          <p14:tracePt t="112001" x="6161088" y="5470525"/>
          <p14:tracePt t="112008" x="6210300" y="5470525"/>
          <p14:tracePt t="112012" x="6265863" y="5470525"/>
          <p14:tracePt t="112025" x="6291263" y="5470525"/>
          <p14:tracePt t="112029" x="6316663" y="5470525"/>
          <p14:tracePt t="112042" x="6323013" y="5470525"/>
          <p14:tracePt t="112058" x="6353175" y="5457825"/>
          <p14:tracePt t="112063" x="6365875" y="5451475"/>
          <p14:tracePt t="112070" x="6372225" y="5451475"/>
          <p14:tracePt t="112078" x="6378575" y="5451475"/>
          <p14:tracePt t="112093" x="6389688" y="5445125"/>
          <p14:tracePt t="112109" x="6402388" y="5438775"/>
          <p14:tracePt t="112131" x="6440488" y="5432425"/>
          <p14:tracePt t="112143" x="6453188" y="5432425"/>
          <p14:tracePt t="112148" x="6496050" y="5414963"/>
          <p14:tracePt t="112164" x="6538913" y="5395913"/>
          <p14:tracePt t="112179" x="6557963" y="5395913"/>
          <p14:tracePt t="112182" x="6594475" y="5389563"/>
          <p14:tracePt t="112191" x="6626225" y="5376863"/>
          <p14:tracePt t="112197" x="6638925" y="5370513"/>
          <p14:tracePt t="112209" x="6656388" y="5370513"/>
          <p14:tracePt t="112213" x="6681788" y="5359400"/>
          <p14:tracePt t="112226" x="6711950" y="5353050"/>
          <p14:tracePt t="112230" x="6724650" y="5340350"/>
          <p14:tracePt t="112239" x="6743700" y="5340350"/>
          <p14:tracePt t="112249" x="6762750" y="5334000"/>
          <p14:tracePt t="112264" x="6769100" y="5327650"/>
          <p14:tracePt t="112275" x="6775450" y="5321300"/>
          <p14:tracePt t="112292" x="6780213" y="5314950"/>
          <p14:tracePt t="112309" x="6786563" y="5297488"/>
          <p14:tracePt t="112327" x="6786563" y="5291138"/>
          <p14:tracePt t="112368" x="6786563" y="5284788"/>
          <p14:tracePt t="112375" x="6786563" y="5278438"/>
          <p14:tracePt t="112384" x="6786563" y="5265738"/>
          <p14:tracePt t="112392" x="6786563" y="5246688"/>
          <p14:tracePt t="112410" x="6750050" y="5210175"/>
          <p14:tracePt t="112414" x="6711950" y="5178425"/>
          <p14:tracePt t="112421" x="6681788" y="5154613"/>
          <p14:tracePt t="112429" x="6626225" y="5116513"/>
          <p14:tracePt t="112438" x="6594475" y="5099050"/>
          <p14:tracePt t="112449" x="6557963" y="5086350"/>
          <p14:tracePt t="112456" x="6526213" y="5067300"/>
          <p14:tracePt t="112467" x="6489700" y="5060950"/>
          <p14:tracePt t="112472" x="6470650" y="5043488"/>
          <p14:tracePt t="112478" x="6446838" y="5037138"/>
          <p14:tracePt t="112486" x="6427788" y="5024438"/>
          <p14:tracePt t="112517" x="6415088" y="5011738"/>
          <p14:tracePt t="112532" x="6415088" y="5005388"/>
          <p14:tracePt t="112566" x="6434138" y="5005388"/>
          <p14:tracePt t="112573" x="6453188" y="5018088"/>
          <p14:tracePt t="112584" x="6470650" y="5030788"/>
          <p14:tracePt t="112598" x="6515100" y="5080000"/>
          <p14:tracePt t="112606" x="6532563" y="5099050"/>
          <p14:tracePt t="112612" x="6538913" y="5122863"/>
          <p14:tracePt t="112619" x="6557963" y="5154613"/>
          <p14:tracePt t="112636" x="6570663" y="5191125"/>
          <p14:tracePt t="112642" x="6577013" y="5210175"/>
          <p14:tracePt t="112651" x="6577013" y="5222875"/>
          <p14:tracePt t="112661" x="6588125" y="5278438"/>
          <p14:tracePt t="112678" x="6588125" y="5302250"/>
          <p14:tracePt t="112689" x="6588125" y="5365750"/>
          <p14:tracePt t="112696" x="6588125" y="5402263"/>
          <p14:tracePt t="112704" x="6588125" y="5432425"/>
          <p14:tracePt t="112711" x="6588125" y="5470525"/>
          <p14:tracePt t="112719" x="6581775" y="5483225"/>
          <p14:tracePt t="112726" x="6577013" y="5489575"/>
          <p14:tracePt t="112741" x="6564313" y="5507038"/>
          <p14:tracePt t="112746" x="6557963" y="5507038"/>
          <p14:tracePt t="112767" x="6557963" y="5513388"/>
          <p14:tracePt t="112807" x="6557963" y="5500688"/>
          <p14:tracePt t="112816" x="6557963" y="5483225"/>
          <p14:tracePt t="112827" x="6557963" y="5464175"/>
          <p14:tracePt t="112831" x="6557963" y="5438775"/>
          <p14:tracePt t="112838" x="6557963" y="5432425"/>
          <p14:tracePt t="112849" x="6557963" y="5427663"/>
          <p14:tracePt t="112862" x="6570663" y="5414963"/>
          <p14:tracePt t="112889" x="6600825" y="5383213"/>
          <p14:tracePt t="112902" x="6626225" y="5365750"/>
          <p14:tracePt t="112912" x="6638925" y="5359400"/>
          <p14:tracePt t="112922" x="6650038" y="5353050"/>
          <p14:tracePt t="112933" x="6656388" y="5346700"/>
          <p14:tracePt t="112959" x="6662738" y="5346700"/>
          <p14:tracePt t="113080" x="6662738" y="5334000"/>
          <p14:tracePt t="113092" x="6669088" y="5327650"/>
          <p14:tracePt t="113457" x="6675438" y="5327650"/>
          <p14:tracePt t="113469" x="6675438" y="5340350"/>
          <p14:tracePt t="113474" x="6681788" y="5346700"/>
          <p14:tracePt t="113482" x="6681788" y="5353050"/>
          <p14:tracePt t="113493" x="6694488" y="5383213"/>
          <p14:tracePt t="113511" x="6694488" y="5427663"/>
          <p14:tracePt t="113526" x="6694488" y="5500688"/>
          <p14:tracePt t="113543" x="6694488" y="5607050"/>
          <p14:tracePt t="113560" x="6694488" y="5681663"/>
          <p14:tracePt t="113576" x="6675438" y="5767388"/>
          <p14:tracePt t="113593" x="6650038" y="5835650"/>
          <p14:tracePt t="113599" x="6638925" y="5854700"/>
          <p14:tracePt t="113609" x="6607175" y="5897563"/>
          <p14:tracePt t="113618" x="6594475" y="5910263"/>
          <p14:tracePt t="113621" x="6564313" y="5922963"/>
          <p14:tracePt t="113629" x="6538913" y="5940425"/>
          <p14:tracePt t="113644" x="6496050" y="5946775"/>
          <p14:tracePt t="113661" x="6453188" y="5946775"/>
          <p14:tracePt t="113677" x="6389688" y="5946775"/>
          <p14:tracePt t="113689" x="6359525" y="5946775"/>
          <p14:tracePt t="113697" x="6323013" y="5946775"/>
          <p14:tracePt t="113705" x="6297613" y="5946775"/>
          <p14:tracePt t="113710" x="6259513" y="5946775"/>
          <p14:tracePt t="113717" x="6210300" y="5946775"/>
          <p14:tracePt t="113726" x="6186488" y="5946775"/>
          <p14:tracePt t="113742" x="6118225" y="5929313"/>
          <p14:tracePt t="113760" x="6056313" y="5916613"/>
          <p14:tracePt t="113776" x="5988050" y="5910263"/>
          <p14:tracePt t="113783" x="5962650" y="5910263"/>
          <p14:tracePt t="113799" x="5919788" y="5897563"/>
          <p14:tracePt t="113810" x="5894388" y="5897563"/>
          <p14:tracePt t="113822" x="5851525" y="5891213"/>
          <p14:tracePt t="113829" x="5826125" y="5891213"/>
          <p14:tracePt t="113839" x="5807075" y="5891213"/>
          <p14:tracePt t="113847" x="5802313" y="5884863"/>
          <p14:tracePt t="113853" x="5795963" y="5884863"/>
          <p14:tracePt t="113861" x="5789613" y="5884863"/>
          <p14:tracePt t="113885" x="5783263" y="5884863"/>
          <p14:tracePt t="113895" x="5776913" y="5873750"/>
          <p14:tracePt t="113911" x="5745163" y="5873750"/>
          <p14:tracePt t="113929" x="5702300" y="5873750"/>
          <p14:tracePt t="113943" x="5659438" y="5867400"/>
          <p14:tracePt t="113948" x="5627688" y="5867400"/>
          <p14:tracePt t="113960" x="5603875" y="5861050"/>
          <p14:tracePt t="113975" x="5578475" y="5861050"/>
          <p14:tracePt t="113992" x="5559425" y="5861050"/>
          <p14:tracePt t="113999" x="5553075" y="5861050"/>
          <p14:tracePt t="114008" x="5541963" y="5861050"/>
          <p14:tracePt t="114021" x="5535613" y="5861050"/>
          <p14:tracePt t="114029" x="5529263" y="5861050"/>
          <p14:tracePt t="114042" x="5522913" y="5861050"/>
          <p14:tracePt t="114045" x="5516563" y="5867400"/>
          <p14:tracePt t="114059" x="5510213" y="5878513"/>
          <p14:tracePt t="114077" x="5480050" y="5940425"/>
          <p14:tracePt t="114091" x="5473700" y="5946775"/>
          <p14:tracePt t="114098" x="5467350" y="5965825"/>
          <p14:tracePt t="114102" x="5461000" y="5972175"/>
          <p14:tracePt t="114112" x="5461000" y="5984875"/>
          <p14:tracePt t="114126" x="5454650" y="6002338"/>
          <p14:tracePt t="114145" x="5448300" y="6002338"/>
          <p14:tracePt t="114166" x="5448300" y="6008688"/>
          <p14:tracePt t="114248" x="5448300" y="6002338"/>
          <p14:tracePt t="114259" x="5454650" y="5991225"/>
          <p14:tracePt t="114273" x="5484813" y="5978525"/>
          <p14:tracePt t="114286" x="5529263" y="5965825"/>
          <p14:tracePt t="114295" x="5546725" y="5965825"/>
          <p14:tracePt t="114310" x="5565775" y="5959475"/>
          <p14:tracePt t="114319" x="5584825" y="5965825"/>
          <p14:tracePt t="114327" x="5591175" y="5965825"/>
          <p14:tracePt t="114339" x="5627688" y="5978525"/>
          <p14:tracePt t="114346" x="5683250" y="6002338"/>
          <p14:tracePt t="114350" x="5708650" y="6021388"/>
          <p14:tracePt t="114369" x="5776913" y="6046788"/>
          <p14:tracePt t="114383" x="5851525" y="6076950"/>
          <p14:tracePt t="114399" x="5919788" y="6096000"/>
          <p14:tracePt t="114406" x="5937250" y="6108700"/>
          <p14:tracePt t="114420" x="5975350" y="6108700"/>
          <p14:tracePt t="114425" x="5988050" y="6115050"/>
          <p14:tracePt t="114431" x="6018213" y="6115050"/>
          <p14:tracePt t="114439" x="6030913" y="6115050"/>
          <p14:tracePt t="114448" x="6037263" y="6115050"/>
          <p14:tracePt t="114544" x="6024563" y="6115050"/>
          <p14:tracePt t="114555" x="6005513" y="6102350"/>
          <p14:tracePt t="114561" x="5981700" y="6096000"/>
          <p14:tracePt t="114567" x="5962650" y="6089650"/>
          <p14:tracePt t="114574" x="5943600" y="6076950"/>
          <p14:tracePt t="114590" x="5926138" y="6070600"/>
          <p14:tracePt t="114594" x="5913438" y="6064250"/>
          <p14:tracePt t="114605" x="5868988" y="6046788"/>
          <p14:tracePt t="114613" x="5851525" y="6034088"/>
          <p14:tracePt t="114621" x="5819775" y="6027738"/>
          <p14:tracePt t="114631" x="5813425" y="6021388"/>
          <p14:tracePt t="114635" x="5807075" y="6015038"/>
          <p14:tracePt t="114646" x="5802313" y="6015038"/>
          <p14:tracePt t="114661" x="5795963" y="6015038"/>
          <p14:tracePt t="114678" x="5795963" y="6002338"/>
          <p14:tracePt t="114720" x="5802313" y="5991225"/>
          <p14:tracePt t="114732" x="5857875" y="5959475"/>
          <p14:tracePt t="114743" x="5894388" y="5953125"/>
          <p14:tracePt t="114760" x="5988050" y="5935663"/>
          <p14:tracePt t="114768" x="6018213" y="5935663"/>
          <p14:tracePt t="114782" x="6067425" y="5935663"/>
          <p14:tracePt t="114790" x="6092825" y="5935663"/>
          <p14:tracePt t="114798" x="6135688" y="5935663"/>
          <p14:tracePt t="114809" x="6173788" y="5946775"/>
          <p14:tracePt t="114818" x="6210300" y="5953125"/>
          <p14:tracePt t="114821" x="6235700" y="5965825"/>
          <p14:tracePt t="114829" x="6265863" y="5965825"/>
          <p14:tracePt t="114843" x="6303963" y="5972175"/>
          <p14:tracePt t="114863" x="6316663" y="5978525"/>
          <p14:tracePt t="114869" x="6323013" y="5978525"/>
          <p14:tracePt t="114945" x="6297613" y="5978525"/>
          <p14:tracePt t="114955" x="6278563" y="5978525"/>
          <p14:tracePt t="114967" x="6203950" y="5965825"/>
          <p14:tracePt t="114981" x="6142038" y="5959475"/>
          <p14:tracePt t="114993" x="6111875" y="5959475"/>
          <p14:tracePt t="115008" x="6086475" y="5946775"/>
          <p14:tracePt t="115013" x="6080125" y="5946775"/>
          <p14:tracePt t="115072" x="6080125" y="5953125"/>
          <p14:tracePt t="115085" x="6105525" y="5953125"/>
          <p14:tracePt t="115096" x="6197600" y="5984875"/>
          <p14:tracePt t="115111" x="6291263" y="6002338"/>
          <p14:tracePt t="115124" x="6359525" y="6027738"/>
          <p14:tracePt t="115136" x="6389688" y="6034088"/>
          <p14:tracePt t="115141" x="6427788" y="6046788"/>
          <p14:tracePt t="115146" x="6453188" y="6053138"/>
          <p14:tracePt t="115150" x="6470650" y="6059488"/>
          <p14:tracePt t="115160" x="6483350" y="6059488"/>
          <p14:tracePt t="115164" x="6496050" y="6059488"/>
          <p14:tracePt t="115219" x="6489700" y="6059488"/>
          <p14:tracePt t="115230" x="6446838" y="6059488"/>
          <p14:tracePt t="115245" x="6396038" y="6046788"/>
          <p14:tracePt t="115261" x="6359525" y="6046788"/>
          <p14:tracePt t="115279" x="6284913" y="6040438"/>
          <p14:tracePt t="115283" x="6272213" y="6027738"/>
          <p14:tracePt t="115319" x="6272213" y="6021388"/>
          <p14:tracePt t="115332" x="6284913" y="6008688"/>
          <p14:tracePt t="115343" x="6303963" y="6002338"/>
          <p14:tracePt t="115363" x="6346825" y="5991225"/>
          <p14:tracePt t="115366" x="6384925" y="5984875"/>
          <p14:tracePt t="115376" x="6421438" y="5984875"/>
          <p14:tracePt t="115399" x="6688138" y="5946775"/>
          <p14:tracePt t="115406" x="6756400" y="5935663"/>
          <p14:tracePt t="115412" x="6842125" y="5922963"/>
          <p14:tracePt t="115423" x="6910388" y="5922963"/>
          <p14:tracePt t="115431" x="6929438" y="5922963"/>
          <p14:tracePt t="115436" x="6942138" y="5922963"/>
          <p14:tracePt t="115450" x="6948488" y="5929313"/>
          <p14:tracePt t="115486" x="6948488" y="5940425"/>
          <p14:tracePt t="115495" x="6942138" y="5946775"/>
          <p14:tracePt t="115514" x="6886575" y="5953125"/>
          <p14:tracePt t="115529" x="6780213" y="5978525"/>
          <p14:tracePt t="115550" x="6607175" y="5991225"/>
          <p14:tracePt t="115559" x="6557963" y="5991225"/>
          <p14:tracePt t="115567" x="6508750" y="5991225"/>
          <p14:tracePt t="115587" x="6440488" y="5984875"/>
          <p14:tracePt t="115592" x="6434138" y="5984875"/>
          <p14:tracePt t="115622" x="6434138" y="5978525"/>
          <p14:tracePt t="115633" x="6453188" y="5972175"/>
          <p14:tracePt t="115645" x="6515100" y="5959475"/>
          <p14:tracePt t="115663" x="6588125" y="5959475"/>
          <p14:tracePt t="115673" x="6656388" y="5946775"/>
          <p14:tracePt t="115679" x="6756400" y="5946775"/>
          <p14:tracePt t="115690" x="6854825" y="5946775"/>
          <p14:tracePt t="115695" x="6954838" y="5946775"/>
          <p14:tracePt t="115705" x="7035800" y="5946775"/>
          <p14:tracePt t="115713" x="7121525" y="5946775"/>
          <p14:tracePt t="115727" x="7153275" y="5946775"/>
          <p14:tracePt t="115745" x="7159625" y="5946775"/>
          <p14:tracePt t="115784" x="7146925" y="5953125"/>
          <p14:tracePt t="115798" x="7078663" y="5978525"/>
          <p14:tracePt t="115807" x="7053263" y="5978525"/>
          <p14:tracePt t="115815" x="7016750" y="5978525"/>
          <p14:tracePt t="115821" x="6967538" y="5991225"/>
          <p14:tracePt t="115829" x="6910388" y="6002338"/>
          <p14:tracePt t="115842" x="6854825" y="6008688"/>
          <p14:tracePt t="115845" x="6831013" y="6008688"/>
          <p14:tracePt t="115860" x="6792913" y="6008688"/>
          <p14:tracePt t="115876" x="6750050" y="6008688"/>
          <p14:tracePt t="115894" x="6743700" y="6008688"/>
          <p14:tracePt t="115928" x="6756400" y="6002338"/>
          <p14:tracePt t="115942" x="6762750" y="5984875"/>
          <p14:tracePt t="115952" x="6799263" y="5972175"/>
          <p14:tracePt t="115961" x="6837363" y="5946775"/>
          <p14:tracePt t="115977" x="6929438" y="5916613"/>
          <p14:tracePt t="115981" x="6985000" y="5897563"/>
          <p14:tracePt t="115991" x="7040563" y="5884863"/>
          <p14:tracePt t="116002" x="7097713" y="5873750"/>
          <p14:tracePt t="116013" x="7108825" y="5873750"/>
          <p14:tracePt t="116088" x="7091363" y="5884863"/>
          <p14:tracePt t="116102" x="7065963" y="5897563"/>
          <p14:tracePt t="116112" x="7053263" y="5910263"/>
          <p14:tracePt t="116126" x="7035800" y="5910263"/>
          <p14:tracePt t="116132" x="7016750" y="5910263"/>
          <p14:tracePt t="116141" x="7004050" y="5916613"/>
          <p14:tracePt t="116150" x="6997700" y="5916613"/>
          <p14:tracePt t="116167" x="6985000" y="5916613"/>
          <p14:tracePt t="116247" x="6991350" y="5916613"/>
          <p14:tracePt t="116258" x="6997700" y="5916613"/>
          <p14:tracePt t="116279" x="6997700" y="5910263"/>
          <p14:tracePt t="116291" x="7004050" y="5910263"/>
          <p14:tracePt t="116763" x="6997700" y="5910263"/>
          <p14:tracePt t="116776" x="6985000" y="5910263"/>
          <p14:tracePt t="116792" x="6916738" y="5935663"/>
          <p14:tracePt t="116801" x="6861175" y="5946775"/>
          <p14:tracePt t="116817" x="6792913" y="5965825"/>
          <p14:tracePt t="116825" x="6769100" y="5965825"/>
          <p14:tracePt t="116830" x="6750050" y="5972175"/>
          <p14:tracePt t="116839" x="6724650" y="5972175"/>
          <p14:tracePt t="116847" x="6707188" y="5972175"/>
          <p14:tracePt t="116861" x="6688138" y="5972175"/>
          <p14:tracePt t="116878" x="6681788" y="5972175"/>
          <p14:tracePt t="116885" x="6662738" y="5972175"/>
          <p14:tracePt t="116903" x="6656388" y="5972175"/>
          <p14:tracePt t="116919" x="6650038" y="5984875"/>
          <p14:tracePt t="116928" x="6645275" y="5984875"/>
          <p14:tracePt t="116945" x="6638925" y="5991225"/>
          <p14:tracePt t="116962" x="6632575" y="5991225"/>
          <p14:tracePt t="116983" x="6619875" y="5991225"/>
          <p14:tracePt t="116994" x="6619875" y="5997575"/>
          <p14:tracePt t="117042" x="6626225" y="5984875"/>
          <p14:tracePt t="117051" x="6645275" y="5959475"/>
          <p14:tracePt t="117060" x="6681788" y="5891213"/>
          <p14:tracePt t="117077" x="6700838" y="5867400"/>
          <p14:tracePt t="117093" x="6707188" y="5861050"/>
          <p14:tracePt t="117112" x="6711950" y="5854700"/>
          <p14:tracePt t="117224" x="6707188" y="5854700"/>
          <p14:tracePt t="117234" x="6694488" y="5861050"/>
          <p14:tracePt t="117250" x="6681788" y="5867400"/>
          <p14:tracePt t="117254" x="6675438" y="5867400"/>
          <p14:tracePt t="117265" x="6669088" y="5873750"/>
          <p14:tracePt t="117279" x="6662738" y="5878513"/>
          <p14:tracePt t="117285" x="6656388" y="5884863"/>
          <p14:tracePt t="117295" x="6645275" y="5884863"/>
          <p14:tracePt t="117308" x="6638925" y="5897563"/>
          <p14:tracePt t="117323" x="6632575" y="5903913"/>
          <p14:tracePt t="117329" x="6626225" y="5903913"/>
          <p14:tracePt t="117336" x="6619875" y="5910263"/>
          <p14:tracePt t="117349" x="6577013" y="5953125"/>
          <p14:tracePt t="117360" x="6515100" y="6002338"/>
          <p14:tracePt t="117378" x="6421438" y="6064250"/>
          <p14:tracePt t="117382" x="6327775" y="6115050"/>
          <p14:tracePt t="117394" x="6192838" y="6200775"/>
          <p14:tracePt t="117411" x="5621338" y="6430963"/>
          <p14:tracePt t="117420" x="5405438" y="6516688"/>
          <p14:tracePt t="117432" x="5168900" y="6578600"/>
          <p14:tracePt t="117444" x="4487863" y="6697663"/>
          <p14:tracePt t="117462" x="3811588" y="679608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53669B-892A-4152-811D-82CDC4A71E02}"/>
              </a:ext>
            </a:extLst>
          </p:cNvPr>
          <p:cNvSpPr txBox="1"/>
          <p:nvPr/>
        </p:nvSpPr>
        <p:spPr>
          <a:xfrm>
            <a:off x="451102" y="398484"/>
            <a:ext cx="11027845" cy="95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spcAft>
                <a:spcPts val="500"/>
              </a:spcAft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A Boundary-Point Unit Process: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Aft>
                <a:spcPts val="5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angle at point P is known</a:t>
            </a:r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F9851-014D-460B-89F1-266F2C83A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56" y="428912"/>
            <a:ext cx="2387877" cy="378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8FC3AF-8AD9-437F-B94F-16D33CBFE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382" y="507281"/>
            <a:ext cx="2052669" cy="807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D6816B-E55D-46C6-A2EC-C9BF972AC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596" y="770692"/>
            <a:ext cx="1401849" cy="521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063A39D-EDEB-4A95-A2BF-7263EC1B3A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41BB36-42E9-4F77-8897-7A6B09D1EC9E}"/>
              </a:ext>
            </a:extLst>
          </p:cNvPr>
          <p:cNvSpPr txBox="1">
            <a:spLocks/>
          </p:cNvSpPr>
          <p:nvPr/>
        </p:nvSpPr>
        <p:spPr>
          <a:xfrm>
            <a:off x="481852" y="1354526"/>
            <a:ext cx="112282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 Free-Surface Point-Unit Process :</a:t>
            </a:r>
          </a:p>
          <a:p>
            <a:pPr marL="0" indent="0">
              <a:spcBef>
                <a:spcPts val="0"/>
              </a:spcBef>
              <a:spcAft>
                <a:spcPts val="500"/>
              </a:spcAft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Mach number and the value of the Prandtl-Meyer function on the free-surface boundary from the static-to-stagnation-pressure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457033-ACD3-4230-B06B-F111642EB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05" y="2053623"/>
            <a:ext cx="2072820" cy="967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8C7A3C-63AD-4B7C-AF1B-6046C1A1D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0994" y="2259183"/>
            <a:ext cx="2179509" cy="94445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F1CE847-9AE9-4DDA-A921-FEB110DD59FE}"/>
              </a:ext>
            </a:extLst>
          </p:cNvPr>
          <p:cNvSpPr txBox="1">
            <a:spLocks/>
          </p:cNvSpPr>
          <p:nvPr/>
        </p:nvSpPr>
        <p:spPr>
          <a:xfrm>
            <a:off x="366721" y="26445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Supersonic Nozzle Design: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FFDBA5D8-4A97-44A9-8C94-ECBE54AE4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9" y="4766395"/>
            <a:ext cx="3849278" cy="1584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96B461-0372-4114-9439-722B447739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1143" y="4692893"/>
            <a:ext cx="4130561" cy="15843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563B57-E48E-47C5-9FEB-34A125EB1381}"/>
              </a:ext>
            </a:extLst>
          </p:cNvPr>
          <p:cNvSpPr txBox="1"/>
          <p:nvPr/>
        </p:nvSpPr>
        <p:spPr>
          <a:xfrm>
            <a:off x="495161" y="3641953"/>
            <a:ext cx="10967858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Low" defTabSz="9144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weak wave of turning angle ∆</a:t>
            </a:r>
            <a:r>
              <a:rPr lang="el-GR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incident upon a plane surface, a reflected wave of turning angle ∆</a:t>
            </a:r>
            <a:r>
              <a:rPr lang="el-GR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be present so as to satisfy the boundary conditions at the wall.</a:t>
            </a:r>
          </a:p>
          <a:p>
            <a:pPr marL="285750" indent="-285750" algn="justLow" defTabSz="9144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cancel the incident wave, let the wall turn exactly through an angle ∆</a:t>
            </a:r>
            <a:r>
              <a:rPr lang="el-GR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point of impingement of the incident wave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Low" defTabSz="914400"/>
            <a:b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9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181"/>
    </mc:Choice>
    <mc:Fallback xmlns="">
      <p:transition spd="slow" advTm="140181"/>
    </mc:Fallback>
  </mc:AlternateContent>
  <p:extLst>
    <p:ext uri="{3A86A75C-4F4B-4683-9AE1-C65F6400EC91}">
      <p14:laserTraceLst xmlns:p14="http://schemas.microsoft.com/office/powerpoint/2010/main">
        <p14:tracePtLst>
          <p14:tracePt t="421" x="1220788" y="6294438"/>
          <p14:tracePt t="429" x="1338263" y="5810250"/>
          <p14:tracePt t="438" x="1425575" y="5568950"/>
          <p14:tracePt t="445" x="1543050" y="5284788"/>
          <p14:tracePt t="456" x="1673225" y="4999038"/>
          <p14:tracePt t="459" x="1835150" y="4676775"/>
          <p14:tracePt t="470" x="2044700" y="4343400"/>
          <p14:tracePt t="492" x="2597150" y="3592513"/>
          <p14:tracePt t="500" x="2882900" y="3214688"/>
          <p14:tracePt t="507" x="3160713" y="2898775"/>
          <p14:tracePt t="514" x="3489325" y="2546350"/>
          <p14:tracePt t="520" x="3879850" y="2181225"/>
          <p14:tracePt t="537" x="4195763" y="1901825"/>
          <p14:tracePt t="543" x="4908550" y="1406525"/>
          <p14:tracePt t="552" x="5305425" y="1165225"/>
          <p14:tracePt t="561" x="5727700" y="966788"/>
          <p14:tracePt t="571" x="6483350" y="693738"/>
          <p14:tracePt t="588" x="7319963" y="452438"/>
          <p14:tracePt t="605" x="7951788" y="303213"/>
          <p14:tracePt t="616" x="8181975" y="254000"/>
          <p14:tracePt t="626" x="8374063" y="222250"/>
          <p14:tracePt t="636" x="8602663" y="173038"/>
          <p14:tracePt t="654" x="8975725" y="117475"/>
          <p14:tracePt t="661" x="9043988" y="117475"/>
          <p14:tracePt t="666" x="9048750" y="117475"/>
          <p14:tracePt t="720" x="9048750" y="123825"/>
          <p14:tracePt t="729" x="9048750" y="130175"/>
          <p14:tracePt t="739" x="9043988" y="173038"/>
          <p14:tracePt t="755" x="9024938" y="234950"/>
          <p14:tracePt t="771" x="8993188" y="315913"/>
          <p14:tracePt t="788" x="8943975" y="403225"/>
          <p14:tracePt t="808" x="8845550" y="508000"/>
          <p14:tracePt t="823" x="8739188" y="612775"/>
          <p14:tracePt t="837" x="8609013" y="712788"/>
          <p14:tracePt t="854" x="8380413" y="849313"/>
          <p14:tracePt t="859" x="8274050" y="911225"/>
          <p14:tracePt t="871" x="8150225" y="979488"/>
          <p14:tracePt t="879" x="8013700" y="1047750"/>
          <p14:tracePt t="887" x="7889875" y="1103313"/>
          <p14:tracePt t="895" x="7723188" y="1158875"/>
          <p14:tracePt t="901" x="7543800" y="1220788"/>
          <p14:tracePt t="907" x="7369175" y="1276350"/>
          <p14:tracePt t="918" x="7140575" y="1325563"/>
          <p14:tracePt t="927" x="6880225" y="1381125"/>
          <p14:tracePt t="938" x="6711950" y="1419225"/>
          <p14:tracePt t="954" x="6353175" y="1492250"/>
          <p14:tracePt t="972" x="5999163" y="1530350"/>
          <p14:tracePt t="982" x="5900738" y="1530350"/>
          <p14:tracePt t="990" x="5819775" y="1530350"/>
          <p14:tracePt t="997" x="5751513" y="1530350"/>
          <p14:tracePt t="1006" x="5702300" y="1530350"/>
          <p14:tracePt t="1021" x="5646738" y="1543050"/>
          <p14:tracePt t="1039" x="5553075" y="1543050"/>
          <p14:tracePt t="1054" x="5510213" y="1543050"/>
          <p14:tracePt t="1062" x="5497513" y="1543050"/>
          <p14:tracePt t="1071" x="5473700" y="1536700"/>
          <p14:tracePt t="1077" x="5454650" y="1530350"/>
          <p14:tracePt t="1102" x="5416550" y="1511300"/>
          <p14:tracePt t="1110" x="5405438" y="1498600"/>
          <p14:tracePt t="1125" x="5399088" y="1492250"/>
          <p14:tracePt t="1158" x="5399088" y="1487488"/>
          <p14:tracePt t="1175" x="5399088" y="1481138"/>
          <p14:tracePt t="1190" x="5399088" y="1474788"/>
          <p14:tracePt t="1213" x="5399088" y="1462088"/>
          <p14:tracePt t="4182" x="5429250" y="1406525"/>
          <p14:tracePt t="4199" x="5553075" y="1220788"/>
          <p14:tracePt t="4208" x="5819775" y="849313"/>
          <p14:tracePt t="5043" x="12068175" y="557213"/>
          <p14:tracePt t="5046" x="11993563" y="606425"/>
          <p14:tracePt t="5056" x="11918950" y="657225"/>
          <p14:tracePt t="5080" x="11664950" y="811213"/>
          <p14:tracePt t="5096" x="11380788" y="966788"/>
          <p14:tracePt t="5105" x="11187113" y="1065213"/>
          <p14:tracePt t="5122" x="10779125" y="1257300"/>
          <p14:tracePt t="5139" x="10158413" y="1474788"/>
          <p14:tracePt t="5160" x="8869363" y="1752600"/>
          <p14:tracePt t="5167" x="8348663" y="1820863"/>
          <p14:tracePt t="5172" x="7804150" y="1865313"/>
          <p14:tracePt t="5182" x="7189788" y="1914525"/>
          <p14:tracePt t="5195" x="5975350" y="1933575"/>
          <p14:tracePt t="5206" x="5292725" y="1889125"/>
          <p14:tracePt t="5220" x="4641850" y="1820863"/>
          <p14:tracePt t="5225" x="4022725" y="1722438"/>
          <p14:tracePt t="5236" x="3390900" y="1604963"/>
          <p14:tracePt t="5244" x="2349500" y="1301750"/>
          <p14:tracePt t="5256" x="2001838" y="1158875"/>
          <p14:tracePt t="5272" x="1549400" y="842963"/>
          <p14:tracePt t="5293" x="1314450" y="358775"/>
          <p14:tracePt t="5593" x="7165975" y="6350"/>
          <p14:tracePt t="5604" x="7108825" y="273050"/>
          <p14:tracePt t="5617" x="6954838" y="781050"/>
          <p14:tracePt t="5623" x="6854825" y="973138"/>
          <p14:tracePt t="5636" x="6700838" y="1182688"/>
          <p14:tracePt t="5646" x="6464300" y="1400175"/>
          <p14:tracePt t="5656" x="6346825" y="1468438"/>
          <p14:tracePt t="5673" x="6154738" y="1549400"/>
          <p14:tracePt t="5689" x="5932488" y="1598613"/>
          <p14:tracePt t="5711" x="5572125" y="1679575"/>
          <p14:tracePt t="5720" x="5473700" y="1690688"/>
          <p14:tracePt t="5726" x="5343525" y="1690688"/>
          <p14:tracePt t="5736" x="5224463" y="1690688"/>
          <p14:tracePt t="5745" x="5156200" y="1690688"/>
          <p14:tracePt t="5756" x="5089525" y="1684338"/>
          <p14:tracePt t="5761" x="5032375" y="1673225"/>
          <p14:tracePt t="5769" x="5008563" y="1647825"/>
          <p14:tracePt t="5779" x="4959350" y="1598613"/>
          <p14:tracePt t="5789" x="4933950" y="1573213"/>
          <p14:tracePt t="5806" x="4891088" y="1498600"/>
          <p14:tracePt t="5812" x="4859338" y="1462088"/>
          <p14:tracePt t="5823" x="4852988" y="1430338"/>
          <p14:tracePt t="5831" x="4833938" y="1406525"/>
          <p14:tracePt t="5838" x="4822825" y="1387475"/>
          <p14:tracePt t="5849" x="4816475" y="1368425"/>
          <p14:tracePt t="5853" x="4810125" y="1363663"/>
          <p14:tracePt t="5864" x="4810125" y="1357313"/>
          <p14:tracePt t="5983" x="4810125" y="1350963"/>
          <p14:tracePt t="5999" x="4810125" y="1306513"/>
          <p14:tracePt t="6013" x="4822825" y="1270000"/>
          <p14:tracePt t="6025" x="4846638" y="1208088"/>
          <p14:tracePt t="6039" x="4865688" y="1158875"/>
          <p14:tracePt t="6047" x="4884738" y="1146175"/>
          <p14:tracePt t="6056" x="4891088" y="1133475"/>
          <p14:tracePt t="6066" x="4914900" y="1120775"/>
          <p14:tracePt t="6076" x="4995863" y="1077913"/>
          <p14:tracePt t="6088" x="5021263" y="1058863"/>
          <p14:tracePt t="6105" x="5151438" y="990600"/>
          <p14:tracePt t="6109" x="5194300" y="960438"/>
          <p14:tracePt t="6127" x="5230813" y="947738"/>
          <p14:tracePt t="6130" x="5292725" y="904875"/>
          <p14:tracePt t="6135" x="5299075" y="892175"/>
          <p14:tracePt t="6141" x="5324475" y="879475"/>
          <p14:tracePt t="6149" x="5337175" y="866775"/>
          <p14:tracePt t="6165" x="5360988" y="855663"/>
          <p14:tracePt t="6255" x="5360988" y="860425"/>
          <p14:tracePt t="6353" x="5354638" y="860425"/>
          <p14:tracePt t="6366" x="5349875" y="866775"/>
          <p14:tracePt t="6389" x="5343525" y="879475"/>
          <p14:tracePt t="6406" x="5343525" y="885825"/>
          <p14:tracePt t="6421" x="5330825" y="885825"/>
          <p14:tracePt t="6531" x="5337175" y="892175"/>
          <p14:tracePt t="6555" x="5354638" y="904875"/>
          <p14:tracePt t="6567" x="5360988" y="911225"/>
          <p14:tracePt t="6616" x="5367338" y="911225"/>
          <p14:tracePt t="6632" x="5380038" y="911225"/>
          <p14:tracePt t="6640" x="5392738" y="911225"/>
          <p14:tracePt t="6656" x="5399088" y="904875"/>
          <p14:tracePt t="6675" x="5411788" y="904875"/>
          <p14:tracePt t="6681" x="5411788" y="898525"/>
          <p14:tracePt t="6688" x="5422900" y="898525"/>
          <p14:tracePt t="6735" x="5429250" y="898525"/>
          <p14:tracePt t="6748" x="5435600" y="898525"/>
          <p14:tracePt t="6758" x="5467350" y="898525"/>
          <p14:tracePt t="6772" x="5480050" y="898525"/>
          <p14:tracePt t="6789" x="5497513" y="898525"/>
          <p14:tracePt t="6932" x="5497513" y="904875"/>
          <p14:tracePt t="6940" x="5484813" y="917575"/>
          <p14:tracePt t="6957" x="5473700" y="917575"/>
          <p14:tracePt t="6972" x="5467350" y="928688"/>
          <p14:tracePt t="7095" x="5467350" y="922338"/>
          <p14:tracePt t="7111" x="5480050" y="917575"/>
          <p14:tracePt t="7119" x="5484813" y="917575"/>
          <p14:tracePt t="7130" x="5484813" y="911225"/>
          <p14:tracePt t="7147" x="5491163" y="911225"/>
          <p14:tracePt t="7157" x="5497513" y="911225"/>
          <p14:tracePt t="7173" x="5510213" y="904875"/>
          <p14:tracePt t="7177" x="5516563" y="904875"/>
          <p14:tracePt t="7193" x="5529263" y="898525"/>
          <p14:tracePt t="7206" x="5541963" y="898525"/>
          <p14:tracePt t="7222" x="5546725" y="892175"/>
          <p14:tracePt t="7238" x="5553075" y="892175"/>
          <p14:tracePt t="7256" x="5559425" y="885825"/>
          <p14:tracePt t="7359" x="5565775" y="885825"/>
          <p14:tracePt t="7371" x="5565775" y="879475"/>
          <p14:tracePt t="7382" x="5572125" y="879475"/>
          <p14:tracePt t="7417" x="5584825" y="879475"/>
          <p14:tracePt t="7944" x="5591175" y="879475"/>
          <p14:tracePt t="7959" x="5597525" y="885825"/>
          <p14:tracePt t="7979" x="5614988" y="898525"/>
          <p14:tracePt t="7988" x="5621338" y="904875"/>
          <p14:tracePt t="8006" x="5634038" y="904875"/>
          <p14:tracePt t="8770" x="5614988" y="935038"/>
          <p14:tracePt t="8785" x="5546725" y="966788"/>
          <p14:tracePt t="8798" x="5503863" y="966788"/>
          <p14:tracePt t="8807" x="5473700" y="979488"/>
          <p14:tracePt t="8825" x="5411788" y="979488"/>
          <p14:tracePt t="8837" x="5360988" y="979488"/>
          <p14:tracePt t="8851" x="5311775" y="973138"/>
          <p14:tracePt t="8862" x="5286375" y="973138"/>
          <p14:tracePt t="8877" x="5286375" y="966788"/>
          <p14:tracePt t="8889" x="5281613" y="966788"/>
          <p14:tracePt t="8907" x="5275263" y="966788"/>
          <p14:tracePt t="8926" x="5256213" y="966788"/>
          <p14:tracePt t="9023" x="5256213" y="960438"/>
          <p14:tracePt t="9037" x="5249863" y="960438"/>
          <p14:tracePt t="9044" x="5243513" y="954088"/>
          <p14:tracePt t="9058" x="5230813" y="947738"/>
          <p14:tracePt t="9094" x="5200650" y="935038"/>
          <p14:tracePt t="9108" x="5175250" y="911225"/>
          <p14:tracePt t="9112" x="5162550" y="898525"/>
          <p14:tracePt t="9128" x="5138738" y="885825"/>
          <p14:tracePt t="9139" x="5132388" y="879475"/>
          <p14:tracePt t="9159" x="5119688" y="873125"/>
          <p14:tracePt t="9165" x="5119688" y="866775"/>
          <p14:tracePt t="9186" x="5113338" y="866775"/>
          <p14:tracePt t="9208" x="5113338" y="855663"/>
          <p14:tracePt t="9238" x="5113338" y="849313"/>
          <p14:tracePt t="9335" x="5106988" y="849313"/>
          <p14:tracePt t="9351" x="5106988" y="842963"/>
          <p14:tracePt t="9373" x="5106988" y="836613"/>
          <p14:tracePt t="9411" x="5106988" y="830263"/>
          <p14:tracePt t="9513" x="5113338" y="830263"/>
          <p14:tracePt t="9528" x="5132388" y="830263"/>
          <p14:tracePt t="9542" x="5145088" y="830263"/>
          <p14:tracePt t="9559" x="5175250" y="830263"/>
          <p14:tracePt t="9575" x="5207000" y="830263"/>
          <p14:tracePt t="9589" x="5237163" y="830263"/>
          <p14:tracePt t="9599" x="5275263" y="842963"/>
          <p14:tracePt t="9606" x="5305425" y="842963"/>
          <p14:tracePt t="9616" x="5343525" y="842963"/>
          <p14:tracePt t="9625" x="5354638" y="842963"/>
          <p14:tracePt t="9632" x="5392738" y="842963"/>
          <p14:tracePt t="9642" x="5422900" y="842963"/>
          <p14:tracePt t="9658" x="5467350" y="849313"/>
          <p14:tracePt t="9674" x="5503863" y="849313"/>
          <p14:tracePt t="9689" x="5529263" y="855663"/>
          <p14:tracePt t="9702" x="5541963" y="855663"/>
          <p14:tracePt t="9713" x="5546725" y="855663"/>
          <p14:tracePt t="9723" x="5559425" y="855663"/>
          <p14:tracePt t="9739" x="5565775" y="855663"/>
          <p14:tracePt t="9751" x="5572125" y="855663"/>
          <p14:tracePt t="9755" x="5578475" y="855663"/>
          <p14:tracePt t="10162" x="5584825" y="855663"/>
          <p14:tracePt t="10178" x="5597525" y="855663"/>
          <p14:tracePt t="10196" x="5610225" y="855663"/>
          <p14:tracePt t="10210" x="5614988" y="855663"/>
          <p14:tracePt t="10221" x="5627688" y="855663"/>
          <p14:tracePt t="10228" x="5634038" y="855663"/>
          <p14:tracePt t="10234" x="5653088" y="855663"/>
          <p14:tracePt t="10240" x="5659438" y="855663"/>
          <p14:tracePt t="10253" x="5665788" y="855663"/>
          <p14:tracePt t="10262" x="5695950" y="855663"/>
          <p14:tracePt t="10270" x="5702300" y="849313"/>
          <p14:tracePt t="10282" x="5708650" y="849313"/>
          <p14:tracePt t="10289" x="5715000" y="849313"/>
          <p14:tracePt t="10293" x="5721350" y="849313"/>
          <p14:tracePt t="10317" x="5734050" y="849313"/>
          <p14:tracePt t="10434" x="5738813" y="849313"/>
          <p14:tracePt t="10450" x="5757863" y="849313"/>
          <p14:tracePt t="10467" x="5802313" y="849313"/>
          <p14:tracePt t="10476" x="5826125" y="849313"/>
          <p14:tracePt t="10487" x="5881688" y="849313"/>
          <p14:tracePt t="10498" x="5907088" y="849313"/>
          <p14:tracePt t="10509" x="5932488" y="849313"/>
          <p14:tracePt t="10525" x="6037263" y="849313"/>
          <p14:tracePt t="10541" x="6099175" y="849313"/>
          <p14:tracePt t="10557" x="6142038" y="849313"/>
          <p14:tracePt t="10574" x="6161088" y="842963"/>
          <p14:tracePt t="10581" x="6180138" y="836613"/>
          <p14:tracePt t="10589" x="6186488" y="836613"/>
          <p14:tracePt t="10597" x="6192838" y="836613"/>
          <p14:tracePt t="10608" x="6203950" y="836613"/>
          <p14:tracePt t="11558" x="6210300" y="836613"/>
          <p14:tracePt t="11573" x="6242050" y="836613"/>
          <p14:tracePt t="11591" x="6291263" y="842963"/>
          <p14:tracePt t="11603" x="6310313" y="855663"/>
          <p14:tracePt t="11608" x="6327775" y="855663"/>
          <p14:tracePt t="11631" x="6353175" y="860425"/>
          <p14:tracePt t="11645" x="6365875" y="860425"/>
          <p14:tracePt t="11659" x="6378575" y="860425"/>
          <p14:tracePt t="11663" x="6396038" y="860425"/>
          <p14:tracePt t="11675" x="6427788" y="860425"/>
          <p14:tracePt t="11680" x="6434138" y="860425"/>
          <p14:tracePt t="11690" x="6440488" y="860425"/>
          <p14:tracePt t="11708" x="6446838" y="860425"/>
          <p14:tracePt t="11724" x="6457950" y="860425"/>
          <p14:tracePt t="12648" x="6470650" y="855663"/>
          <p14:tracePt t="12665" x="6496050" y="849313"/>
          <p14:tracePt t="12671" x="6532563" y="836613"/>
          <p14:tracePt t="12685" x="6607175" y="836613"/>
          <p14:tracePt t="12694" x="6645275" y="830263"/>
          <p14:tracePt t="12714" x="6769100" y="830263"/>
          <p14:tracePt t="12728" x="6818313" y="830263"/>
          <p14:tracePt t="12742" x="6935788" y="830263"/>
          <p14:tracePt t="12750" x="6961188" y="830263"/>
          <p14:tracePt t="12758" x="7010400" y="830263"/>
          <p14:tracePt t="12765" x="7065963" y="830263"/>
          <p14:tracePt t="12783" x="7165975" y="830263"/>
          <p14:tracePt t="12791" x="7189788" y="830263"/>
          <p14:tracePt t="12808" x="7239000" y="830263"/>
          <p14:tracePt t="12813" x="7313613" y="830263"/>
          <p14:tracePt t="12822" x="7362825" y="830263"/>
          <p14:tracePt t="12831" x="7394575" y="830263"/>
          <p14:tracePt t="12840" x="7419975" y="830263"/>
          <p14:tracePt t="12846" x="7443788" y="830263"/>
          <p14:tracePt t="12860" x="7488238" y="817563"/>
          <p14:tracePt t="12875" x="7493000" y="817563"/>
          <p14:tracePt t="12885" x="7524750" y="817563"/>
          <p14:tracePt t="12890" x="7531100" y="811213"/>
          <p14:tracePt t="12911" x="7537450" y="811213"/>
          <p14:tracePt t="13007" x="7550150" y="811213"/>
          <p14:tracePt t="13019" x="7554913" y="811213"/>
          <p14:tracePt t="13030" x="7554913" y="804863"/>
          <p14:tracePt t="14010" x="7561263" y="804863"/>
          <p14:tracePt t="14017" x="7573963" y="798513"/>
          <p14:tracePt t="14026" x="7593013" y="787400"/>
          <p14:tracePt t="14041" x="7710488" y="774700"/>
          <p14:tracePt t="14058" x="7785100" y="768350"/>
          <p14:tracePt t="14074" x="7821613" y="768350"/>
          <p14:tracePt t="14091" x="7866063" y="768350"/>
          <p14:tracePt t="14110" x="7883525" y="768350"/>
          <p14:tracePt t="14126" x="7889875" y="768350"/>
          <p14:tracePt t="14456" x="7889875" y="774700"/>
          <p14:tracePt t="14466" x="7889875" y="798513"/>
          <p14:tracePt t="14470" x="7889875" y="804863"/>
          <p14:tracePt t="14477" x="7889875" y="811213"/>
          <p14:tracePt t="14491" x="7889875" y="817563"/>
          <p14:tracePt t="14512" x="7889875" y="823913"/>
          <p14:tracePt t="14645" x="7889875" y="836613"/>
          <p14:tracePt t="14659" x="7889875" y="842963"/>
          <p14:tracePt t="14682" x="7889875" y="849313"/>
          <p14:tracePt t="14693" x="7878763" y="849313"/>
          <p14:tracePt t="15053" x="7889875" y="849313"/>
          <p14:tracePt t="15064" x="7970838" y="849313"/>
          <p14:tracePt t="15074" x="8020050" y="849313"/>
          <p14:tracePt t="15104" x="8045450" y="836613"/>
          <p14:tracePt t="15115" x="8064500" y="836613"/>
          <p14:tracePt t="15127" x="8088313" y="836613"/>
          <p14:tracePt t="15146" x="8132763" y="836613"/>
          <p14:tracePt t="15152" x="8150225" y="836613"/>
          <p14:tracePt t="15161" x="8156575" y="836613"/>
          <p14:tracePt t="15173" x="8169275" y="836613"/>
          <p14:tracePt t="15182" x="8181975" y="836613"/>
          <p14:tracePt t="15214" x="8188325" y="836613"/>
          <p14:tracePt t="16680" x="8218488" y="836613"/>
          <p14:tracePt t="16691" x="8256588" y="836613"/>
          <p14:tracePt t="16696" x="8293100" y="836613"/>
          <p14:tracePt t="16702" x="8324850" y="836613"/>
          <p14:tracePt t="16716" x="8397875" y="836613"/>
          <p14:tracePt t="16724" x="8448675" y="836613"/>
          <p14:tracePt t="16740" x="8497888" y="836613"/>
          <p14:tracePt t="16751" x="8566150" y="823913"/>
          <p14:tracePt t="16758" x="8585200" y="823913"/>
          <p14:tracePt t="16775" x="8634413" y="823913"/>
          <p14:tracePt t="17721" x="8647113" y="823913"/>
          <p14:tracePt t="17728" x="8653463" y="823913"/>
          <p14:tracePt t="17742" x="8658225" y="823913"/>
          <p14:tracePt t="17749" x="8670925" y="823913"/>
          <p14:tracePt t="17759" x="8677275" y="823913"/>
          <p14:tracePt t="17777" x="8689975" y="830263"/>
          <p14:tracePt t="17784" x="8696325" y="830263"/>
          <p14:tracePt t="17815" x="8702675" y="830263"/>
          <p14:tracePt t="17829" x="8702675" y="842963"/>
          <p14:tracePt t="18342" x="8709025" y="842963"/>
          <p14:tracePt t="18358" x="8721725" y="842963"/>
          <p14:tracePt t="18376" x="8751888" y="842963"/>
          <p14:tracePt t="18385" x="8777288" y="842963"/>
          <p14:tracePt t="18396" x="8832850" y="842963"/>
          <p14:tracePt t="18407" x="8856663" y="842963"/>
          <p14:tracePt t="18422" x="8907463" y="842963"/>
          <p14:tracePt t="18426" x="8937625" y="842963"/>
          <p14:tracePt t="18431" x="8986838" y="842963"/>
          <p14:tracePt t="18441" x="8993188" y="842963"/>
          <p14:tracePt t="18450" x="8999538" y="842963"/>
          <p14:tracePt t="18458" x="9012238" y="842963"/>
          <p14:tracePt t="18476" x="9018588" y="842963"/>
          <p14:tracePt t="18835" x="9024938" y="842963"/>
          <p14:tracePt t="18857" x="9031288" y="842963"/>
          <p14:tracePt t="19363" x="9037638" y="842963"/>
          <p14:tracePt t="19383" x="9043988" y="842963"/>
          <p14:tracePt t="19398" x="9048750" y="842963"/>
          <p14:tracePt t="19426" x="9061450" y="842963"/>
          <p14:tracePt t="19443" x="9061450" y="849313"/>
          <p14:tracePt t="20519" x="9074150" y="836613"/>
          <p14:tracePt t="20532" x="9099550" y="811213"/>
          <p14:tracePt t="20544" x="9117013" y="804863"/>
          <p14:tracePt t="20552" x="9123363" y="798513"/>
          <p14:tracePt t="20927" x="9105900" y="823913"/>
          <p14:tracePt t="20942" x="9074150" y="849313"/>
          <p14:tracePt t="20956" x="9048750" y="885825"/>
          <p14:tracePt t="20970" x="9012238" y="941388"/>
          <p14:tracePt t="20976" x="8986838" y="960438"/>
          <p14:tracePt t="20981" x="8931275" y="990600"/>
          <p14:tracePt t="20991" x="8875713" y="1016000"/>
          <p14:tracePt t="21003" x="8783638" y="1035050"/>
          <p14:tracePt t="21012" x="8715375" y="1035050"/>
          <p14:tracePt t="21029" x="8566150" y="1047750"/>
          <p14:tracePt t="21035" x="8448675" y="1058863"/>
          <p14:tracePt t="21057" x="8126413" y="1096963"/>
          <p14:tracePt t="21065" x="7958138" y="1127125"/>
          <p14:tracePt t="21077" x="7810500" y="1152525"/>
          <p14:tracePt t="21086" x="7661275" y="1176338"/>
          <p14:tracePt t="21095" x="7493000" y="1208088"/>
          <p14:tracePt t="21098" x="7307263" y="1238250"/>
          <p14:tracePt t="21110" x="7177088" y="1250950"/>
          <p14:tracePt t="21112" x="6985000" y="1276350"/>
          <p14:tracePt t="21129" x="6854825" y="1289050"/>
          <p14:tracePt t="21135" x="6557963" y="1331913"/>
          <p14:tracePt t="21155" x="6323013" y="1357313"/>
          <p14:tracePt t="21162" x="6223000" y="1368425"/>
          <p14:tracePt t="21172" x="6135688" y="1381125"/>
          <p14:tracePt t="21179" x="6067425" y="1393825"/>
          <p14:tracePt t="21189" x="6011863" y="1406525"/>
          <p14:tracePt t="21198" x="5943600" y="1419225"/>
          <p14:tracePt t="21208" x="5888038" y="1419225"/>
          <p14:tracePt t="21227" x="5813425" y="1425575"/>
          <p14:tracePt t="21243" x="5770563" y="1425575"/>
          <p14:tracePt t="21249" x="5764213" y="1425575"/>
          <p14:tracePt t="21257" x="5751513" y="1425575"/>
          <p14:tracePt t="21268" x="5745163" y="1425575"/>
          <p14:tracePt t="21276" x="5738813" y="1425575"/>
          <p14:tracePt t="21291" x="5734050" y="1425575"/>
          <p14:tracePt t="21297" x="5727700" y="1425575"/>
          <p14:tracePt t="21303" x="5708650" y="1425575"/>
          <p14:tracePt t="21315" x="5702300" y="1425575"/>
          <p14:tracePt t="21326" x="5695950" y="1425575"/>
          <p14:tracePt t="21330" x="5672138" y="1425575"/>
          <p14:tracePt t="21343" x="5659438" y="1425575"/>
          <p14:tracePt t="21348" x="5640388" y="1436688"/>
          <p14:tracePt t="21352" x="5621338" y="1436688"/>
          <p14:tracePt t="21364" x="5610225" y="1436688"/>
          <p14:tracePt t="21369" x="5603875" y="1436688"/>
          <p14:tracePt t="21386" x="5597525" y="1436688"/>
          <p14:tracePt t="21392" x="5591175" y="1436688"/>
          <p14:tracePt t="21401" x="5572125" y="1436688"/>
          <p14:tracePt t="21409" x="5559425" y="1436688"/>
          <p14:tracePt t="21428" x="5553075" y="1436688"/>
          <p14:tracePt t="21443" x="5553075" y="1430338"/>
          <p14:tracePt t="21462" x="5546725" y="1430338"/>
          <p14:tracePt t="21481" x="5535613" y="1430338"/>
          <p14:tracePt t="21485" x="5529263" y="1425575"/>
          <p14:tracePt t="21506" x="5522913" y="1419225"/>
          <p14:tracePt t="21516" x="5516563" y="1419225"/>
          <p14:tracePt t="21525" x="5516563" y="1412875"/>
          <p14:tracePt t="21551" x="5503863" y="1400175"/>
          <p14:tracePt t="21555" x="5484813" y="1400175"/>
          <p14:tracePt t="21561" x="5484813" y="1393825"/>
          <p14:tracePt t="21573" x="5480050" y="1393825"/>
          <p14:tracePt t="21590" x="5473700" y="1393825"/>
          <p14:tracePt t="21601" x="5454650" y="1381125"/>
          <p14:tracePt t="21612" x="5435600" y="1374775"/>
          <p14:tracePt t="21626" x="5411788" y="1368425"/>
          <p14:tracePt t="21642" x="5354638" y="1331913"/>
          <p14:tracePt t="21659" x="5311775" y="1312863"/>
          <p14:tracePt t="21666" x="5286375" y="1306513"/>
          <p14:tracePt t="21676" x="5262563" y="1306513"/>
          <p14:tracePt t="21691" x="5243513" y="1306513"/>
          <p14:tracePt t="21696" x="5230813" y="1306513"/>
          <p14:tracePt t="21699" x="5219700" y="1306513"/>
          <p14:tracePt t="21708" x="5213350" y="1312863"/>
          <p14:tracePt t="21718" x="5207000" y="1319213"/>
          <p14:tracePt t="21725" x="5200650" y="1319213"/>
          <p14:tracePt t="21743" x="5200650" y="1325563"/>
          <p14:tracePt t="23942" x="5200650" y="1344613"/>
          <p14:tracePt t="23953" x="5200650" y="1368425"/>
          <p14:tracePt t="23968" x="5219700" y="1393825"/>
          <p14:tracePt t="23974" x="5219700" y="1406525"/>
          <p14:tracePt t="23982" x="5219700" y="1412875"/>
          <p14:tracePt t="23989" x="5219700" y="1419225"/>
          <p14:tracePt t="24005" x="5219700" y="1430338"/>
          <p14:tracePt t="24012" x="5213350" y="1436688"/>
          <p14:tracePt t="24031" x="5200650" y="1449388"/>
          <p14:tracePt t="24043" x="5187950" y="1455738"/>
          <p14:tracePt t="24049" x="5175250" y="1462088"/>
          <p14:tracePt t="24066" x="5162550" y="1468438"/>
          <p14:tracePt t="24108" x="5168900" y="1468438"/>
          <p14:tracePt t="24116" x="5187950" y="1468438"/>
          <p14:tracePt t="24129" x="5200650" y="1468438"/>
          <p14:tracePt t="24144" x="5213350" y="1462088"/>
          <p14:tracePt t="24162" x="5224463" y="1462088"/>
          <p14:tracePt t="24245" x="5224463" y="1455738"/>
          <p14:tracePt t="24427" x="5224463" y="1449388"/>
          <p14:tracePt t="24432" x="5224463" y="1436688"/>
          <p14:tracePt t="24443" x="5230813" y="1425575"/>
          <p14:tracePt t="24455" x="5256213" y="1393825"/>
          <p14:tracePt t="24463" x="5262563" y="1393825"/>
          <p14:tracePt t="24476" x="5268913" y="1393825"/>
          <p14:tracePt t="24492" x="5318125" y="1387475"/>
          <p14:tracePt t="24506" x="5330825" y="1374775"/>
          <p14:tracePt t="24517" x="5337175" y="1374775"/>
          <p14:tracePt t="24526" x="5343525" y="1374775"/>
          <p14:tracePt t="24601" x="5343525" y="1381125"/>
          <p14:tracePt t="24621" x="5330825" y="1393825"/>
          <p14:tracePt t="24629" x="5324475" y="1400175"/>
          <p14:tracePt t="24641" x="5305425" y="1412875"/>
          <p14:tracePt t="24649" x="5299075" y="1412875"/>
          <p14:tracePt t="24656" x="5299075" y="1425575"/>
          <p14:tracePt t="24675" x="5292725" y="1425575"/>
          <p14:tracePt t="24712" x="5292725" y="1430338"/>
          <p14:tracePt t="24720" x="5311775" y="1430338"/>
          <p14:tracePt t="24728" x="5324475" y="1430338"/>
          <p14:tracePt t="24745" x="5367338" y="1430338"/>
          <p14:tracePt t="24761" x="5441950" y="1436688"/>
          <p14:tracePt t="24780" x="5546725" y="1449388"/>
          <p14:tracePt t="24787" x="5634038" y="1462088"/>
          <p14:tracePt t="24795" x="5764213" y="1462088"/>
          <p14:tracePt t="24803" x="5894388" y="1462088"/>
          <p14:tracePt t="24819" x="6310313" y="1474788"/>
          <p14:tracePt t="24834" x="6780213" y="1474788"/>
          <p14:tracePt t="24848" x="7326313" y="1474788"/>
          <p14:tracePt t="24857" x="7561263" y="1474788"/>
          <p14:tracePt t="24868" x="7742238" y="1487488"/>
          <p14:tracePt t="24873" x="7859713" y="1487488"/>
          <p14:tracePt t="24880" x="7977188" y="1487488"/>
          <p14:tracePt t="24892" x="8045450" y="1487488"/>
          <p14:tracePt t="24896" x="8070850" y="1487488"/>
          <p14:tracePt t="24904" x="8075613" y="1487488"/>
          <p14:tracePt t="24914" x="8081963" y="1487488"/>
          <p14:tracePt t="24929" x="8088313" y="1487488"/>
          <p14:tracePt t="25087" x="8075613" y="1487488"/>
          <p14:tracePt t="25101" x="8008938" y="1498600"/>
          <p14:tracePt t="25111" x="7970838" y="1498600"/>
          <p14:tracePt t="25120" x="7934325" y="1498600"/>
          <p14:tracePt t="25136" x="7742238" y="1498600"/>
          <p14:tracePt t="25142" x="7518400" y="1498600"/>
          <p14:tracePt t="25152" x="6978650" y="1498600"/>
          <p14:tracePt t="25160" x="6607175" y="1498600"/>
          <p14:tracePt t="25178" x="5734050" y="1498600"/>
          <p14:tracePt t="25193" x="4989513" y="1498600"/>
          <p14:tracePt t="25211" x="4468813" y="1492250"/>
          <p14:tracePt t="25217" x="4257675" y="1474788"/>
          <p14:tracePt t="25227" x="4090988" y="1462088"/>
          <p14:tracePt t="25236" x="3973513" y="1449388"/>
          <p14:tracePt t="25245" x="3886200" y="1436688"/>
          <p14:tracePt t="25257" x="3824288" y="1436688"/>
          <p14:tracePt t="25261" x="3811588" y="1430338"/>
          <p14:tracePt t="25306" x="3824288" y="1430338"/>
          <p14:tracePt t="25319" x="3860800" y="1430338"/>
          <p14:tracePt t="25331" x="3917950" y="1412875"/>
          <p14:tracePt t="25345" x="3979863" y="1400175"/>
          <p14:tracePt t="25357" x="4029075" y="1393825"/>
          <p14:tracePt t="25367" x="4078288" y="1393825"/>
          <p14:tracePt t="25376" x="4165600" y="1393825"/>
          <p14:tracePt t="25385" x="4283075" y="1393825"/>
          <p14:tracePt t="25396" x="4562475" y="1393825"/>
          <p14:tracePt t="25410" x="4822825" y="1393825"/>
          <p14:tracePt t="25427" x="5100638" y="1393825"/>
          <p14:tracePt t="25443" x="5367338" y="1374775"/>
          <p14:tracePt t="25449" x="5497513" y="1374775"/>
          <p14:tracePt t="25459" x="5676900" y="1363663"/>
          <p14:tracePt t="25468" x="5845175" y="1363663"/>
          <p14:tracePt t="25478" x="5994400" y="1363663"/>
          <p14:tracePt t="25491" x="6192838" y="1363663"/>
          <p14:tracePt t="25504" x="6489700" y="1363663"/>
          <p14:tracePt t="25509" x="6669088" y="1363663"/>
          <p14:tracePt t="25516" x="6799263" y="1363663"/>
          <p14:tracePt t="25525" x="6916738" y="1363663"/>
          <p14:tracePt t="25535" x="7029450" y="1363663"/>
          <p14:tracePt t="25545" x="7115175" y="1363663"/>
          <p14:tracePt t="25552" x="7232650" y="1350963"/>
          <p14:tracePt t="25558" x="7332663" y="1350963"/>
          <p14:tracePt t="25565" x="7413625" y="1350963"/>
          <p14:tracePt t="25574" x="7499350" y="1350963"/>
          <p14:tracePt t="25582" x="7580313" y="1350963"/>
          <p14:tracePt t="25588" x="7648575" y="1338263"/>
          <p14:tracePt t="25600" x="7680325" y="1338263"/>
          <p14:tracePt t="25610" x="7778750" y="1338263"/>
          <p14:tracePt t="25623" x="7804150" y="1338263"/>
          <p14:tracePt t="25638" x="7840663" y="1338263"/>
          <p14:tracePt t="25651" x="7896225" y="1338263"/>
          <p14:tracePt t="25658" x="7927975" y="1338263"/>
          <p14:tracePt t="25665" x="7940675" y="1338263"/>
          <p14:tracePt t="25680" x="7964488" y="1338263"/>
          <p14:tracePt t="25694" x="7970838" y="1338263"/>
          <p14:tracePt t="25699" x="7970838" y="1331913"/>
          <p14:tracePt t="25710" x="7977188" y="1331913"/>
          <p14:tracePt t="25722" x="7983538" y="1331913"/>
          <p14:tracePt t="25727" x="8002588" y="1331913"/>
          <p14:tracePt t="25742" x="8013700" y="1331913"/>
          <p14:tracePt t="25747" x="8020050" y="1331913"/>
          <p14:tracePt t="25750" x="8039100" y="1331913"/>
          <p14:tracePt t="25761" x="8045450" y="1331913"/>
          <p14:tracePt t="25769" x="8058150" y="1331913"/>
          <p14:tracePt t="25777" x="8064500" y="1331913"/>
          <p14:tracePt t="25793" x="8081963" y="1331913"/>
          <p14:tracePt t="25860" x="8064500" y="1338263"/>
          <p14:tracePt t="25873" x="7951788" y="1381125"/>
          <p14:tracePt t="25883" x="7915275" y="1393825"/>
          <p14:tracePt t="25888" x="7847013" y="1406525"/>
          <p14:tracePt t="25897" x="7729538" y="1419225"/>
          <p14:tracePt t="25910" x="7413625" y="1430338"/>
          <p14:tracePt t="25930" x="7004050" y="1449388"/>
          <p14:tracePt t="25947" x="6526213" y="1449388"/>
          <p14:tracePt t="25966" x="6167438" y="1449388"/>
          <p14:tracePt t="25983" x="5802313" y="1449388"/>
          <p14:tracePt t="25993" x="5621338" y="1449388"/>
          <p14:tracePt t="25998" x="5441950" y="1449388"/>
          <p14:tracePt t="26012" x="5145088" y="1449388"/>
          <p14:tracePt t="26027" x="4865688" y="1449388"/>
          <p14:tracePt t="26043" x="4754563" y="1449388"/>
          <p14:tracePt t="26053" x="4748213" y="1449388"/>
          <p14:tracePt t="26116" x="4760913" y="1443038"/>
          <p14:tracePt t="26135" x="4810125" y="1425575"/>
          <p14:tracePt t="26143" x="4852988" y="1419225"/>
          <p14:tracePt t="26147" x="4921250" y="1419225"/>
          <p14:tracePt t="26158" x="5002213" y="1406525"/>
          <p14:tracePt t="26170" x="5318125" y="1406525"/>
          <p14:tracePt t="26186" x="5751513" y="1406525"/>
          <p14:tracePt t="26199" x="6056313" y="1406525"/>
          <p14:tracePt t="26209" x="6669088" y="1406525"/>
          <p14:tracePt t="26227" x="7307263" y="1406525"/>
          <p14:tracePt t="26230" x="7612063" y="1406525"/>
          <p14:tracePt t="26243" x="7921625" y="1406525"/>
          <p14:tracePt t="26260" x="8367713" y="1406525"/>
          <p14:tracePt t="26265" x="8534400" y="1406525"/>
          <p14:tracePt t="26274" x="8732838" y="1406525"/>
          <p14:tracePt t="26280" x="8901113" y="1406525"/>
          <p14:tracePt t="26289" x="9031288" y="1406525"/>
          <p14:tracePt t="26305" x="9210675" y="1406525"/>
          <p14:tracePt t="26313" x="9229725" y="1406525"/>
          <p14:tracePt t="26410" x="9223375" y="1400175"/>
          <p14:tracePt t="26428" x="9210675" y="1400175"/>
          <p14:tracePt t="26451" x="9204325" y="1400175"/>
          <p14:tracePt t="26492" x="9191625" y="1400175"/>
          <p14:tracePt t="26505" x="9167813" y="1400175"/>
          <p14:tracePt t="26519" x="9142413" y="1400175"/>
          <p14:tracePt t="26522" x="9117013" y="1400175"/>
          <p14:tracePt t="26529" x="9080500" y="1400175"/>
          <p14:tracePt t="26547" x="9005888" y="1400175"/>
          <p14:tracePt t="26561" x="8937625" y="1400175"/>
          <p14:tracePt t="26565" x="8807450" y="1400175"/>
          <p14:tracePt t="26578" x="8677275" y="1400175"/>
          <p14:tracePt t="26601" x="7940675" y="1381125"/>
          <p14:tracePt t="26611" x="7704138" y="1381125"/>
          <p14:tracePt t="26619" x="7462838" y="1381125"/>
          <p14:tracePt t="26628" x="7258050" y="1381125"/>
          <p14:tracePt t="26645" x="6837363" y="1368425"/>
          <p14:tracePt t="26649" x="6632575" y="1368425"/>
          <p14:tracePt t="26661" x="6427788" y="1368425"/>
          <p14:tracePt t="26677" x="6118225" y="1357313"/>
          <p14:tracePt t="26681" x="5969000" y="1338263"/>
          <p14:tracePt t="26701" x="5751513" y="1325563"/>
          <p14:tracePt t="26714" x="5627688" y="1319213"/>
          <p14:tracePt t="26729" x="5614988" y="1319213"/>
          <p14:tracePt t="26769" x="5614988" y="1312863"/>
          <p14:tracePt t="26803" x="5621338" y="1301750"/>
          <p14:tracePt t="26815" x="5634038" y="1289050"/>
          <p14:tracePt t="26822" x="5646738" y="1282700"/>
          <p14:tracePt t="26829" x="5665788" y="1282700"/>
          <p14:tracePt t="26832" x="5727700" y="1282700"/>
          <p14:tracePt t="26841" x="5783263" y="1282700"/>
          <p14:tracePt t="26852" x="5832475" y="1282700"/>
          <p14:tracePt t="26860" x="5868988" y="1282700"/>
          <p14:tracePt t="26880" x="6043613" y="1282700"/>
          <p14:tracePt t="26889" x="6161088" y="1289050"/>
          <p14:tracePt t="26895" x="6278563" y="1289050"/>
          <p14:tracePt t="26906" x="6545263" y="1301750"/>
          <p14:tracePt t="26915" x="6694488" y="1312863"/>
          <p14:tracePt t="26932" x="6954838" y="1325563"/>
          <p14:tracePt t="26939" x="7102475" y="1325563"/>
          <p14:tracePt t="26948" x="7202488" y="1325563"/>
          <p14:tracePt t="26961" x="7369175" y="1325563"/>
          <p14:tracePt t="26982" x="7437438" y="1338263"/>
          <p14:tracePt t="26986" x="7456488" y="1338263"/>
          <p14:tracePt t="26993" x="7462838" y="1338263"/>
          <p14:tracePt t="27122" x="7469188" y="1338263"/>
          <p14:tracePt t="27135" x="7469188" y="1344613"/>
          <p14:tracePt t="27139" x="7469188" y="1350963"/>
          <p14:tracePt t="27159" x="7469188" y="1363663"/>
          <p14:tracePt t="27166" x="7469188" y="1368425"/>
          <p14:tracePt t="27172" x="7469188" y="1374775"/>
          <p14:tracePt t="27179" x="7456488" y="1374775"/>
          <p14:tracePt t="27195" x="7413625" y="1393825"/>
          <p14:tracePt t="27205" x="7381875" y="1400175"/>
          <p14:tracePt t="27212" x="7345363" y="1412875"/>
          <p14:tracePt t="27217" x="7319963" y="1412875"/>
          <p14:tracePt t="27229" x="7270750" y="1412875"/>
          <p14:tracePt t="27246" x="7115175" y="1436688"/>
          <p14:tracePt t="27249" x="6948488" y="1449388"/>
          <p14:tracePt t="27260" x="6799263" y="1462088"/>
          <p14:tracePt t="27267" x="6619875" y="1474788"/>
          <p14:tracePt t="27281" x="6148388" y="1492250"/>
          <p14:tracePt t="27294" x="5807075" y="1492250"/>
          <p14:tracePt t="27303" x="4902200" y="1492250"/>
          <p14:tracePt t="27320" x="4364038" y="1492250"/>
          <p14:tracePt t="27336" x="3222625" y="1492250"/>
          <p14:tracePt t="27348" x="2044700" y="1492250"/>
          <p14:tracePt t="27361" x="1474788" y="1492250"/>
          <p14:tracePt t="27379" x="669925" y="1492250"/>
          <p14:tracePt t="27397" x="104775" y="1524000"/>
          <p14:tracePt t="27855" x="292100" y="1697038"/>
          <p14:tracePt t="27866" x="403225" y="1697038"/>
          <p14:tracePt t="27879" x="619125" y="1697038"/>
          <p14:tracePt t="27897" x="917575" y="1697038"/>
          <p14:tracePt t="27906" x="1035050" y="1697038"/>
          <p14:tracePt t="27912" x="1116013" y="1697038"/>
          <p14:tracePt t="27923" x="1201738" y="1697038"/>
          <p14:tracePt t="27932" x="1282700" y="1697038"/>
          <p14:tracePt t="27942" x="1350963" y="1697038"/>
          <p14:tracePt t="27948" x="1400175" y="1697038"/>
          <p14:tracePt t="27956" x="1457325" y="1697038"/>
          <p14:tracePt t="27964" x="1506538" y="1709738"/>
          <p14:tracePt t="27977" x="1555750" y="1709738"/>
          <p14:tracePt t="27991" x="1624013" y="1709738"/>
          <p14:tracePt t="27995" x="1660525" y="1709738"/>
          <p14:tracePt t="28004" x="1698625" y="1716088"/>
          <p14:tracePt t="28012" x="1735138" y="1716088"/>
          <p14:tracePt t="28027" x="1790700" y="1716088"/>
          <p14:tracePt t="28044" x="1797050" y="1716088"/>
          <p14:tracePt t="28122" x="1790700" y="1728788"/>
          <p14:tracePt t="28137" x="1773238" y="1728788"/>
          <p14:tracePt t="28152" x="1666875" y="1746250"/>
          <p14:tracePt t="28163" x="1630363" y="1752600"/>
          <p14:tracePt t="28187" x="1481138" y="1752600"/>
          <p14:tracePt t="28195" x="1450975" y="1752600"/>
          <p14:tracePt t="28206" x="1400175" y="1752600"/>
          <p14:tracePt t="28211" x="1363663" y="1752600"/>
          <p14:tracePt t="28224" x="1301750" y="1752600"/>
          <p14:tracePt t="28231" x="1233488" y="1752600"/>
          <p14:tracePt t="28240" x="1146175" y="1752600"/>
          <p14:tracePt t="28251" x="1084263" y="1752600"/>
          <p14:tracePt t="28264" x="930275" y="1752600"/>
          <p14:tracePt t="28278" x="849313" y="1752600"/>
          <p14:tracePt t="28282" x="781050" y="1752600"/>
          <p14:tracePt t="28295" x="738188" y="1752600"/>
          <p14:tracePt t="28306" x="712788" y="1752600"/>
          <p14:tracePt t="28313" x="706438" y="1752600"/>
          <p14:tracePt t="28327" x="693738" y="1752600"/>
          <p14:tracePt t="28583" x="706438" y="1752600"/>
          <p14:tracePt t="28597" x="731838" y="1741488"/>
          <p14:tracePt t="28610" x="768350" y="1735138"/>
          <p14:tracePt t="28627" x="842963" y="1735138"/>
          <p14:tracePt t="28631" x="911225" y="1722438"/>
          <p14:tracePt t="28648" x="1146175" y="1697038"/>
          <p14:tracePt t="28663" x="1258888" y="1697038"/>
          <p14:tracePt t="28669" x="1493838" y="1697038"/>
          <p14:tracePt t="28686" x="1673225" y="1697038"/>
          <p14:tracePt t="28694" x="1773238" y="1697038"/>
          <p14:tracePt t="28706" x="1858963" y="1697038"/>
          <p14:tracePt t="28715" x="1989138" y="1697038"/>
          <p14:tracePt t="28722" x="2206625" y="1697038"/>
          <p14:tracePt t="28729" x="2317750" y="1697038"/>
          <p14:tracePt t="28745" x="2535238" y="1697038"/>
          <p14:tracePt t="28761" x="2622550" y="1697038"/>
          <p14:tracePt t="28779" x="2740025" y="1697038"/>
          <p14:tracePt t="28788" x="2746375" y="1697038"/>
          <p14:tracePt t="28796" x="2752725" y="1697038"/>
          <p14:tracePt t="28802" x="2757488" y="1697038"/>
          <p14:tracePt t="29088" x="2752725" y="1697038"/>
          <p14:tracePt t="29103" x="2746375" y="1697038"/>
          <p14:tracePt t="29136" x="2746375" y="1703388"/>
          <p14:tracePt t="29147" x="2733675" y="1703388"/>
          <p14:tracePt t="29161" x="2727325" y="1703388"/>
          <p14:tracePt t="29182" x="2727325" y="1709738"/>
          <p14:tracePt t="29193" x="2720975" y="1709738"/>
          <p14:tracePt t="29201" x="2708275" y="1709738"/>
          <p14:tracePt t="29215" x="2701925" y="1709738"/>
          <p14:tracePt t="29226" x="2678113" y="1722438"/>
          <p14:tracePt t="29241" x="2616200" y="1722438"/>
          <p14:tracePt t="29251" x="2603500" y="1722438"/>
          <p14:tracePt t="29259" x="2578100" y="1722438"/>
          <p14:tracePt t="29266" x="2547938" y="1728788"/>
          <p14:tracePt t="29280" x="2516188" y="1728788"/>
          <p14:tracePt t="29298" x="2503488" y="1728788"/>
          <p14:tracePt t="29311" x="2497138" y="1728788"/>
          <p14:tracePt t="29335" x="2479675" y="1728788"/>
          <p14:tracePt t="29571" x="2486025" y="1728788"/>
          <p14:tracePt t="29586" x="2497138" y="1728788"/>
          <p14:tracePt t="29599" x="2528888" y="1728788"/>
          <p14:tracePt t="29606" x="2554288" y="1741488"/>
          <p14:tracePt t="29615" x="2584450" y="1741488"/>
          <p14:tracePt t="29628" x="2671763" y="1746250"/>
          <p14:tracePt t="29642" x="2733675" y="1758950"/>
          <p14:tracePt t="29647" x="2801938" y="1758950"/>
          <p14:tracePt t="29651" x="2825750" y="1758950"/>
          <p14:tracePt t="29661" x="2894013" y="1758950"/>
          <p14:tracePt t="29678" x="3055938" y="1758950"/>
          <p14:tracePt t="29681" x="3160713" y="1758950"/>
          <p14:tracePt t="29695" x="3241675" y="1758950"/>
          <p14:tracePt t="29713" x="3508375" y="1758950"/>
          <p14:tracePt t="29732" x="3657600" y="1758950"/>
          <p14:tracePt t="29745" x="3706813" y="1758950"/>
          <p14:tracePt t="29762" x="3781425" y="1758950"/>
          <p14:tracePt t="29768" x="3787775" y="1758950"/>
          <p14:tracePt t="31371" x="3787775" y="1765300"/>
          <p14:tracePt t="31502" x="3775075" y="1765300"/>
          <p14:tracePt t="31886" x="3768725" y="1765300"/>
          <p14:tracePt t="31898" x="3756025" y="1765300"/>
          <p14:tracePt t="31907" x="3743325" y="1765300"/>
          <p14:tracePt t="31918" x="3736975" y="1765300"/>
          <p14:tracePt t="31937" x="3713163" y="1765300"/>
          <p14:tracePt t="31953" x="3687763" y="1765300"/>
          <p14:tracePt t="31961" x="3675063" y="1765300"/>
          <p14:tracePt t="31969" x="3651250" y="1765300"/>
          <p14:tracePt t="31981" x="3644900" y="1765300"/>
          <p14:tracePt t="31995" x="3632200" y="1765300"/>
          <p14:tracePt t="32011" x="3625850" y="1765300"/>
          <p14:tracePt t="32029" x="3613150" y="1765300"/>
          <p14:tracePt t="32036" x="3600450" y="1765300"/>
          <p14:tracePt t="32051" x="3595688" y="1765300"/>
          <p14:tracePt t="32084" x="3589338" y="1765300"/>
          <p14:tracePt t="32115" x="3582988" y="1765300"/>
          <p14:tracePt t="32122" x="3582988" y="1771650"/>
          <p14:tracePt t="32129" x="3576638" y="1771650"/>
          <p14:tracePt t="32148" x="3551238" y="1771650"/>
          <p14:tracePt t="32156" x="3544888" y="1771650"/>
          <p14:tracePt t="32162" x="3533775" y="1771650"/>
          <p14:tracePt t="32173" x="3527425" y="1771650"/>
          <p14:tracePt t="32184" x="3508375" y="1771650"/>
          <p14:tracePt t="32193" x="3495675" y="1771650"/>
          <p14:tracePt t="32204" x="3476625" y="1771650"/>
          <p14:tracePt t="32213" x="3446463" y="1771650"/>
          <p14:tracePt t="32221" x="3440113" y="1771650"/>
          <p14:tracePt t="32228" x="3421063" y="1771650"/>
          <p14:tracePt t="32247" x="3390900" y="1771650"/>
          <p14:tracePt t="32262" x="3378200" y="1771650"/>
          <p14:tracePt t="32268" x="3371850" y="1771650"/>
          <p14:tracePt t="32272" x="3365500" y="1771650"/>
          <p14:tracePt t="32291" x="3359150" y="1771650"/>
          <p14:tracePt t="32301" x="3346450" y="1771650"/>
          <p14:tracePt t="32313" x="3340100" y="1771650"/>
          <p14:tracePt t="32331" x="3322638" y="1771650"/>
          <p14:tracePt t="32347" x="3303588" y="1771650"/>
          <p14:tracePt t="32366" x="3273425" y="1771650"/>
          <p14:tracePt t="32373" x="3267075" y="1771650"/>
          <p14:tracePt t="32382" x="3254375" y="1771650"/>
          <p14:tracePt t="32390" x="3235325" y="1771650"/>
          <p14:tracePt t="32396" x="3222625" y="1771650"/>
          <p14:tracePt t="32409" x="3198813" y="1771650"/>
          <p14:tracePt t="32426" x="3154363" y="1771650"/>
          <p14:tracePt t="32431" x="3124200" y="1771650"/>
          <p14:tracePt t="32437" x="3074988" y="1771650"/>
          <p14:tracePt t="32440" x="3049588" y="1771650"/>
          <p14:tracePt t="32448" x="3036888" y="1771650"/>
          <p14:tracePt t="32463" x="3024188" y="1771650"/>
          <p14:tracePt t="32470" x="3017838" y="1771650"/>
          <p14:tracePt t="32473" x="3006725" y="1771650"/>
          <p14:tracePt t="32480" x="3000375" y="1765300"/>
          <p14:tracePt t="32501" x="2974975" y="1765300"/>
          <p14:tracePt t="32511" x="2968625" y="1765300"/>
          <p14:tracePt t="32522" x="2955925" y="1765300"/>
          <p14:tracePt t="32532" x="2938463" y="1765300"/>
          <p14:tracePt t="32547" x="2932113" y="1765300"/>
          <p14:tracePt t="32551" x="2925763" y="1765300"/>
          <p14:tracePt t="32562" x="2894013" y="1765300"/>
          <p14:tracePt t="32579" x="2870200" y="1765300"/>
          <p14:tracePt t="32587" x="2863850" y="1765300"/>
          <p14:tracePt t="32596" x="2857500" y="1765300"/>
          <p14:tracePt t="32606" x="2851150" y="1765300"/>
          <p14:tracePt t="32617" x="2844800" y="1765300"/>
          <p14:tracePt t="32628" x="2838450" y="1765300"/>
          <p14:tracePt t="32646" x="2814638" y="1765300"/>
          <p14:tracePt t="32649" x="2808288" y="1765300"/>
          <p14:tracePt t="32662" x="2789238" y="1752600"/>
          <p14:tracePt t="32686" x="2752725" y="1746250"/>
          <p14:tracePt t="32695" x="2746375" y="1746250"/>
          <p14:tracePt t="32703" x="2740025" y="1746250"/>
          <p14:tracePt t="32712" x="2720975" y="1741488"/>
          <p14:tracePt t="32729" x="2695575" y="1735138"/>
          <p14:tracePt t="32747" x="2690813" y="1735138"/>
          <p14:tracePt t="32829" x="2690813" y="1728788"/>
          <p14:tracePt t="32850" x="2690813" y="1716088"/>
          <p14:tracePt t="32877" x="2720975" y="1703388"/>
          <p14:tracePt t="32889" x="2795588" y="1690688"/>
          <p14:tracePt t="32899" x="2832100" y="1690688"/>
          <p14:tracePt t="32911" x="2870200" y="1690688"/>
          <p14:tracePt t="32929" x="2981325" y="1690688"/>
          <p14:tracePt t="32945" x="3148013" y="1690688"/>
          <p14:tracePt t="32966" x="3297238" y="1690688"/>
          <p14:tracePt t="32975" x="3414713" y="1690688"/>
          <p14:tracePt t="32985" x="3600450" y="1697038"/>
          <p14:tracePt t="33002" x="3736975" y="1697038"/>
          <p14:tracePt t="33013" x="3787775" y="1697038"/>
          <p14:tracePt t="33029" x="3879850" y="1709738"/>
          <p14:tracePt t="33047" x="3917950" y="1709738"/>
          <p14:tracePt t="33062" x="3929063" y="1709738"/>
          <p14:tracePt t="33270" x="3929063" y="1716088"/>
          <p14:tracePt t="33286" x="3929063" y="1728788"/>
          <p14:tracePt t="33306" x="3922713" y="1735138"/>
          <p14:tracePt t="33322" x="3917950" y="1741488"/>
          <p14:tracePt t="33338" x="3905250" y="1746250"/>
          <p14:tracePt t="33356" x="3898900" y="1746250"/>
          <p14:tracePt t="33379" x="3892550" y="1746250"/>
          <p14:tracePt t="33393" x="3886200" y="1746250"/>
          <p14:tracePt t="33399" x="3879850" y="1746250"/>
          <p14:tracePt t="33412" x="3873500" y="1746250"/>
          <p14:tracePt t="33428" x="3867150" y="1746250"/>
          <p14:tracePt t="33432" x="3860800" y="1746250"/>
          <p14:tracePt t="33448" x="3849688" y="1746250"/>
          <p14:tracePt t="33465" x="3843338" y="1746250"/>
          <p14:tracePt t="33471" x="3843338" y="1741488"/>
          <p14:tracePt t="33503" x="3836988" y="1741488"/>
          <p14:tracePt t="33532" x="3830638" y="1741488"/>
          <p14:tracePt t="33562" x="3824288" y="1741488"/>
          <p14:tracePt t="33577" x="3824288" y="1746250"/>
          <p14:tracePt t="33614" x="3817938" y="1746250"/>
          <p14:tracePt t="33748" x="3811588" y="1746250"/>
          <p14:tracePt t="33772" x="3798888" y="1746250"/>
          <p14:tracePt t="33806" x="3794125" y="1746250"/>
          <p14:tracePt t="33822" x="3781425" y="1746250"/>
          <p14:tracePt t="33831" x="3775075" y="1746250"/>
          <p14:tracePt t="33848" x="3762375" y="1746250"/>
          <p14:tracePt t="33851" x="3743325" y="1746250"/>
          <p14:tracePt t="33856" x="3736975" y="1746250"/>
          <p14:tracePt t="33865" x="3725863" y="1746250"/>
          <p14:tracePt t="33883" x="3687763" y="1746250"/>
          <p14:tracePt t="33887" x="3675063" y="1752600"/>
          <p14:tracePt t="33895" x="3657600" y="1752600"/>
          <p14:tracePt t="33916" x="3606800" y="1765300"/>
          <p14:tracePt t="33931" x="3570288" y="1765300"/>
          <p14:tracePt t="33946" x="3538538" y="1765300"/>
          <p14:tracePt t="33962" x="3533775" y="1765300"/>
          <p14:tracePt t="33979" x="3521075" y="1765300"/>
          <p14:tracePt t="34000" x="3514725" y="1765300"/>
          <p14:tracePt t="34007" x="3508375" y="1765300"/>
          <p14:tracePt t="34017" x="3489325" y="1765300"/>
          <p14:tracePt t="34034" x="3476625" y="1765300"/>
          <p14:tracePt t="34051" x="3465513" y="1765300"/>
          <p14:tracePt t="34056" x="3446463" y="1765300"/>
          <p14:tracePt t="34073" x="3440113" y="1765300"/>
          <p14:tracePt t="34083" x="3433763" y="1765300"/>
          <p14:tracePt t="34100" x="3414713" y="1765300"/>
          <p14:tracePt t="34312" x="3421063" y="1758950"/>
          <p14:tracePt t="34319" x="3427413" y="1746250"/>
          <p14:tracePt t="34331" x="3440113" y="1746250"/>
          <p14:tracePt t="34336" x="3476625" y="1741488"/>
          <p14:tracePt t="34346" x="3521075" y="1728788"/>
          <p14:tracePt t="34365" x="3595688" y="1728788"/>
          <p14:tracePt t="34370" x="3632200" y="1722438"/>
          <p14:tracePt t="34385" x="3719513" y="1722438"/>
          <p14:tracePt t="34395" x="3743325" y="1722438"/>
          <p14:tracePt t="34411" x="3781425" y="1722438"/>
          <p14:tracePt t="34417" x="3879850" y="1722438"/>
          <p14:tracePt t="34427" x="3911600" y="1722438"/>
          <p14:tracePt t="34435" x="3935413" y="1722438"/>
          <p14:tracePt t="34445" x="3948113" y="1722438"/>
          <p14:tracePt t="34448" x="3967163" y="1722438"/>
          <p14:tracePt t="34461" x="3973513" y="1722438"/>
          <p14:tracePt t="34624" x="3979863" y="1722438"/>
          <p14:tracePt t="34704" x="3986213" y="1722438"/>
          <p14:tracePt t="34719" x="3997325" y="1728788"/>
          <p14:tracePt t="34729" x="4003675" y="1735138"/>
          <p14:tracePt t="34745" x="4010025" y="1741488"/>
          <p14:tracePt t="34763" x="4022725" y="1758950"/>
          <p14:tracePt t="34779" x="4029075" y="1765300"/>
          <p14:tracePt t="34785" x="4029075" y="1771650"/>
          <p14:tracePt t="34796" x="4029075" y="1778000"/>
          <p14:tracePt t="34812" x="4029075" y="1784350"/>
          <p14:tracePt t="34840" x="4029075" y="1790700"/>
          <p14:tracePt t="34872" x="4029075" y="1797050"/>
          <p14:tracePt t="34888" x="4029075" y="1809750"/>
          <p14:tracePt t="34896" x="4029075" y="1814513"/>
          <p14:tracePt t="34914" x="4016375" y="1820863"/>
          <p14:tracePt t="34931" x="4010025" y="1827213"/>
          <p14:tracePt t="34946" x="4003675" y="1833563"/>
          <p14:tracePt t="34962" x="3990975" y="1833563"/>
          <p14:tracePt t="34978" x="3986213" y="1833563"/>
          <p14:tracePt t="35001" x="3979863" y="1833563"/>
          <p14:tracePt t="35018" x="3973513" y="1833563"/>
          <p14:tracePt t="35032" x="3967163" y="1833563"/>
          <p14:tracePt t="35047" x="3960813" y="1833563"/>
          <p14:tracePt t="35063" x="3935413" y="1833563"/>
          <p14:tracePt t="35081" x="3905250" y="1833563"/>
          <p14:tracePt t="35100" x="3860800" y="1833563"/>
          <p14:tracePt t="35105" x="3836988" y="1820863"/>
          <p14:tracePt t="35115" x="3817938" y="1820863"/>
          <p14:tracePt t="35129" x="3743325" y="1814513"/>
          <p14:tracePt t="35138" x="3719513" y="1814513"/>
          <p14:tracePt t="35147" x="3681413" y="1814513"/>
          <p14:tracePt t="35161" x="3644900" y="1814513"/>
          <p14:tracePt t="35169" x="3557588" y="1814513"/>
          <p14:tracePt t="35178" x="3533775" y="1814513"/>
          <p14:tracePt t="35183" x="3495675" y="1814513"/>
          <p14:tracePt t="35197" x="3465513" y="1814513"/>
          <p14:tracePt t="35202" x="3440113" y="1814513"/>
          <p14:tracePt t="35207" x="3427413" y="1814513"/>
          <p14:tracePt t="35225" x="3384550" y="1814513"/>
          <p14:tracePt t="35235" x="3365500" y="1814513"/>
          <p14:tracePt t="35246" x="3352800" y="1814513"/>
          <p14:tracePt t="35251" x="3340100" y="1814513"/>
          <p14:tracePt t="35264" x="3335338" y="1814513"/>
          <p14:tracePt t="35282" x="3322638" y="1814513"/>
          <p14:tracePt t="35291" x="3309938" y="1814513"/>
          <p14:tracePt t="35299" x="3303588" y="1814513"/>
          <p14:tracePt t="35305" x="3297238" y="1809750"/>
          <p14:tracePt t="35316" x="3284538" y="1809750"/>
          <p14:tracePt t="35332" x="3278188" y="1803400"/>
          <p14:tracePt t="35350" x="3267075" y="1790700"/>
          <p14:tracePt t="35356" x="3260725" y="1784350"/>
          <p14:tracePt t="35365" x="3260725" y="1778000"/>
          <p14:tracePt t="35377" x="3254375" y="1771650"/>
          <p14:tracePt t="35383" x="3248025" y="1765300"/>
          <p14:tracePt t="35386" x="3235325" y="1758950"/>
          <p14:tracePt t="35397" x="3222625" y="1741488"/>
          <p14:tracePt t="35415" x="3205163" y="1716088"/>
          <p14:tracePt t="35429" x="3198813" y="1697038"/>
          <p14:tracePt t="35434" x="3198813" y="1690688"/>
          <p14:tracePt t="35455" x="3198813" y="1622425"/>
          <p14:tracePt t="35463" x="3198813" y="1592263"/>
          <p14:tracePt t="35474" x="3205163" y="1579563"/>
          <p14:tracePt t="35482" x="3209925" y="1560513"/>
          <p14:tracePt t="35491" x="3228975" y="1543050"/>
          <p14:tracePt t="35502" x="3248025" y="1524000"/>
          <p14:tracePt t="35513" x="3290888" y="1498600"/>
          <p14:tracePt t="35530" x="3335338" y="1481138"/>
          <p14:tracePt t="35547" x="3440113" y="1462088"/>
          <p14:tracePt t="35564" x="3527425" y="1462088"/>
          <p14:tracePt t="35573" x="3576638" y="1462088"/>
          <p14:tracePt t="35579" x="3644900" y="1462088"/>
          <p14:tracePt t="35588" x="3725863" y="1462088"/>
          <p14:tracePt t="35596" x="3794125" y="1462088"/>
          <p14:tracePt t="35613" x="3960813" y="1462088"/>
          <p14:tracePt t="35618" x="4029075" y="1462088"/>
          <p14:tracePt t="35630" x="4078288" y="1462088"/>
          <p14:tracePt t="35649" x="4233863" y="1481138"/>
          <p14:tracePt t="35671" x="4394200" y="1511300"/>
          <p14:tracePt t="35685" x="4500563" y="1536700"/>
          <p14:tracePt t="35701" x="4524375" y="1549400"/>
          <p14:tracePt t="35717" x="4530725" y="1560513"/>
          <p14:tracePt t="35729" x="4530725" y="1573213"/>
          <p14:tracePt t="35755" x="4530725" y="1585913"/>
          <p14:tracePt t="35761" x="4530725" y="1604963"/>
          <p14:tracePt t="35769" x="4524375" y="1617663"/>
          <p14:tracePt t="35781" x="4511675" y="1628775"/>
          <p14:tracePt t="35798" x="4481513" y="1647825"/>
          <p14:tracePt t="35815" x="4425950" y="1684338"/>
          <p14:tracePt t="35819" x="4406900" y="1697038"/>
          <p14:tracePt t="35827" x="4381500" y="1703388"/>
          <p14:tracePt t="35835" x="4364038" y="1722438"/>
          <p14:tracePt t="35851" x="4332288" y="1728788"/>
          <p14:tracePt t="35853" x="4319588" y="1741488"/>
          <p14:tracePt t="35866" x="4302125" y="1758950"/>
          <p14:tracePt t="35880" x="4214813" y="1797050"/>
          <p14:tracePt t="35897" x="4178300" y="1814513"/>
          <p14:tracePt t="35914" x="4097338" y="1839913"/>
          <p14:tracePt t="35925" x="4090988" y="1846263"/>
          <p14:tracePt t="35932" x="4041775" y="1858963"/>
          <p14:tracePt t="35943" x="4029075" y="1858963"/>
          <p14:tracePt t="35952" x="3986213" y="1865313"/>
          <p14:tracePt t="35962" x="3941763" y="1865313"/>
          <p14:tracePt t="35980" x="3873500" y="1871663"/>
          <p14:tracePt t="35997" x="3798888" y="1871663"/>
          <p14:tracePt t="36012" x="3762375" y="1871663"/>
          <p14:tracePt t="36018" x="3725863" y="1871663"/>
          <p14:tracePt t="36025" x="3687763" y="1871663"/>
          <p14:tracePt t="36034" x="3663950" y="1871663"/>
          <p14:tracePt t="36046" x="3613150" y="1871663"/>
          <p14:tracePt t="36058" x="3514725" y="1871663"/>
          <p14:tracePt t="36068" x="3476625" y="1871663"/>
          <p14:tracePt t="36079" x="3440113" y="1871663"/>
          <p14:tracePt t="36096" x="3384550" y="1871663"/>
          <p14:tracePt t="36113" x="3335338" y="1871663"/>
          <p14:tracePt t="36133" x="3254375" y="1871663"/>
          <p14:tracePt t="36139" x="3235325" y="1871663"/>
          <p14:tracePt t="36153" x="3198813" y="1865313"/>
          <p14:tracePt t="36162" x="3186113" y="1852613"/>
          <p14:tracePt t="36180" x="3148013" y="1839913"/>
          <p14:tracePt t="36198" x="3124200" y="1809750"/>
          <p14:tracePt t="36202" x="3105150" y="1797050"/>
          <p14:tracePt t="36212" x="3086100" y="1778000"/>
          <p14:tracePt t="36218" x="3074988" y="1765300"/>
          <p14:tracePt t="36228" x="3055938" y="1741488"/>
          <p14:tracePt t="36236" x="3043238" y="1722438"/>
          <p14:tracePt t="36242" x="3036888" y="1703388"/>
          <p14:tracePt t="36256" x="3024188" y="1684338"/>
          <p14:tracePt t="36267" x="3024188" y="1666875"/>
          <p14:tracePt t="36280" x="3006725" y="1635125"/>
          <p14:tracePt t="36297" x="3006725" y="1617663"/>
          <p14:tracePt t="36301" x="3006725" y="1611313"/>
          <p14:tracePt t="36310" x="3006725" y="1604963"/>
          <p14:tracePt t="36318" x="3006725" y="1598613"/>
          <p14:tracePt t="36329" x="3006725" y="1579563"/>
          <p14:tracePt t="36336" x="3006725" y="1573213"/>
          <p14:tracePt t="36347" x="3013075" y="1573213"/>
          <p14:tracePt t="36351" x="3017838" y="1566863"/>
          <p14:tracePt t="36370" x="3036888" y="1560513"/>
          <p14:tracePt t="36379" x="3062288" y="1560513"/>
          <p14:tracePt t="36397" x="3143250" y="1543050"/>
          <p14:tracePt t="36403" x="3179763" y="1543050"/>
          <p14:tracePt t="36427" x="3297238" y="1543050"/>
          <p14:tracePt t="36441" x="3452813" y="1543050"/>
          <p14:tracePt t="36447" x="3521075" y="1555750"/>
          <p14:tracePt t="36457" x="3557588" y="1566863"/>
          <p14:tracePt t="36465" x="3595688" y="1573213"/>
          <p14:tracePt t="36480" x="3675063" y="1592263"/>
          <p14:tracePt t="36511" x="3743325" y="1604963"/>
          <p14:tracePt t="36516" x="3762375" y="1611313"/>
          <p14:tracePt t="36530" x="3768725" y="1617663"/>
          <p14:tracePt t="36580" x="3768725" y="1628775"/>
          <p14:tracePt t="36593" x="3768725" y="1635125"/>
          <p14:tracePt t="36608" x="3768725" y="1641475"/>
          <p14:tracePt t="36616" x="3768725" y="1647825"/>
          <p14:tracePt t="36634" x="3768725" y="1654175"/>
          <p14:tracePt t="36648" x="3775075" y="1660525"/>
          <p14:tracePt t="36665" x="3775075" y="1666875"/>
          <p14:tracePt t="36681" x="3781425" y="1673225"/>
          <p14:tracePt t="36696" x="3781425" y="1684338"/>
          <p14:tracePt t="36794" x="3798888" y="1679575"/>
          <p14:tracePt t="36807" x="3805238" y="1673225"/>
          <p14:tracePt t="36822" x="3830638" y="1660525"/>
          <p14:tracePt t="36835" x="3856038" y="1635125"/>
          <p14:tracePt t="39510" x="3860800" y="1635125"/>
          <p14:tracePt t="39523" x="4016375" y="1741488"/>
          <p14:tracePt t="39533" x="4140200" y="1820863"/>
          <p14:tracePt t="39538" x="4257675" y="1889125"/>
          <p14:tracePt t="39559" x="4413250" y="1982788"/>
          <p14:tracePt t="39574" x="4432300" y="2063750"/>
          <p14:tracePt t="39585" x="4432300" y="2100263"/>
          <p14:tracePt t="39600" x="4443413" y="2317750"/>
          <p14:tracePt t="39615" x="4456113" y="2446338"/>
          <p14:tracePt t="39619" x="4468813" y="2565400"/>
          <p14:tracePt t="39630" x="4481513" y="2670175"/>
          <p14:tracePt t="39635" x="4494213" y="2768600"/>
          <p14:tracePt t="39656" x="4518025" y="3073400"/>
          <p14:tracePt t="39667" x="4518025" y="3171825"/>
          <p14:tracePt t="39679" x="4518025" y="3252788"/>
          <p14:tracePt t="39697" x="4475163" y="3494088"/>
          <p14:tracePt t="39716" x="4387850" y="3643313"/>
          <p14:tracePt t="39730" x="4289425" y="3790950"/>
          <p14:tracePt t="39748" x="4221163" y="3897313"/>
          <p14:tracePt t="39756" x="4178300" y="3946525"/>
          <p14:tracePt t="39764" x="4152900" y="3965575"/>
          <p14:tracePt t="39772" x="4110038" y="3983038"/>
          <p14:tracePt t="39786" x="3917950" y="4089400"/>
          <p14:tracePt t="39804" x="3570288" y="4268788"/>
          <p14:tracePt t="39812" x="3433763" y="4343400"/>
          <p14:tracePt t="39822" x="3273425" y="4422775"/>
          <p14:tracePt t="39830" x="3049588" y="4546600"/>
          <p14:tracePt t="39852" x="2492375" y="4826000"/>
          <p14:tracePt t="39865" x="2089150" y="5005388"/>
          <p14:tracePt t="39886" x="1468438" y="5216525"/>
          <p14:tracePt t="39896" x="1165225" y="5314950"/>
          <p14:tracePt t="39902" x="898525" y="5383213"/>
          <p14:tracePt t="39912" x="588963" y="5483225"/>
          <p14:tracePt t="39931" x="315913" y="5568950"/>
          <p14:tracePt t="40548" x="11212513" y="384175"/>
          <p14:tracePt t="40556" x="11237913" y="533400"/>
          <p14:tracePt t="40566" x="11250613" y="650875"/>
          <p14:tracePt t="40570" x="11268075" y="817563"/>
          <p14:tracePt t="40586" x="11268075" y="960438"/>
          <p14:tracePt t="40589" x="11255375" y="1077913"/>
          <p14:tracePt t="40596" x="11231563" y="1244600"/>
          <p14:tracePt t="40605" x="11206163" y="1393825"/>
          <p14:tracePt t="40618" x="11088688" y="1703388"/>
          <p14:tracePt t="40623" x="11039475" y="1827213"/>
          <p14:tracePt t="40632" x="10971213" y="1963738"/>
          <p14:tracePt t="40650" x="10791825" y="2192338"/>
          <p14:tracePt t="40665" x="10587038" y="2409825"/>
          <p14:tracePt t="40675" x="10444163" y="2527300"/>
          <p14:tracePt t="40685" x="10320338" y="2620963"/>
          <p14:tracePt t="40689" x="10140950" y="2732088"/>
          <p14:tracePt t="40699" x="9998075" y="2813050"/>
          <p14:tracePt t="40718" x="9569450" y="3022600"/>
          <p14:tracePt t="40721" x="9291638" y="3141663"/>
          <p14:tracePt t="40730" x="9005888" y="3252788"/>
          <p14:tracePt t="40751" x="7827963" y="3587750"/>
          <p14:tracePt t="40759" x="7400925" y="3673475"/>
          <p14:tracePt t="40767" x="7004050" y="3754438"/>
          <p14:tracePt t="40785" x="6030913" y="3890963"/>
          <p14:tracePt t="40803" x="5138738" y="3952875"/>
          <p14:tracePt t="40810" x="4660900" y="3970338"/>
          <p14:tracePt t="40818" x="4183063" y="3995738"/>
          <p14:tracePt t="40834" x="3470275" y="4014788"/>
          <p14:tracePt t="40843" x="3160713" y="4014788"/>
          <p14:tracePt t="40850" x="2814638" y="3983038"/>
          <p14:tracePt t="40864" x="2454275" y="3921125"/>
          <p14:tracePt t="40884" x="1871663" y="3711575"/>
          <p14:tracePt t="40901" x="1698625" y="3549650"/>
          <p14:tracePt t="40913" x="1457325" y="3203575"/>
          <p14:tracePt t="40930" x="1400175" y="2949575"/>
          <p14:tracePt t="40936" x="1389063" y="2830513"/>
          <p14:tracePt t="40960" x="1393825" y="2595563"/>
          <p14:tracePt t="40977" x="1444625" y="2452688"/>
          <p14:tracePt t="40986" x="1462088" y="2397125"/>
          <p14:tracePt t="41002" x="1512888" y="2322513"/>
          <p14:tracePt t="41012" x="1555750" y="2292350"/>
          <p14:tracePt t="41023" x="1630363" y="2254250"/>
          <p14:tracePt t="41034" x="1735138" y="2211388"/>
          <p14:tracePt t="41052" x="1989138" y="2162175"/>
          <p14:tracePt t="41056" x="2200275" y="2130425"/>
          <p14:tracePt t="41066" x="2454275" y="2100263"/>
          <p14:tracePt t="41083" x="3043238" y="2063750"/>
          <p14:tracePt t="41091" x="3316288" y="2063750"/>
          <p14:tracePt t="41099" x="3589338" y="2063750"/>
          <p14:tracePt t="41108" x="3892550" y="2063750"/>
          <p14:tracePt t="41121" x="4475163" y="2143125"/>
          <p14:tracePt t="41136" x="4908550" y="2260600"/>
          <p14:tracePt t="41147" x="5113338" y="2322513"/>
          <p14:tracePt t="41164" x="5614988" y="2540000"/>
          <p14:tracePt t="41168" x="5932488" y="2676525"/>
          <p14:tracePt t="41180" x="6223000" y="2813050"/>
          <p14:tracePt t="41200" x="6929438" y="3184525"/>
          <p14:tracePt t="41212" x="7127875" y="3295650"/>
          <p14:tracePt t="41218" x="7270750" y="3395663"/>
          <p14:tracePt t="41228" x="7375525" y="3487738"/>
          <p14:tracePt t="41235" x="7456488" y="3568700"/>
          <p14:tracePt t="41243" x="7462838" y="3592513"/>
          <p14:tracePt t="41252" x="7481888" y="3636963"/>
          <p14:tracePt t="41256" x="7481888" y="3660775"/>
          <p14:tracePt t="41267" x="7481888" y="3673475"/>
          <p14:tracePt t="41282" x="7475538" y="3686175"/>
          <p14:tracePt t="41298" x="7462838" y="3686175"/>
          <p14:tracePt t="41317" x="7456488" y="3692525"/>
          <p14:tracePt t="41336" x="7437438" y="3698875"/>
          <p14:tracePt t="41366" x="7358063" y="3722688"/>
          <p14:tracePt t="41374" x="7319963" y="3735388"/>
          <p14:tracePt t="41385" x="7232650" y="3754438"/>
          <p14:tracePt t="41394" x="7215188" y="3754438"/>
          <p14:tracePt t="41401" x="7202488" y="3754438"/>
          <p14:tracePt t="41416" x="7170738" y="3754438"/>
          <p14:tracePt t="41425" x="7108825" y="3754438"/>
          <p14:tracePt t="41430" x="7059613" y="3748088"/>
          <p14:tracePt t="41448" x="7004050" y="3748088"/>
          <p14:tracePt t="41452" x="6954838" y="3748088"/>
          <p14:tracePt t="41458" x="6916738" y="3748088"/>
          <p14:tracePt t="41475" x="6711950" y="3722688"/>
          <p14:tracePt t="41481" x="6545263" y="3711575"/>
          <p14:tracePt t="41492" x="6359525" y="3679825"/>
          <p14:tracePt t="41498" x="6135688" y="3649663"/>
          <p14:tracePt t="41509" x="5975350" y="3636963"/>
          <p14:tracePt t="41519" x="5640388" y="3592513"/>
          <p14:tracePt t="41532" x="5491163" y="3568700"/>
          <p14:tracePt t="41538" x="5392738" y="3556000"/>
          <p14:tracePt t="41544" x="5256213" y="3543300"/>
          <p14:tracePt t="41562" x="4940300" y="3500438"/>
          <p14:tracePt t="41567" x="4760913" y="3487738"/>
          <p14:tracePt t="41577" x="4641850" y="3475038"/>
          <p14:tracePt t="41587" x="4462463" y="3457575"/>
          <p14:tracePt t="41598" x="4313238" y="3457575"/>
          <p14:tracePt t="41617" x="3979863" y="3444875"/>
          <p14:tracePt t="41632" x="3898900" y="3432175"/>
          <p14:tracePt t="41637" x="3879850" y="3419475"/>
          <p14:tracePt t="41651" x="3843338" y="3400425"/>
          <p14:tracePt t="41665" x="3811588" y="3363913"/>
          <p14:tracePt t="41687" x="3781425" y="3333750"/>
          <p14:tracePt t="41692" x="3781425" y="3302000"/>
          <p14:tracePt t="41702" x="3775075" y="3289300"/>
          <p14:tracePt t="41721" x="3768725" y="3184525"/>
          <p14:tracePt t="41730" x="3768725" y="3146425"/>
          <p14:tracePt t="41740" x="3768725" y="3122613"/>
          <p14:tracePt t="41748" x="3768725" y="3084513"/>
          <p14:tracePt t="41765" x="3768725" y="2954338"/>
          <p14:tracePt t="41772" x="3768725" y="2887663"/>
          <p14:tracePt t="41777" x="3768725" y="2819400"/>
          <p14:tracePt t="41790" x="3768725" y="2751138"/>
          <p14:tracePt t="41803" x="3768725" y="2633663"/>
          <p14:tracePt t="41816" x="3768725" y="2608263"/>
          <p14:tracePt t="41825" x="3768725" y="2576513"/>
          <p14:tracePt t="41832" x="3768725" y="2559050"/>
          <p14:tracePt t="41852" x="3787775" y="2520950"/>
          <p14:tracePt t="41866" x="3817938" y="2497138"/>
          <p14:tracePt t="41884" x="3849688" y="2478088"/>
          <p14:tracePt t="41899" x="3973513" y="2416175"/>
          <p14:tracePt t="41915" x="4103688" y="2360613"/>
          <p14:tracePt t="41931" x="4171950" y="2335213"/>
          <p14:tracePt t="41949" x="4425950" y="2279650"/>
          <p14:tracePt t="41971" x="4840288" y="2230438"/>
          <p14:tracePt t="41980" x="4976813" y="2217738"/>
          <p14:tracePt t="41994" x="5286375" y="2217738"/>
          <p14:tracePt t="42002" x="5491163" y="2224088"/>
          <p14:tracePt t="42007" x="5745163" y="2254250"/>
          <p14:tracePt t="42017" x="5999163" y="2292350"/>
          <p14:tracePt t="42030" x="6223000" y="2322513"/>
          <p14:tracePt t="42048" x="6619875" y="2397125"/>
          <p14:tracePt t="42052" x="6831013" y="2446338"/>
          <p14:tracePt t="42056" x="6997700" y="2471738"/>
          <p14:tracePt t="42065" x="7183438" y="2503488"/>
          <p14:tracePt t="42085" x="7499350" y="2559050"/>
          <p14:tracePt t="42098" x="7772400" y="2608263"/>
          <p14:tracePt t="42115" x="7902575" y="2644775"/>
          <p14:tracePt t="42131" x="7970838" y="2663825"/>
          <p14:tracePt t="42136" x="7970838" y="2670175"/>
          <p14:tracePt t="42147" x="7977188" y="2676525"/>
          <p14:tracePt t="42166" x="7989888" y="2719388"/>
          <p14:tracePt t="42175" x="7989888" y="2744788"/>
          <p14:tracePt t="42182" x="7989888" y="2762250"/>
          <p14:tracePt t="42188" x="7983538" y="2787650"/>
          <p14:tracePt t="42196" x="7964488" y="2830513"/>
          <p14:tracePt t="42205" x="7958138" y="2855913"/>
          <p14:tracePt t="42215" x="7940675" y="2898775"/>
          <p14:tracePt t="42232" x="7896225" y="2954338"/>
          <p14:tracePt t="42240" x="7866063" y="3011488"/>
          <p14:tracePt t="42247" x="7791450" y="3090863"/>
          <p14:tracePt t="42263" x="7729538" y="3165475"/>
          <p14:tracePt t="42267" x="7667625" y="3208338"/>
          <p14:tracePt t="42283" x="7573963" y="3276600"/>
          <p14:tracePt t="42288" x="7450138" y="3327400"/>
          <p14:tracePt t="42298" x="7345363" y="3370263"/>
          <p14:tracePt t="42316" x="7091363" y="3432175"/>
          <p14:tracePt t="42320" x="6942138" y="3462338"/>
          <p14:tracePt t="42335" x="6626225" y="3487738"/>
          <p14:tracePt t="42345" x="6464300" y="3487738"/>
          <p14:tracePt t="42356" x="6265863" y="3487738"/>
          <p14:tracePt t="42365" x="6062663" y="3487738"/>
          <p14:tracePt t="42370" x="5881688" y="3487738"/>
          <p14:tracePt t="42381" x="5715000" y="3481388"/>
          <p14:tracePt t="42386" x="5529263" y="3451225"/>
          <p14:tracePt t="42393" x="5299075" y="3400425"/>
          <p14:tracePt t="42398" x="5132388" y="3363913"/>
          <p14:tracePt t="42413" x="4995863" y="3321050"/>
          <p14:tracePt t="42429" x="4822825" y="3265488"/>
          <p14:tracePt t="42436" x="4686300" y="3221038"/>
          <p14:tracePt t="42445" x="4475163" y="3116263"/>
          <p14:tracePt t="42453" x="4419600" y="3073400"/>
          <p14:tracePt t="42462" x="4376738" y="3022600"/>
          <p14:tracePt t="42472" x="4344988" y="2960688"/>
          <p14:tracePt t="42480" x="4344988" y="2943225"/>
          <p14:tracePt t="42499" x="4344988" y="2892425"/>
          <p14:tracePt t="42518" x="4364038" y="2774950"/>
          <p14:tracePt t="42524" x="4381500" y="2719388"/>
          <p14:tracePt t="42537" x="4500563" y="2533650"/>
          <p14:tracePt t="42556" x="4686300" y="2390775"/>
          <p14:tracePt t="42564" x="4772025" y="2341563"/>
          <p14:tracePt t="42572" x="4865688" y="2305050"/>
          <p14:tracePt t="42580" x="5002213" y="2260600"/>
          <p14:tracePt t="42594" x="5132388" y="2236788"/>
          <p14:tracePt t="42601" x="5399088" y="2224088"/>
          <p14:tracePt t="42612" x="5529263" y="2230438"/>
          <p14:tracePt t="42621" x="5721350" y="2254250"/>
          <p14:tracePt t="42631" x="5868988" y="2286000"/>
          <p14:tracePt t="42648" x="6323013" y="2397125"/>
          <p14:tracePt t="42666" x="6854825" y="2620963"/>
          <p14:tracePt t="42673" x="7004050" y="2689225"/>
          <p14:tracePt t="42685" x="7146925" y="2768600"/>
          <p14:tracePt t="42699" x="7326313" y="2917825"/>
          <p14:tracePt t="42712" x="7326313" y="2943225"/>
          <p14:tracePt t="42718" x="7339013" y="2967038"/>
          <p14:tracePt t="42729" x="7339013" y="2998788"/>
          <p14:tracePt t="42740" x="7339013" y="3022600"/>
          <p14:tracePt t="42748" x="7339013" y="3035300"/>
          <p14:tracePt t="42757" x="7307263" y="3067050"/>
          <p14:tracePt t="42766" x="7283450" y="3073400"/>
          <p14:tracePt t="42776" x="7202488" y="3090863"/>
          <p14:tracePt t="42783" x="7140575" y="3103563"/>
          <p14:tracePt t="42791" x="7035800" y="3116263"/>
          <p14:tracePt t="42800" x="6916738" y="3141663"/>
          <p14:tracePt t="42815" x="6769100" y="3152775"/>
          <p14:tracePt t="42819" x="6619875" y="3152775"/>
          <p14:tracePt t="42832" x="6489700" y="3152775"/>
          <p14:tracePt t="42851" x="6124575" y="3135313"/>
          <p14:tracePt t="42867" x="5932488" y="3073400"/>
          <p14:tracePt t="42881" x="5813425" y="3005138"/>
          <p14:tracePt t="42898" x="5751513" y="2917825"/>
          <p14:tracePt t="42915" x="5721350" y="2806700"/>
          <p14:tracePt t="42932" x="5727700" y="2689225"/>
          <p14:tracePt t="42942" x="5757863" y="2614613"/>
          <p14:tracePt t="42948" x="5807075" y="2552700"/>
          <p14:tracePt t="42959" x="5868988" y="2490788"/>
          <p14:tracePt t="42963" x="5962650" y="2416175"/>
          <p14:tracePt t="42972" x="6067425" y="2347913"/>
          <p14:tracePt t="42981" x="6154738" y="2311400"/>
          <p14:tracePt t="42999" x="6378575" y="2254250"/>
          <p14:tracePt t="43002" x="6477000" y="2254250"/>
          <p14:tracePt t="43016" x="6564313" y="2273300"/>
          <p14:tracePt t="43020" x="6638925" y="2311400"/>
          <p14:tracePt t="43031" x="6711950" y="2373313"/>
          <p14:tracePt t="43035" x="6762750" y="2452688"/>
          <p14:tracePt t="43040" x="6799263" y="2540000"/>
          <p14:tracePt t="43055" x="6799263" y="2565400"/>
          <p14:tracePt t="43060" x="6799263" y="2589213"/>
          <p14:tracePt t="43069" x="6799263" y="2651125"/>
          <p14:tracePt t="43083" x="6799263" y="2732088"/>
          <p14:tracePt t="43090" x="6786563" y="2762250"/>
          <p14:tracePt t="43095" x="6775450" y="2768600"/>
          <p14:tracePt t="43114" x="6724650" y="2787650"/>
          <p14:tracePt t="43122" x="6688138" y="2787650"/>
          <p14:tracePt t="43131" x="6645275" y="2787650"/>
          <p14:tracePt t="43146" x="6613525" y="2787650"/>
          <p14:tracePt t="43157" x="6532563" y="2751138"/>
          <p14:tracePt t="43164" x="6519863" y="2719388"/>
          <p14:tracePt t="43171" x="6496050" y="2682875"/>
          <p14:tracePt t="43175" x="6496050" y="2644775"/>
          <p14:tracePt t="43185" x="6496050" y="2620963"/>
          <p14:tracePt t="43200" x="6496050" y="2459038"/>
          <p14:tracePt t="43215" x="6502400" y="2341563"/>
          <p14:tracePt t="43219" x="6551613" y="2149475"/>
          <p14:tracePt t="43223" x="6632575" y="1938338"/>
          <p14:tracePt t="43232" x="6707188" y="1752600"/>
          <p14:tracePt t="43252" x="6831013" y="1481138"/>
          <p14:tracePt t="43267" x="7029450" y="1195388"/>
          <p14:tracePt t="43283" x="7245350" y="1016000"/>
          <p14:tracePt t="43287" x="7362825" y="966788"/>
          <p14:tracePt t="43300" x="7469188" y="941388"/>
          <p14:tracePt t="43316" x="7716838" y="928688"/>
          <p14:tracePt t="43320" x="7866063" y="935038"/>
          <p14:tracePt t="43338" x="8120063" y="984250"/>
          <p14:tracePt t="43352" x="8361363" y="1065213"/>
          <p14:tracePt t="43364" x="8448675" y="1103313"/>
          <p14:tracePt t="43368" x="8553450" y="1146175"/>
          <p14:tracePt t="43382" x="8566150" y="1152525"/>
          <p14:tracePt t="43398" x="8615363" y="1176338"/>
          <p14:tracePt t="43417" x="8621713" y="1195388"/>
          <p14:tracePt t="43441" x="8621713" y="1220788"/>
          <p14:tracePt t="43451" x="8621713" y="1250950"/>
          <p14:tracePt t="43464" x="8591550" y="1295400"/>
          <p14:tracePt t="43482" x="8559800" y="1331913"/>
          <p14:tracePt t="43487" x="8540750" y="1338263"/>
          <p14:tracePt t="43499" x="8523288" y="1350963"/>
          <p14:tracePt t="43519" x="8478838" y="1350963"/>
          <p14:tracePt t="43524" x="8466138" y="1350963"/>
          <p14:tracePt t="43532" x="8461375" y="1350963"/>
          <p14:tracePt t="43546" x="8455025" y="1350963"/>
          <p14:tracePt t="43555" x="8429625" y="1338263"/>
          <p14:tracePt t="43562" x="8423275" y="1331913"/>
          <p14:tracePt t="43567" x="8416925" y="1325563"/>
          <p14:tracePt t="43579" x="8404225" y="1325563"/>
          <p14:tracePt t="43601" x="8397875" y="1325563"/>
          <p14:tracePt t="43608" x="8386763" y="1325563"/>
          <p14:tracePt t="43614" x="8355013" y="1344613"/>
          <p14:tracePt t="43631" x="8243888" y="1412875"/>
          <p14:tracePt t="43651" x="8143875" y="1468438"/>
          <p14:tracePt t="43667" x="8002588" y="1530350"/>
          <p14:tracePt t="43685" x="7921625" y="1549400"/>
          <p14:tracePt t="43691" x="7896225" y="1549400"/>
          <p14:tracePt t="43697" x="7878763" y="1549400"/>
          <p14:tracePt t="43712" x="7872413" y="1549400"/>
          <p14:tracePt t="43715" x="7866063" y="1549400"/>
          <p14:tracePt t="43721" x="7859713" y="1543050"/>
          <p14:tracePt t="43729" x="7853363" y="1536700"/>
          <p14:tracePt t="43736" x="7840663" y="1511300"/>
          <p14:tracePt t="43744" x="7840663" y="1492250"/>
          <p14:tracePt t="43751" x="7840663" y="1468438"/>
          <p14:tracePt t="43767" x="7847013" y="1425575"/>
          <p14:tracePt t="43782" x="7853363" y="1419225"/>
          <p14:tracePt t="43799" x="7853363" y="1412875"/>
          <p14:tracePt t="43817" x="7791450" y="1406525"/>
          <p14:tracePt t="43824" x="7729538" y="1406525"/>
          <p14:tracePt t="43831" x="7642225" y="1406525"/>
          <p14:tracePt t="43842" x="7543800" y="1412875"/>
          <p14:tracePt t="43852" x="7375525" y="1436688"/>
          <p14:tracePt t="43865" x="6837363" y="1487488"/>
          <p14:tracePt t="43883" x="6254750" y="1504950"/>
          <p14:tracePt t="43914" x="5535613" y="1504950"/>
          <p14:tracePt t="43924" x="5138738" y="1468438"/>
          <p14:tracePt t="43933" x="4970463" y="1455738"/>
          <p14:tracePt t="43947" x="4840288" y="1425575"/>
          <p14:tracePt t="43955" x="4679950" y="1393825"/>
          <p14:tracePt t="43964" x="4667250" y="1381125"/>
          <p14:tracePt t="43976" x="4654550" y="1374775"/>
          <p14:tracePt t="43989" x="4654550" y="1368425"/>
          <p14:tracePt t="44008" x="4654550" y="1363663"/>
          <p14:tracePt t="44019" x="4673600" y="1363663"/>
          <p14:tracePt t="44031" x="4703763" y="1350963"/>
          <p14:tracePt t="44055" x="4859338" y="1306513"/>
          <p14:tracePt t="44067" x="4983163" y="1289050"/>
          <p14:tracePt t="44089" x="5089525" y="1276350"/>
          <p14:tracePt t="44096" x="5126038" y="1276350"/>
          <p14:tracePt t="44102" x="5145088" y="1276350"/>
          <p14:tracePt t="44114" x="5156200" y="1276350"/>
          <p14:tracePt t="44136" x="5168900" y="1276350"/>
          <p14:tracePt t="44157" x="5194300" y="1295400"/>
          <p14:tracePt t="44167" x="5213350" y="1301750"/>
          <p14:tracePt t="44171" x="5237163" y="1306513"/>
          <p14:tracePt t="44176" x="5299075" y="1331913"/>
          <p14:tracePt t="44185" x="5354638" y="1344613"/>
          <p14:tracePt t="44198" x="5392738" y="1350963"/>
          <p14:tracePt t="44217" x="5541963" y="1363663"/>
          <p14:tracePt t="44239" x="5770563" y="1363663"/>
          <p14:tracePt t="44248" x="5888038" y="1363663"/>
          <p14:tracePt t="44254" x="6037263" y="1357313"/>
          <p14:tracePt t="44268" x="6353175" y="1312863"/>
          <p14:tracePt t="44286" x="6707188" y="1257300"/>
          <p14:tracePt t="44296" x="6854825" y="1233488"/>
          <p14:tracePt t="44300" x="7040563" y="1201738"/>
          <p14:tracePt t="44306" x="7227888" y="1189038"/>
          <p14:tracePt t="44325" x="7488238" y="1176338"/>
          <p14:tracePt t="44338" x="7685088" y="1176338"/>
          <p14:tracePt t="44353" x="7810500" y="1165225"/>
          <p14:tracePt t="44360" x="7815263" y="1165225"/>
          <p14:tracePt t="44450" x="7797800" y="1171575"/>
          <p14:tracePt t="44460" x="7759700" y="1182688"/>
          <p14:tracePt t="44473" x="7723188" y="1189038"/>
          <p14:tracePt t="44487" x="7654925" y="1201738"/>
          <p14:tracePt t="44503" x="7400925" y="1244600"/>
          <p14:tracePt t="44512" x="7239000" y="1257300"/>
          <p14:tracePt t="44518" x="7091363" y="1270000"/>
          <p14:tracePt t="44528" x="6910388" y="1270000"/>
          <p14:tracePt t="44536" x="6681788" y="1270000"/>
          <p14:tracePt t="44542" x="6446838" y="1270000"/>
          <p14:tracePt t="44547" x="6105525" y="1270000"/>
          <p14:tracePt t="44555" x="5802313" y="1270000"/>
          <p14:tracePt t="44566" x="5467350" y="1270000"/>
          <p14:tracePt t="44575" x="5194300" y="1270000"/>
          <p14:tracePt t="44580" x="4921250" y="1270000"/>
          <p14:tracePt t="44590" x="4641850" y="1257300"/>
          <p14:tracePt t="44598" x="4438650" y="1257300"/>
          <p14:tracePt t="44602" x="4325938" y="1257300"/>
          <p14:tracePt t="44607" x="4240213" y="1244600"/>
          <p14:tracePt t="44657" x="4251325" y="1244600"/>
          <p14:tracePt t="44667" x="4270375" y="1244600"/>
          <p14:tracePt t="44682" x="4332288" y="1227138"/>
          <p14:tracePt t="44701" x="4456113" y="1220788"/>
          <p14:tracePt t="44714" x="4556125" y="1220788"/>
          <p14:tracePt t="44731" x="4741863" y="1220788"/>
          <p14:tracePt t="44750" x="5002213" y="1220788"/>
          <p14:tracePt t="44755" x="5168900" y="1227138"/>
          <p14:tracePt t="44760" x="5318125" y="1227138"/>
          <p14:tracePt t="44768" x="5448300" y="1238250"/>
          <p14:tracePt t="44780" x="5546725" y="1238250"/>
          <p14:tracePt t="44796" x="5695950" y="1238250"/>
          <p14:tracePt t="44811" x="5949950" y="1263650"/>
          <p14:tracePt t="44817" x="6049963" y="1276350"/>
          <p14:tracePt t="44825" x="6316663" y="1301750"/>
          <p14:tracePt t="44832" x="6434138" y="1301750"/>
          <p14:tracePt t="44853" x="6613525" y="1312863"/>
          <p14:tracePt t="44865" x="6656388" y="1325563"/>
          <p14:tracePt t="44885" x="6681788" y="1331913"/>
          <p14:tracePt t="44899" x="6707188" y="1331913"/>
          <p14:tracePt t="44915" x="6743700" y="1331913"/>
          <p14:tracePt t="44919" x="6762750" y="1331913"/>
          <p14:tracePt t="44929" x="6780213" y="1331913"/>
          <p14:tracePt t="44940" x="6792913" y="1331913"/>
          <p14:tracePt t="44948" x="6799263" y="1331913"/>
          <p14:tracePt t="44952" x="6824663" y="1331913"/>
          <p14:tracePt t="44966" x="6842125" y="1331913"/>
          <p14:tracePt t="44971" x="6854825" y="1331913"/>
          <p14:tracePt t="44981" x="6886575" y="1331913"/>
          <p14:tracePt t="44997" x="6899275" y="1331913"/>
          <p14:tracePt t="45002" x="6923088" y="1331913"/>
          <p14:tracePt t="45006" x="6961188" y="1331913"/>
          <p14:tracePt t="45014" x="6997700" y="1331913"/>
          <p14:tracePt t="45021" x="7046913" y="1331913"/>
          <p14:tracePt t="45031" x="7085013" y="1331913"/>
          <p14:tracePt t="45048" x="7208838" y="1331913"/>
          <p14:tracePt t="45068" x="7375525" y="1319213"/>
          <p14:tracePt t="45076" x="7431088" y="1306513"/>
          <p14:tracePt t="45081" x="7469188" y="1301750"/>
          <p14:tracePt t="45091" x="7493000" y="1301750"/>
          <p14:tracePt t="45100" x="7512050" y="1289050"/>
          <p14:tracePt t="45116" x="7543800" y="1282700"/>
          <p14:tracePt t="45131" x="7580313" y="1270000"/>
          <p14:tracePt t="45149" x="7612063" y="1263650"/>
          <p14:tracePt t="45155" x="7618413" y="1263650"/>
          <p14:tracePt t="45242" x="7612063" y="1270000"/>
          <p14:tracePt t="45252" x="7599363" y="1270000"/>
          <p14:tracePt t="45267" x="7531100" y="1289050"/>
          <p14:tracePt t="45282" x="7407275" y="1312863"/>
          <p14:tracePt t="45302" x="7300913" y="1312863"/>
          <p14:tracePt t="45306" x="7232650" y="1312863"/>
          <p14:tracePt t="45316" x="7134225" y="1312863"/>
          <p14:tracePt t="45324" x="7035800" y="1312863"/>
          <p14:tracePt t="45336" x="6786563" y="1312863"/>
          <p14:tracePt t="45350" x="6656388" y="1312863"/>
          <p14:tracePt t="45361" x="6396038" y="1312863"/>
          <p14:tracePt t="45370" x="6310313" y="1312863"/>
          <p14:tracePt t="45381" x="6210300" y="1312863"/>
          <p14:tracePt t="45403" x="6062663" y="1312863"/>
          <p14:tracePt t="45408" x="5994400" y="1312863"/>
          <p14:tracePt t="45412" x="5969000" y="1312863"/>
          <p14:tracePt t="45423" x="5949950" y="1312863"/>
          <p14:tracePt t="45431" x="5913438" y="1295400"/>
          <p14:tracePt t="45449" x="5907088" y="1295400"/>
          <p14:tracePt t="45465" x="5907088" y="1289050"/>
          <p14:tracePt t="45472" x="5900738" y="1289050"/>
          <p14:tracePt t="45490" x="5900738" y="1282700"/>
          <p14:tracePt t="45508" x="5894388" y="1282700"/>
          <p14:tracePt t="45526" x="5888038" y="1263650"/>
          <p14:tracePt t="45538" x="5868988" y="1244600"/>
          <p14:tracePt t="45554" x="5851525" y="1220788"/>
          <p14:tracePt t="45565" x="5832475" y="1201738"/>
          <p14:tracePt t="45581" x="5819775" y="1195388"/>
          <p14:tracePt t="45740" x="5845175" y="1214438"/>
          <p14:tracePt t="45758" x="5956300" y="1244600"/>
          <p14:tracePt t="45764" x="5981700" y="1257300"/>
          <p14:tracePt t="45777" x="6161088" y="1282700"/>
          <p14:tracePt t="45790" x="6310313" y="1306513"/>
          <p14:tracePt t="45798" x="6457950" y="1319213"/>
          <p14:tracePt t="45803" x="6588125" y="1331913"/>
          <p14:tracePt t="45816" x="6775450" y="1331913"/>
          <p14:tracePt t="45824" x="7085013" y="1350963"/>
          <p14:tracePt t="45837" x="7215188" y="1350963"/>
          <p14:tracePt t="45849" x="7431088" y="1350963"/>
          <p14:tracePt t="45867" x="7648575" y="1363663"/>
          <p14:tracePt t="45886" x="7815263" y="1363663"/>
          <p14:tracePt t="45896" x="7883525" y="1363663"/>
          <p14:tracePt t="45907" x="7951788" y="1363663"/>
          <p14:tracePt t="45915" x="8051800" y="1363663"/>
          <p14:tracePt t="45926" x="8101013" y="1363663"/>
          <p14:tracePt t="45930" x="8120063" y="1363663"/>
          <p14:tracePt t="45934" x="8126413" y="1363663"/>
          <p14:tracePt t="45948" x="8132763" y="1363663"/>
          <p14:tracePt t="46107" x="8126413" y="1363663"/>
          <p14:tracePt t="46110" x="8088313" y="1363663"/>
          <p14:tracePt t="46130" x="7921625" y="1381125"/>
          <p14:tracePt t="46137" x="7791450" y="1393825"/>
          <p14:tracePt t="46146" x="7612063" y="1412875"/>
          <p14:tracePt t="46164" x="7407275" y="1425575"/>
          <p14:tracePt t="46171" x="7189788" y="1436688"/>
          <p14:tracePt t="46176" x="6880225" y="1455738"/>
          <p14:tracePt t="46179" x="6570663" y="1474788"/>
          <p14:tracePt t="46188" x="6197600" y="1474788"/>
          <p14:tracePt t="46204" x="5584825" y="1474788"/>
          <p14:tracePt t="46209" x="5349875" y="1474788"/>
          <p14:tracePt t="46219" x="5113338" y="1474788"/>
          <p14:tracePt t="46236" x="4829175" y="1468438"/>
          <p14:tracePt t="46244" x="4748213" y="1455738"/>
          <p14:tracePt t="46250" x="4673600" y="1443038"/>
          <p14:tracePt t="46260" x="4648200" y="1436688"/>
          <p14:tracePt t="46314" x="4648200" y="1430338"/>
          <p14:tracePt t="46326" x="4667250" y="1412875"/>
          <p14:tracePt t="46334" x="4686300" y="1393825"/>
          <p14:tracePt t="46349" x="4741863" y="1368425"/>
          <p14:tracePt t="46355" x="4778375" y="1357313"/>
          <p14:tracePt t="46368" x="4865688" y="1338263"/>
          <p14:tracePt t="46389" x="4946650" y="1331913"/>
          <p14:tracePt t="46397" x="5045075" y="1319213"/>
          <p14:tracePt t="46402" x="5162550" y="1319213"/>
          <p14:tracePt t="46415" x="5324475" y="1319213"/>
          <p14:tracePt t="46433" x="5653088" y="1319213"/>
          <p14:tracePt t="46437" x="5832475" y="1319213"/>
          <p14:tracePt t="46456" x="6378575" y="1319213"/>
          <p14:tracePt t="46465" x="6557963" y="1319213"/>
          <p14:tracePt t="46481" x="6694488" y="1319213"/>
          <p14:tracePt t="46486" x="6837363" y="1319213"/>
          <p14:tracePt t="46491" x="6935788" y="1319213"/>
          <p14:tracePt t="46497" x="7053263" y="1319213"/>
          <p14:tracePt t="46506" x="7140575" y="1319213"/>
          <p14:tracePt t="46515" x="7202488" y="1319213"/>
          <p14:tracePt t="46532" x="7232650" y="1319213"/>
          <p14:tracePt t="46550" x="7264400" y="1319213"/>
          <p14:tracePt t="46556" x="7270750" y="1319213"/>
          <p14:tracePt t="46559" x="7277100" y="1319213"/>
          <p14:tracePt t="46753" x="7270750" y="1319213"/>
          <p14:tracePt t="46764" x="7239000" y="1319213"/>
          <p14:tracePt t="46769" x="7189788" y="1331913"/>
          <p14:tracePt t="46792" x="7085013" y="1350963"/>
          <p14:tracePt t="46797" x="6954838" y="1363663"/>
          <p14:tracePt t="46806" x="6818313" y="1374775"/>
          <p14:tracePt t="46816" x="6638925" y="1393825"/>
          <p14:tracePt t="46834" x="5962650" y="1393825"/>
          <p14:tracePt t="46851" x="5510213" y="1393825"/>
          <p14:tracePt t="46861" x="5286375" y="1393825"/>
          <p14:tracePt t="46870" x="5119688" y="1393825"/>
          <p14:tracePt t="46882" x="4872038" y="1387475"/>
          <p14:tracePt t="46898" x="4754563" y="1363663"/>
          <p14:tracePt t="46916" x="4735513" y="1357313"/>
          <p14:tracePt t="46948" x="4748213" y="1344613"/>
          <p14:tracePt t="46959" x="4840288" y="1338263"/>
          <p14:tracePt t="46970" x="4908550" y="1325563"/>
          <p14:tracePt t="46983" x="4964113" y="1312863"/>
          <p14:tracePt t="46988" x="4995863" y="1312863"/>
          <p14:tracePt t="46992" x="5051425" y="1306513"/>
          <p14:tracePt t="47002" x="5132388" y="1295400"/>
          <p14:tracePt t="47008" x="5219700" y="1295400"/>
          <p14:tracePt t="47025" x="5373688" y="1282700"/>
          <p14:tracePt t="47033" x="5422900" y="1282700"/>
          <p14:tracePt t="47040" x="5473700" y="1282700"/>
          <p14:tracePt t="47052" x="5491163" y="1282700"/>
          <p14:tracePt t="47066" x="5522913" y="1282700"/>
          <p14:tracePt t="47081" x="5541963" y="1282700"/>
          <p14:tracePt t="47099" x="5578475" y="1289050"/>
          <p14:tracePt t="47116" x="5634038" y="1350963"/>
          <p14:tracePt t="47133" x="5683250" y="1393825"/>
          <p14:tracePt t="47140" x="5721350" y="1436688"/>
          <p14:tracePt t="47149" x="5757863" y="1481138"/>
          <p14:tracePt t="47163" x="5789613" y="1524000"/>
          <p14:tracePt t="47176" x="5838825" y="1604963"/>
          <p14:tracePt t="47182" x="5857875" y="1622425"/>
          <p14:tracePt t="47191" x="5888038" y="1690688"/>
          <p14:tracePt t="47195" x="5926138" y="1746250"/>
          <p14:tracePt t="47207" x="5956300" y="1803400"/>
          <p14:tracePt t="47211" x="5994400" y="1876425"/>
          <p14:tracePt t="47221" x="6018213" y="1920875"/>
          <p14:tracePt t="47237" x="6062663" y="2012950"/>
          <p14:tracePt t="47242" x="6080125" y="2068513"/>
          <p14:tracePt t="47255" x="6092825" y="2125663"/>
          <p14:tracePt t="47266" x="6105525" y="2205038"/>
          <p14:tracePt t="47274" x="6105525" y="2230438"/>
          <p14:tracePt t="47289" x="6129338" y="2286000"/>
          <p14:tracePt t="47305" x="6148388" y="2317750"/>
          <p14:tracePt t="47312" x="6161088" y="2341563"/>
          <p14:tracePt t="47316" x="6167438" y="2360613"/>
          <p14:tracePt t="47322" x="6167438" y="2384425"/>
          <p14:tracePt t="47341" x="6167438" y="2459038"/>
          <p14:tracePt t="47356" x="6161088" y="2540000"/>
          <p14:tracePt t="47365" x="6148388" y="2620963"/>
          <p14:tracePt t="47376" x="6124575" y="2725738"/>
          <p14:tracePt t="47385" x="6099175" y="2813050"/>
          <p14:tracePt t="47392" x="6062663" y="2967038"/>
          <p14:tracePt t="47401" x="6043613" y="3041650"/>
          <p14:tracePt t="47409" x="6018213" y="3109913"/>
          <p14:tracePt t="47416" x="5994400" y="3165475"/>
          <p14:tracePt t="47431" x="5969000" y="3221038"/>
          <p14:tracePt t="47442" x="5932488" y="3276600"/>
          <p14:tracePt t="47455" x="5894388" y="3338513"/>
          <p14:tracePt t="47464" x="5875338" y="3351213"/>
          <p14:tracePt t="47480" x="5857875" y="3370263"/>
          <p14:tracePt t="47487" x="5813425" y="3419475"/>
          <p14:tracePt t="47501" x="5783263" y="3438525"/>
          <p14:tracePt t="47516" x="5689600" y="3475038"/>
          <p14:tracePt t="47522" x="5621338" y="3500438"/>
          <p14:tracePt t="47531" x="5584825" y="3513138"/>
          <p14:tracePt t="47537" x="5529263" y="3519488"/>
          <p14:tracePt t="47544" x="5473700" y="3543300"/>
          <p14:tracePt t="47560" x="5405438" y="3568700"/>
          <p14:tracePt t="47568" x="5330825" y="3592513"/>
          <p14:tracePt t="47583" x="5138738" y="3654425"/>
          <p14:tracePt t="47599" x="5021263" y="3692525"/>
          <p14:tracePt t="47617" x="4611688" y="3803650"/>
          <p14:tracePt t="47637" x="4325938" y="3859213"/>
          <p14:tracePt t="47642" x="4140200" y="3884613"/>
          <p14:tracePt t="47649" x="3990975" y="3914775"/>
          <p14:tracePt t="47663" x="3533775" y="3959225"/>
          <p14:tracePt t="47676" x="3284538" y="3976688"/>
          <p14:tracePt t="47686" x="3049588" y="3976688"/>
          <p14:tracePt t="47699" x="2571750" y="3976688"/>
          <p14:tracePt t="47703" x="2392363" y="3976688"/>
          <p14:tracePt t="47713" x="2232025" y="3976688"/>
          <p14:tracePt t="47728" x="1946275" y="3970338"/>
          <p14:tracePt t="47739" x="1797050" y="3946525"/>
          <p14:tracePt t="47751" x="1574800" y="3890963"/>
          <p14:tracePt t="47766" x="1474788" y="3852863"/>
          <p14:tracePt t="47785" x="1301750" y="3784600"/>
          <p14:tracePt t="47807" x="1265238" y="3741738"/>
          <p14:tracePt t="47815" x="1214438" y="3673475"/>
          <p14:tracePt t="47827" x="1208088" y="3654425"/>
          <p14:tracePt t="47835" x="1201738" y="3636963"/>
          <p14:tracePt t="47849" x="1184275" y="3581400"/>
          <p14:tracePt t="47866" x="1184275" y="3506788"/>
          <p14:tracePt t="47886" x="1184275" y="3468688"/>
          <p14:tracePt t="47896" x="1184275" y="3425825"/>
          <p14:tracePt t="47904" x="1184275" y="3419475"/>
          <p14:tracePt t="47930" x="1196975" y="3389313"/>
          <p14:tracePt t="47945" x="1201738" y="3382963"/>
          <p14:tracePt t="47959" x="1201738" y="3370263"/>
          <p14:tracePt t="47967" x="1208088" y="3370263"/>
          <p14:tracePt t="47985" x="1208088" y="3363913"/>
          <p14:tracePt t="47999" x="1214438" y="3357563"/>
          <p14:tracePt t="48020" x="1227138" y="3351213"/>
          <p14:tracePt t="48035" x="1233488" y="3344863"/>
          <p14:tracePt t="48039" x="1246188" y="3344863"/>
          <p14:tracePt t="48057" x="1252538" y="3344863"/>
          <p14:tracePt t="48090" x="1258888" y="3344863"/>
          <p14:tracePt t="48098" x="1265238" y="3344863"/>
          <p14:tracePt t="48106" x="1270000" y="3344863"/>
          <p14:tracePt t="48116" x="1282700" y="3344863"/>
          <p14:tracePt t="48119" x="1301750" y="3344863"/>
          <p14:tracePt t="48132" x="1331913" y="3357563"/>
          <p14:tracePt t="48136" x="1344613" y="3357563"/>
          <p14:tracePt t="48148" x="1376363" y="3363913"/>
          <p14:tracePt t="48155" x="1400175" y="3376613"/>
          <p14:tracePt t="48164" x="1438275" y="3395663"/>
          <p14:tracePt t="48176" x="1524000" y="3432175"/>
          <p14:tracePt t="48183" x="1592263" y="3457575"/>
          <p14:tracePt t="48191" x="1636713" y="3481388"/>
          <p14:tracePt t="48199" x="1704975" y="3487738"/>
          <p14:tracePt t="48217" x="1828800" y="3536950"/>
          <p14:tracePt t="48236" x="1920875" y="3556000"/>
          <p14:tracePt t="48253" x="1989138" y="3568700"/>
          <p14:tracePt t="48261" x="2001838" y="3568700"/>
          <p14:tracePt t="48266" x="2033588" y="3575050"/>
          <p14:tracePt t="48282" x="2051050" y="3581400"/>
          <p14:tracePt t="48297" x="2070100" y="3581400"/>
          <p14:tracePt t="48304" x="2076450" y="3587750"/>
          <p14:tracePt t="48357" x="2082800" y="3587750"/>
          <p14:tracePt t="48483" x="2089150" y="3587750"/>
          <p14:tracePt t="50251" x="2089150" y="3598863"/>
          <p14:tracePt t="50265" x="2089150" y="3611563"/>
          <p14:tracePt t="50273" x="2082800" y="3611563"/>
          <p14:tracePt t="50282" x="2082800" y="3617913"/>
          <p14:tracePt t="50292" x="2076450" y="3624263"/>
          <p14:tracePt t="50300" x="2070100" y="3624263"/>
          <p14:tracePt t="50304" x="2057400" y="3630613"/>
          <p14:tracePt t="50321" x="2044700" y="3643313"/>
          <p14:tracePt t="50329" x="2044700" y="3649663"/>
          <p14:tracePt t="50336" x="2039938" y="3649663"/>
          <p14:tracePt t="50346" x="2033588" y="3649663"/>
          <p14:tracePt t="50354" x="2027238" y="3649663"/>
          <p14:tracePt t="50367" x="2014538" y="3649663"/>
          <p14:tracePt t="50383" x="2001838" y="3649663"/>
          <p14:tracePt t="50400" x="1982788" y="3636963"/>
          <p14:tracePt t="50420" x="1952625" y="3624263"/>
          <p14:tracePt t="50433" x="1903413" y="3598863"/>
          <p14:tracePt t="50440" x="1890713" y="3587750"/>
          <p14:tracePt t="50447" x="1858963" y="3581400"/>
          <p14:tracePt t="50461" x="1847850" y="3568700"/>
          <p14:tracePt t="50464" x="1816100" y="3549650"/>
          <p14:tracePt t="50475" x="1790700" y="3543300"/>
          <p14:tracePt t="50487" x="1760538" y="3530600"/>
          <p14:tracePt t="50491" x="1754188" y="3530600"/>
          <p14:tracePt t="50501" x="1747838" y="3524250"/>
          <p14:tracePt t="50602" x="1747838" y="3513138"/>
          <p14:tracePt t="50619" x="1747838" y="3487738"/>
          <p14:tracePt t="50631" x="1747838" y="3444875"/>
          <p14:tracePt t="50642" x="1747838" y="3419475"/>
          <p14:tracePt t="50650" x="1747838" y="3395663"/>
          <p14:tracePt t="50655" x="1747838" y="3363913"/>
          <p14:tracePt t="50665" x="1747838" y="3351213"/>
          <p14:tracePt t="50674" x="1747838" y="3321050"/>
          <p14:tracePt t="50683" x="1754188" y="3314700"/>
          <p14:tracePt t="50696" x="1754188" y="3308350"/>
          <p14:tracePt t="50786" x="1766888" y="3308350"/>
          <p14:tracePt t="50802" x="1779588" y="3308350"/>
          <p14:tracePt t="50810" x="1784350" y="3308350"/>
          <p14:tracePt t="50816" x="1790700" y="3314700"/>
          <p14:tracePt t="50825" x="1797050" y="3314700"/>
          <p14:tracePt t="50843" x="1809750" y="3321050"/>
          <p14:tracePt t="50851" x="1816100" y="3333750"/>
          <p14:tracePt t="50870" x="1816100" y="3338513"/>
          <p14:tracePt t="50888" x="1816100" y="3344863"/>
          <p14:tracePt t="50910" x="1816100" y="3351213"/>
          <p14:tracePt t="50914" x="1816100" y="3357563"/>
          <p14:tracePt t="50926" x="1816100" y="3363913"/>
          <p14:tracePt t="50930" x="1816100" y="3370263"/>
          <p14:tracePt t="50943" x="1816100" y="3382963"/>
          <p14:tracePt t="50949" x="1822450" y="3389313"/>
          <p14:tracePt t="50957" x="1822450" y="3395663"/>
          <p14:tracePt t="50963" x="1828800" y="3400425"/>
          <p14:tracePt t="50981" x="1828800" y="3406775"/>
          <p14:tracePt t="51121" x="1828800" y="3413125"/>
          <p14:tracePt t="51142" x="1797050" y="3438525"/>
          <p14:tracePt t="51155" x="1784350" y="3457575"/>
          <p14:tracePt t="51166" x="1766888" y="3462338"/>
          <p14:tracePt t="51178" x="1741488" y="3487738"/>
          <p14:tracePt t="51185" x="1728788" y="3506788"/>
          <p14:tracePt t="51195" x="1722438" y="3513138"/>
          <p14:tracePt t="51205" x="1717675" y="3513138"/>
          <p14:tracePt t="51221" x="1704975" y="3524250"/>
          <p14:tracePt t="51233" x="1704975" y="3530600"/>
          <p14:tracePt t="51253" x="1698625" y="3543300"/>
          <p14:tracePt t="51260" x="1685925" y="3549650"/>
          <p14:tracePt t="51266" x="1673225" y="3568700"/>
          <p14:tracePt t="51275" x="1666875" y="3575050"/>
          <p14:tracePt t="51281" x="1660525" y="3581400"/>
          <p14:tracePt t="51294" x="1649413" y="3587750"/>
          <p14:tracePt t="51300" x="1643063" y="3592513"/>
          <p14:tracePt t="51305" x="1630363" y="3592513"/>
          <p14:tracePt t="51311" x="1624013" y="3598863"/>
          <p14:tracePt t="51331" x="1617663" y="3598863"/>
          <p14:tracePt t="51351" x="1611313" y="3598863"/>
          <p14:tracePt t="51384" x="1604963" y="3605213"/>
          <p14:tracePt t="51401" x="1587500" y="3617913"/>
          <p14:tracePt t="51408" x="1562100" y="3624263"/>
          <p14:tracePt t="51417" x="1512888" y="3636963"/>
          <p14:tracePt t="51426" x="1468438" y="3654425"/>
          <p14:tracePt t="51434" x="1400175" y="3667125"/>
          <p14:tracePt t="51439" x="1327150" y="3692525"/>
          <p14:tracePt t="51456" x="1233488" y="3722688"/>
          <p14:tracePt t="51475" x="1077913" y="3760788"/>
          <p14:tracePt t="51490" x="874713" y="3810000"/>
          <p14:tracePt t="51501" x="787400" y="3822700"/>
          <p14:tracePt t="51508" x="687388" y="3835400"/>
          <p14:tracePt t="51513" x="588963" y="3846513"/>
          <p14:tracePt t="51523" x="520700" y="3846513"/>
          <p14:tracePt t="51533" x="433388" y="3859213"/>
          <p14:tracePt t="51536" x="365125" y="3859213"/>
          <p14:tracePt t="51549" x="296863" y="3859213"/>
          <p14:tracePt t="51568" x="19050" y="3859213"/>
          <p14:tracePt t="51831" x="582613" y="2100263"/>
          <p14:tracePt t="51841" x="1116013" y="2143125"/>
          <p14:tracePt t="51854" x="1376363" y="2181225"/>
          <p14:tracePt t="51864" x="1673225" y="2254250"/>
          <p14:tracePt t="51876" x="2324100" y="2471738"/>
          <p14:tracePt t="51891" x="2671763" y="2614613"/>
          <p14:tracePt t="51900" x="3260725" y="2930525"/>
          <p14:tracePt t="51908" x="3465513" y="3060700"/>
          <p14:tracePt t="51918" x="3589338" y="3190875"/>
          <p14:tracePt t="51936" x="3719513" y="3389313"/>
          <p14:tracePt t="51939" x="3756025" y="3475038"/>
          <p14:tracePt t="51950" x="3768725" y="3575050"/>
          <p14:tracePt t="51953" x="3768725" y="3673475"/>
          <p14:tracePt t="51970" x="3725863" y="3846513"/>
          <p14:tracePt t="51980" x="3663950" y="3940175"/>
          <p14:tracePt t="51986" x="3589338" y="4002088"/>
          <p14:tracePt t="51991" x="3476625" y="4070350"/>
          <p14:tracePt t="52003" x="3390900" y="4119563"/>
          <p14:tracePt t="52012" x="3303588" y="4157663"/>
          <p14:tracePt t="52018" x="3216275" y="4181475"/>
          <p14:tracePt t="52027" x="3143250" y="4206875"/>
          <p14:tracePt t="52036" x="3036888" y="4230688"/>
          <p14:tracePt t="52050" x="2919413" y="4256088"/>
          <p14:tracePt t="52067" x="2838450" y="4256088"/>
          <p14:tracePt t="52086" x="2808288" y="4256088"/>
          <p14:tracePt t="52089" x="2795588" y="4256088"/>
          <p14:tracePt t="52163" x="2789238" y="4256088"/>
          <p14:tracePt t="52177" x="2782888" y="4230688"/>
          <p14:tracePt t="52187" x="2776538" y="4206875"/>
          <p14:tracePt t="52200" x="2757488" y="4151313"/>
          <p14:tracePt t="52207" x="2752725" y="4144963"/>
          <p14:tracePt t="52225" x="2740025" y="4113213"/>
          <p14:tracePt t="52240" x="2740025" y="4100513"/>
          <p14:tracePt t="52256" x="2740025" y="4095750"/>
          <p14:tracePt t="52275" x="2740025" y="4089400"/>
          <p14:tracePt t="52286" x="2740025" y="4083050"/>
          <p14:tracePt t="52295" x="2733675" y="4070350"/>
          <p14:tracePt t="52307" x="2733675" y="4064000"/>
          <p14:tracePt t="52318" x="2727325" y="4038600"/>
          <p14:tracePt t="52334" x="2727325" y="4027488"/>
          <p14:tracePt t="52350" x="2727325" y="4021138"/>
          <p14:tracePt t="52357" x="2727325" y="4008438"/>
          <p14:tracePt t="52368" x="2727325" y="4002088"/>
          <p14:tracePt t="52385" x="2727325" y="3995738"/>
          <p14:tracePt t="52412" x="2727325" y="3989388"/>
          <p14:tracePt t="52433" x="2733675" y="3983038"/>
          <p14:tracePt t="52448" x="2740025" y="3983038"/>
          <p14:tracePt t="52465" x="2752725" y="3976688"/>
          <p14:tracePt t="52476" x="2757488" y="3976688"/>
          <p14:tracePt t="52491" x="2763838" y="3976688"/>
          <p14:tracePt t="52504" x="2770188" y="3976688"/>
          <p14:tracePt t="52519" x="2776538" y="3976688"/>
          <p14:tracePt t="52538" x="2789238" y="3976688"/>
          <p14:tracePt t="52542" x="2795588" y="3976688"/>
          <p14:tracePt t="52553" x="2814638" y="3976688"/>
          <p14:tracePt t="52571" x="2838450" y="3976688"/>
          <p14:tracePt t="52581" x="2851150" y="3976688"/>
          <p14:tracePt t="52590" x="2870200" y="3976688"/>
          <p14:tracePt t="52593" x="2876550" y="3976688"/>
          <p14:tracePt t="52602" x="2882900" y="3976688"/>
          <p14:tracePt t="52618" x="2887663" y="3976688"/>
          <p14:tracePt t="52730" x="2887663" y="3970338"/>
          <p14:tracePt t="52754" x="2887663" y="3952875"/>
          <p14:tracePt t="52774" x="2887663" y="3921125"/>
          <p14:tracePt t="52785" x="2887663" y="3908425"/>
          <p14:tracePt t="52796" x="2887663" y="3903663"/>
          <p14:tracePt t="52807" x="2882900" y="3884613"/>
          <p14:tracePt t="52826" x="2870200" y="3878263"/>
          <p14:tracePt t="53450" x="2870200" y="3884613"/>
          <p14:tracePt t="53466" x="2863850" y="3890963"/>
          <p14:tracePt t="53480" x="2838450" y="3927475"/>
          <p14:tracePt t="53497" x="2814638" y="3959225"/>
          <p14:tracePt t="53504" x="2795588" y="3976688"/>
          <p14:tracePt t="53522" x="2770188" y="4014788"/>
          <p14:tracePt t="53536" x="2770188" y="4021138"/>
          <p14:tracePt t="53542" x="2763838" y="4021138"/>
          <p14:tracePt t="53549" x="2763838" y="4027488"/>
          <p14:tracePt t="54054" x="2757488" y="4027488"/>
          <p14:tracePt t="54066" x="2752725" y="4032250"/>
          <p14:tracePt t="54078" x="2740025" y="4038600"/>
          <p14:tracePt t="54086" x="2733675" y="4044950"/>
          <p14:tracePt t="54103" x="2720975" y="4057650"/>
          <p14:tracePt t="54118" x="2714625" y="4057650"/>
          <p14:tracePt t="54127" x="2714625" y="4064000"/>
          <p14:tracePt t="54136" x="2708275" y="4064000"/>
          <p14:tracePt t="54151" x="2701925" y="4070350"/>
          <p14:tracePt t="54156" x="2701925" y="4076700"/>
          <p14:tracePt t="54162" x="2690813" y="4083050"/>
          <p14:tracePt t="54167" x="2678113" y="4089400"/>
          <p14:tracePt t="54185" x="2652713" y="4113213"/>
          <p14:tracePt t="54203" x="2627313" y="4138613"/>
          <p14:tracePt t="54218" x="2603500" y="4168775"/>
          <p14:tracePt t="54234" x="2584450" y="4206875"/>
          <p14:tracePt t="54254" x="2571750" y="4237038"/>
          <p14:tracePt t="54260" x="2560638" y="4268788"/>
          <p14:tracePt t="54267" x="2554288" y="4305300"/>
          <p14:tracePt t="54280" x="2541588" y="4324350"/>
          <p14:tracePt t="54291" x="2535238" y="4373563"/>
          <p14:tracePt t="54300" x="2503488" y="4441825"/>
          <p14:tracePt t="54310" x="2492375" y="4467225"/>
          <p14:tracePt t="54314" x="2486025" y="4497388"/>
          <p14:tracePt t="54319" x="2466975" y="4535488"/>
          <p14:tracePt t="54332" x="2447925" y="4565650"/>
          <p14:tracePt t="54347" x="2417763" y="4614863"/>
          <p14:tracePt t="54352" x="2392363" y="4646613"/>
          <p14:tracePt t="54358" x="2349500" y="4676775"/>
          <p14:tracePt t="54377" x="2311400" y="4714875"/>
          <p14:tracePt t="54392" x="2268538" y="4745038"/>
          <p14:tracePt t="54401" x="2255838" y="4764088"/>
          <p14:tracePt t="54418" x="2236788" y="4770438"/>
          <p14:tracePt t="54435" x="2232025" y="4776788"/>
          <p14:tracePt t="54450" x="2232025" y="4783138"/>
          <p14:tracePt t="54456" x="2225675" y="4794250"/>
          <p14:tracePt t="54462" x="2212975" y="4800600"/>
          <p14:tracePt t="54473" x="2193925" y="4819650"/>
          <p14:tracePt t="54481" x="2163763" y="4826000"/>
          <p14:tracePt t="54496" x="2108200" y="4857750"/>
          <p14:tracePt t="54508" x="2051050" y="4862513"/>
          <p14:tracePt t="54523" x="1952625" y="4862513"/>
          <p14:tracePt t="54529" x="1890713" y="4862513"/>
          <p14:tracePt t="54536" x="1847850" y="4862513"/>
          <p14:tracePt t="54547" x="1809750" y="4845050"/>
          <p14:tracePt t="54553" x="1735138" y="4819650"/>
          <p14:tracePt t="54567" x="1679575" y="4794250"/>
          <p14:tracePt t="54586" x="1331913" y="4646613"/>
          <p14:tracePt t="54604" x="1071563" y="4497388"/>
          <p14:tracePt t="54619" x="892175" y="4343400"/>
          <p14:tracePt t="54636" x="731838" y="4138613"/>
          <p14:tracePt t="54640" x="663575" y="4032250"/>
          <p14:tracePt t="54651" x="595313" y="3897313"/>
          <p14:tracePt t="54655" x="539750" y="3741738"/>
          <p14:tracePt t="54677" x="514350" y="3611563"/>
          <p14:tracePt t="54680" x="484188" y="3444875"/>
          <p14:tracePt t="54684" x="471488" y="3308350"/>
          <p14:tracePt t="54696" x="477838" y="3028950"/>
          <p14:tracePt t="54703" x="501650" y="2930525"/>
          <p14:tracePt t="54723" x="595313" y="2762250"/>
          <p14:tracePt t="54736" x="669925" y="2670175"/>
          <p14:tracePt t="54751" x="836613" y="2559050"/>
          <p14:tracePt t="54765" x="941388" y="2490788"/>
          <p14:tracePt t="54781" x="1139825" y="2384425"/>
          <p14:tracePt t="54790" x="1276350" y="2335213"/>
          <p14:tracePt t="54801" x="1393825" y="2305050"/>
          <p14:tracePt t="54819" x="1747838" y="2266950"/>
          <p14:tracePt t="54833" x="1890713" y="2266950"/>
          <p14:tracePt t="54840" x="2044700" y="2286000"/>
          <p14:tracePt t="54853" x="2300288" y="2366963"/>
          <p14:tracePt t="54858" x="2386013" y="2409825"/>
          <p14:tracePt t="54865" x="2460625" y="2441575"/>
          <p14:tracePt t="54873" x="2547938" y="2497138"/>
          <p14:tracePt t="54885" x="2640013" y="2559050"/>
          <p14:tracePt t="54896" x="2733675" y="2627313"/>
          <p14:tracePt t="54902" x="2808288" y="2700338"/>
          <p14:tracePt t="54913" x="2962275" y="2843213"/>
          <p14:tracePt t="54922" x="3024188" y="2905125"/>
          <p14:tracePt t="54934" x="3098800" y="2979738"/>
          <p14:tracePt t="54951" x="3209925" y="3116263"/>
          <p14:tracePt t="54956" x="3248025" y="3190875"/>
          <p14:tracePt t="54960" x="3273425" y="3246438"/>
          <p14:tracePt t="54976" x="3303588" y="3382963"/>
          <p14:tracePt t="54989" x="3316288" y="3438525"/>
          <p14:tracePt t="55002" x="3316288" y="3556000"/>
          <p14:tracePt t="55024" x="3316288" y="3692525"/>
          <p14:tracePt t="55027" x="3316288" y="3741738"/>
          <p14:tracePt t="55036" x="3316288" y="3760788"/>
          <p14:tracePt t="55052" x="3303588" y="3816350"/>
          <p14:tracePt t="55072" x="3297238" y="3835400"/>
          <p14:tracePt t="55075" x="3290888" y="3841750"/>
          <p14:tracePt t="55081" x="3284538" y="3841750"/>
          <p14:tracePt t="55088" x="3278188" y="3841750"/>
          <p14:tracePt t="55096" x="3273425" y="3841750"/>
          <p14:tracePt t="55107" x="3260725" y="3841750"/>
          <p14:tracePt t="55113" x="3254375" y="3841750"/>
          <p14:tracePt t="55118" x="3248025" y="3841750"/>
          <p14:tracePt t="55127" x="3235325" y="3841750"/>
          <p14:tracePt t="55137" x="3205163" y="3841750"/>
          <p14:tracePt t="55151" x="3154363" y="3841750"/>
          <p14:tracePt t="55169" x="3086100" y="3841750"/>
          <p14:tracePt t="55189" x="3036888" y="3835400"/>
          <p14:tracePt t="55194" x="3013075" y="3835400"/>
          <p14:tracePt t="55202" x="3000375" y="3822700"/>
          <p14:tracePt t="55212" x="2987675" y="3816350"/>
          <p14:tracePt t="55222" x="2968625" y="3816350"/>
          <p14:tracePt t="55238" x="2919413" y="3797300"/>
          <p14:tracePt t="55242" x="2882900" y="3797300"/>
          <p14:tracePt t="55253" x="2838450" y="3790950"/>
          <p14:tracePt t="55271" x="2671763" y="3790950"/>
          <p14:tracePt t="55281" x="2622550" y="3790950"/>
          <p14:tracePt t="55290" x="2603500" y="3790950"/>
          <p14:tracePt t="55299" x="2565400" y="3790950"/>
          <p14:tracePt t="55316" x="2541588" y="3790950"/>
          <p14:tracePt t="55321" x="2479675" y="3790950"/>
          <p14:tracePt t="55331" x="2447925" y="3790950"/>
          <p14:tracePt t="55336" x="2424113" y="3790950"/>
          <p14:tracePt t="55352" x="2379663" y="3803650"/>
          <p14:tracePt t="55367" x="2336800" y="3803650"/>
          <p14:tracePt t="55385" x="2293938" y="3810000"/>
          <p14:tracePt t="55392" x="2268538" y="3810000"/>
          <p14:tracePt t="55402" x="2243138" y="3810000"/>
          <p14:tracePt t="55409" x="2219325" y="3810000"/>
          <p14:tracePt t="55417" x="2200275" y="3810000"/>
          <p14:tracePt t="55435" x="2163763" y="3797300"/>
          <p14:tracePt t="55440" x="2157413" y="3790950"/>
          <p14:tracePt t="55452" x="2151063" y="3790950"/>
          <p14:tracePt t="55469" x="2138363" y="3784600"/>
          <p14:tracePt t="55485" x="2132013" y="3778250"/>
          <p14:tracePt t="55501" x="2132013" y="3773488"/>
          <p14:tracePt t="55522" x="2125663" y="3767138"/>
          <p14:tracePt t="55539" x="2125663" y="3754438"/>
          <p14:tracePt t="55543" x="2119313" y="3754438"/>
          <p14:tracePt t="55559" x="2119313" y="3748088"/>
          <p14:tracePt t="55578" x="2119313" y="3741738"/>
          <p14:tracePt t="55588" x="2108200" y="3735388"/>
          <p14:tracePt t="55601" x="2101850" y="3722688"/>
          <p14:tracePt t="55618" x="2095500" y="3698875"/>
          <p14:tracePt t="55634" x="2089150" y="3686175"/>
          <p14:tracePt t="55652" x="2082800" y="3660775"/>
          <p14:tracePt t="55659" x="2070100" y="3654425"/>
          <p14:tracePt t="55666" x="2070100" y="3649663"/>
          <p14:tracePt t="55675" x="2070100" y="3643313"/>
          <p14:tracePt t="55688" x="2063750" y="3636963"/>
          <p14:tracePt t="55702" x="2063750" y="3624263"/>
          <p14:tracePt t="55708" x="2063750" y="3617913"/>
          <p14:tracePt t="55711" x="2057400" y="3611563"/>
          <p14:tracePt t="55720" x="2057400" y="3605213"/>
          <p14:tracePt t="55736" x="2051050" y="3592513"/>
          <p14:tracePt t="55739" x="2051050" y="3581400"/>
          <p14:tracePt t="55748" x="2044700" y="3575050"/>
          <p14:tracePt t="55762" x="2039938" y="3568700"/>
          <p14:tracePt t="55771" x="2039938" y="3562350"/>
          <p14:tracePt t="55786" x="2033588" y="3556000"/>
          <p14:tracePt t="55805" x="2020888" y="3556000"/>
          <p14:tracePt t="55808" x="2020888" y="3549650"/>
          <p14:tracePt t="55824" x="2014538" y="3549650"/>
          <p14:tracePt t="55835" x="2014538" y="3543300"/>
          <p14:tracePt t="55839" x="2008188" y="3530600"/>
          <p14:tracePt t="55857" x="2008188" y="3524250"/>
          <p14:tracePt t="55884" x="2008188" y="3519488"/>
          <p14:tracePt t="55903" x="2008188" y="3513138"/>
          <p14:tracePt t="55988" x="2001838" y="3506788"/>
          <p14:tracePt t="56041" x="2001838" y="3500438"/>
          <p14:tracePt t="56468" x="1995488" y="3500438"/>
          <p14:tracePt t="56478" x="1989138" y="3500438"/>
          <p14:tracePt t="56489" x="1982788" y="3500438"/>
          <p14:tracePt t="56502" x="1971675" y="3500438"/>
          <p14:tracePt t="56524" x="1958975" y="3506788"/>
          <p14:tracePt t="56528" x="1952625" y="3506788"/>
          <p14:tracePt t="56536" x="1939925" y="3506788"/>
          <p14:tracePt t="56552" x="1920875" y="3506788"/>
          <p14:tracePt t="56575" x="1914525" y="3506788"/>
          <p14:tracePt t="56616" x="1914525" y="3513138"/>
          <p14:tracePt t="56693" x="1909763" y="3513138"/>
          <p14:tracePt t="56697" x="1903413" y="3513138"/>
          <p14:tracePt t="56706" x="1884363" y="3513138"/>
          <p14:tracePt t="56718" x="1878013" y="3506788"/>
          <p14:tracePt t="56737" x="1858963" y="3494088"/>
          <p14:tracePt t="56743" x="1847850" y="3494088"/>
          <p14:tracePt t="56755" x="1835150" y="3494088"/>
          <p14:tracePt t="56769" x="1816100" y="3481388"/>
          <p14:tracePt t="56777" x="1809750" y="3481388"/>
          <p14:tracePt t="56786" x="1790700" y="3481388"/>
          <p14:tracePt t="56792" x="1784350" y="3481388"/>
          <p14:tracePt t="56802" x="1779588" y="3481388"/>
          <p14:tracePt t="56818" x="1766888" y="3481388"/>
          <p14:tracePt t="56835" x="1741488" y="3475038"/>
          <p14:tracePt t="56852" x="1735138" y="3475038"/>
          <p14:tracePt t="56858" x="1728788" y="3475038"/>
          <p14:tracePt t="56929" x="1735138" y="3494088"/>
          <p14:tracePt t="56937" x="1754188" y="3519488"/>
          <p14:tracePt t="56943" x="1784350" y="3549650"/>
          <p14:tracePt t="56970" x="1927225" y="3729038"/>
          <p14:tracePt t="56987" x="2132013" y="3959225"/>
          <p14:tracePt t="57001" x="2466975" y="4349750"/>
          <p14:tracePt t="57018" x="2876550" y="4868863"/>
          <p14:tracePt t="57036" x="3228975" y="5353050"/>
          <p14:tracePt t="57042" x="3421063" y="5624513"/>
          <p14:tracePt t="57050" x="3619500" y="5897563"/>
          <p14:tracePt t="57057" x="3781425" y="6138863"/>
          <p14:tracePt t="57068" x="3948113" y="6375400"/>
          <p14:tracePt t="57077" x="4048125" y="6516688"/>
          <p14:tracePt t="57084" x="4116388" y="6623050"/>
          <p14:tracePt t="57092" x="4178300" y="6715125"/>
          <p14:tracePt t="57105" x="4257675" y="6815138"/>
          <p14:tracePt t="57121" x="4264025" y="6832600"/>
          <p14:tracePt t="57155" x="4251325" y="6832600"/>
          <p14:tracePt t="57164" x="4246563" y="6832600"/>
          <p14:tracePt t="57172" x="4221163" y="6832600"/>
          <p14:tracePt t="57185" x="4183063" y="6821488"/>
          <p14:tracePt t="57203" x="4152900" y="6783388"/>
          <p14:tracePt t="57212" x="4133850" y="6777038"/>
          <p14:tracePt t="57217" x="4127500" y="6759575"/>
          <p14:tracePt t="57226" x="4110038" y="6753225"/>
          <p14:tracePt t="57234" x="4103688" y="6734175"/>
          <p14:tracePt t="57241" x="4084638" y="6727825"/>
          <p14:tracePt t="57249" x="4065588" y="6708775"/>
          <p14:tracePt t="57259" x="4059238" y="6702425"/>
          <p14:tracePt t="57271" x="4041775" y="6691313"/>
          <p14:tracePt t="57275" x="4003675" y="6672263"/>
          <p14:tracePt t="57278" x="3997325" y="6653213"/>
          <p14:tracePt t="57296" x="3979863" y="6646863"/>
          <p14:tracePt t="57303" x="3973513" y="6640513"/>
          <p14:tracePt t="57312" x="3967163" y="6635750"/>
          <p14:tracePt t="57320" x="3954463" y="6616700"/>
          <p14:tracePt t="57332" x="3948113" y="6597650"/>
          <p14:tracePt t="57345" x="3905250" y="6567488"/>
          <p14:tracePt t="57351" x="3886200" y="6535738"/>
          <p14:tracePt t="57363" x="3843338" y="6492875"/>
          <p14:tracePt t="57368" x="3794125" y="6437313"/>
          <p14:tracePt t="57378" x="3762375" y="6375400"/>
          <p14:tracePt t="57393" x="3700463" y="6307138"/>
          <p14:tracePt t="57405" x="3663950" y="6262688"/>
          <p14:tracePt t="57417" x="3632200" y="6219825"/>
          <p14:tracePt t="57435" x="3508375" y="6053138"/>
          <p14:tracePt t="57440" x="3427413" y="5978525"/>
          <p14:tracePt t="57455" x="3290888" y="5854700"/>
          <p14:tracePt t="57465" x="3228975" y="5792788"/>
          <p14:tracePt t="57472" x="3179763" y="5730875"/>
          <p14:tracePt t="57485" x="3136900" y="5686425"/>
          <p14:tracePt t="57495" x="3098800" y="5643563"/>
          <p14:tracePt t="57511" x="3086100" y="5624513"/>
          <p14:tracePt t="57515" x="3074988" y="5619750"/>
          <p14:tracePt t="57524" x="3074988" y="5607050"/>
          <p14:tracePt t="57538" x="3068638" y="5594350"/>
          <p14:tracePt t="57552" x="3062288" y="5588000"/>
          <p14:tracePt t="57569" x="3062288" y="5581650"/>
          <p14:tracePt t="57576" x="3062288" y="5575300"/>
          <p14:tracePt t="57585" x="3062288" y="5568950"/>
          <p14:tracePt t="57596" x="3062288" y="5551488"/>
          <p14:tracePt t="57603" x="3062288" y="5545138"/>
          <p14:tracePt t="57608" x="3062288" y="5532438"/>
          <p14:tracePt t="57618" x="3062288" y="5500688"/>
          <p14:tracePt t="57633" x="3055938" y="5457825"/>
          <p14:tracePt t="57643" x="3043238" y="5421313"/>
          <p14:tracePt t="57650" x="3024188" y="5395913"/>
          <p14:tracePt t="57668" x="2981325" y="5284788"/>
          <p14:tracePt t="57671" x="2962275" y="5240338"/>
          <p14:tracePt t="57687" x="2932113" y="5167313"/>
          <p14:tracePt t="57707" x="2913063" y="5111750"/>
          <p14:tracePt t="57714" x="2906713" y="5080000"/>
          <p14:tracePt t="57719" x="2906713" y="5043488"/>
          <p14:tracePt t="57729" x="2894013" y="5005388"/>
          <p14:tracePt t="57738" x="2887663" y="4981575"/>
          <p14:tracePt t="57745" x="2876550" y="4943475"/>
          <p14:tracePt t="57758" x="2857500" y="4875213"/>
          <p14:tracePt t="57769" x="2857500" y="4851400"/>
          <p14:tracePt t="57785" x="2838450" y="4806950"/>
          <p14:tracePt t="57801" x="2838450" y="4783138"/>
          <p14:tracePt t="57818" x="2832100" y="4764088"/>
          <p14:tracePt t="57850" x="2832100" y="4757738"/>
          <p14:tracePt t="57865" x="2825750" y="4757738"/>
          <p14:tracePt t="57875" x="2825750" y="4751388"/>
          <p14:tracePt t="57885" x="2820988" y="4745038"/>
          <p14:tracePt t="57901" x="2814638" y="4745038"/>
          <p14:tracePt t="57919" x="2814638" y="4738688"/>
          <p14:tracePt t="57937" x="2808288" y="4732338"/>
          <p14:tracePt t="58070" x="2808288" y="4738688"/>
          <p14:tracePt t="58086" x="2838450" y="4819650"/>
          <p14:tracePt t="58092" x="2876550" y="4894263"/>
          <p14:tracePt t="58100" x="2894013" y="4930775"/>
          <p14:tracePt t="58107" x="2944813" y="4992688"/>
          <p14:tracePt t="58115" x="2981325" y="5067300"/>
          <p14:tracePt t="58122" x="3024188" y="5122863"/>
          <p14:tracePt t="58127" x="3043238" y="5154613"/>
          <p14:tracePt t="58135" x="3086100" y="5210175"/>
          <p14:tracePt t="58147" x="3154363" y="5284788"/>
          <p14:tracePt t="58157" x="3198813" y="5340350"/>
          <p14:tracePt t="58168" x="3297238" y="5476875"/>
          <p14:tracePt t="58186" x="3384550" y="5607050"/>
          <p14:tracePt t="58206" x="3440113" y="5724525"/>
          <p14:tracePt t="58215" x="3459163" y="5761038"/>
          <p14:tracePt t="58221" x="3489325" y="5805488"/>
          <p14:tracePt t="58232" x="3508375" y="5822950"/>
          <p14:tracePt t="58240" x="3521075" y="5854700"/>
          <p14:tracePt t="58250" x="3527425" y="5867400"/>
          <p14:tracePt t="58257" x="3538538" y="5891213"/>
          <p14:tracePt t="58262" x="3551238" y="5910263"/>
          <p14:tracePt t="58274" x="3570288" y="5935663"/>
          <p14:tracePt t="58285" x="3576638" y="5953125"/>
          <p14:tracePt t="58290" x="3589338" y="5978525"/>
          <p14:tracePt t="58303" x="3595688" y="5991225"/>
          <p14:tracePt t="58318" x="3600450" y="6002338"/>
          <p14:tracePt t="58336" x="3613150" y="6015038"/>
          <p14:tracePt t="58352" x="3613150" y="6021388"/>
          <p14:tracePt t="58369" x="3632200" y="6021388"/>
          <p14:tracePt t="58386" x="3638550" y="6034088"/>
          <p14:tracePt t="58410" x="3644900" y="6034088"/>
          <p14:tracePt t="58459" x="3651250" y="6034088"/>
          <p14:tracePt t="58858" x="3644900" y="6021388"/>
          <p14:tracePt t="58877" x="3595688" y="5978525"/>
          <p14:tracePt t="58892" x="3521075" y="5903913"/>
          <p14:tracePt t="58911" x="3378200" y="5792788"/>
          <p14:tracePt t="58924" x="3335338" y="5773738"/>
          <p14:tracePt t="58936" x="3235325" y="5705475"/>
          <p14:tracePt t="58958" x="3068638" y="5588000"/>
          <p14:tracePt t="58972" x="2932113" y="5494338"/>
          <p14:tracePt t="59000" x="2820988" y="5389563"/>
          <p14:tracePt t="59004" x="2782888" y="5346700"/>
          <p14:tracePt t="59012" x="2740025" y="5308600"/>
          <p14:tracePt t="59025" x="2708275" y="5265738"/>
          <p14:tracePt t="59037" x="2695575" y="5259388"/>
          <p14:tracePt t="59042" x="2684463" y="5240338"/>
          <p14:tracePt t="59051" x="2671763" y="5229225"/>
          <p14:tracePt t="59068" x="2659063" y="5203825"/>
          <p14:tracePt t="59087" x="2652713" y="5167313"/>
          <p14:tracePt t="59096" x="2646363" y="5160963"/>
          <p14:tracePt t="59111" x="2646363" y="5141913"/>
          <p14:tracePt t="59117" x="2646363" y="5135563"/>
          <p14:tracePt t="59124" x="2646363" y="5129213"/>
          <p14:tracePt t="59127" x="2633663" y="5122863"/>
          <p14:tracePt t="59144" x="2633663" y="5116513"/>
          <p14:tracePt t="59152" x="2627313" y="5099050"/>
          <p14:tracePt t="59170" x="2622550" y="5073650"/>
          <p14:tracePt t="59183" x="2609850" y="5048250"/>
          <p14:tracePt t="59188" x="2609850" y="5043488"/>
          <p14:tracePt t="59196" x="2603500" y="5024438"/>
          <p14:tracePt t="59205" x="2603500" y="5011738"/>
          <p14:tracePt t="59219" x="2597150" y="4992688"/>
          <p14:tracePt t="59237" x="2597150" y="4986338"/>
          <p14:tracePt t="59255" x="2597150" y="4981575"/>
          <p14:tracePt t="59276" x="2597150" y="4975225"/>
          <p14:tracePt t="59290" x="2597150" y="4968875"/>
          <p14:tracePt t="59303" x="2597150" y="4956175"/>
          <p14:tracePt t="59360" x="2609850" y="4956175"/>
          <p14:tracePt t="59370" x="2627313" y="4956175"/>
          <p14:tracePt t="59385" x="2671763" y="4962525"/>
          <p14:tracePt t="59402" x="2714625" y="4986338"/>
          <p14:tracePt t="59408" x="2763838" y="5011738"/>
          <p14:tracePt t="59419" x="2825750" y="5043488"/>
          <p14:tracePt t="59427" x="2894013" y="5080000"/>
          <p14:tracePt t="59434" x="2968625" y="5116513"/>
          <p14:tracePt t="59445" x="3043238" y="5167313"/>
          <p14:tracePt t="59452" x="3117850" y="5216525"/>
          <p14:tracePt t="59462" x="3192463" y="5265738"/>
          <p14:tracePt t="59467" x="3222625" y="5284788"/>
          <p14:tracePt t="59471" x="3260725" y="5314950"/>
          <p14:tracePt t="59479" x="3303588" y="5346700"/>
          <p14:tracePt t="59488" x="3322638" y="5365750"/>
          <p14:tracePt t="59506" x="3397250" y="5438775"/>
          <p14:tracePt t="59511" x="3427413" y="5464175"/>
          <p14:tracePt t="59519" x="3446463" y="5494338"/>
          <p14:tracePt t="59539" x="3470275" y="5538788"/>
          <p14:tracePt t="59555" x="3495675" y="5594350"/>
          <p14:tracePt t="59564" x="3508375" y="5624513"/>
          <p14:tracePt t="59570" x="3514725" y="5637213"/>
          <p14:tracePt t="59583" x="3514725" y="5656263"/>
          <p14:tracePt t="59593" x="3533775" y="5681663"/>
          <p14:tracePt t="59601" x="3533775" y="5692775"/>
          <p14:tracePt t="59614" x="3538538" y="5699125"/>
          <p14:tracePt t="59633" x="3538538" y="5711825"/>
          <p14:tracePt t="59637" x="3544888" y="5718175"/>
          <p14:tracePt t="59641" x="3551238" y="5724525"/>
          <p14:tracePt t="59650" x="3557588" y="5730875"/>
          <p14:tracePt t="59654" x="3563938" y="5737225"/>
          <p14:tracePt t="59668" x="3576638" y="5754688"/>
          <p14:tracePt t="59688" x="3595688" y="5773738"/>
          <p14:tracePt t="59708" x="3600450" y="5799138"/>
          <p14:tracePt t="59716" x="3600450" y="5805488"/>
          <p14:tracePt t="59724" x="3613150" y="5816600"/>
          <p14:tracePt t="59738" x="3619500" y="5842000"/>
          <p14:tracePt t="59752" x="3619500" y="5848350"/>
          <p14:tracePt t="59769" x="3625850" y="5854700"/>
          <p14:tracePt t="60374" x="3632200" y="5861050"/>
          <p14:tracePt t="60388" x="3644900" y="5873750"/>
          <p14:tracePt t="60402" x="3651250" y="5878513"/>
          <p14:tracePt t="60419" x="3663950" y="5884863"/>
          <p14:tracePt t="60436" x="3668713" y="5884863"/>
          <p14:tracePt t="60442" x="3668713" y="5891213"/>
          <p14:tracePt t="60450" x="3675063" y="5891213"/>
          <p14:tracePt t="60484" x="3681413" y="5891213"/>
          <p14:tracePt t="60496" x="3681413" y="5897563"/>
          <p14:tracePt t="60521" x="3687763" y="5897563"/>
          <p14:tracePt t="60536" x="3687763" y="5903913"/>
          <p14:tracePt t="60554" x="3694113" y="5903913"/>
          <p14:tracePt t="60570" x="3694113" y="5910263"/>
          <p14:tracePt t="60585" x="3700463" y="5910263"/>
          <p14:tracePt t="60596" x="3700463" y="5922963"/>
          <p14:tracePt t="60602" x="3713163" y="5922963"/>
          <p14:tracePt t="60618" x="3719513" y="5929313"/>
          <p14:tracePt t="60636" x="3725863" y="5935663"/>
          <p14:tracePt t="60648" x="3730625" y="5935663"/>
          <p14:tracePt t="60661" x="3736975" y="5940425"/>
          <p14:tracePt t="60672" x="3743325" y="5940425"/>
          <p14:tracePt t="60686" x="3743325" y="5946775"/>
          <p14:tracePt t="60705" x="3749675" y="5946775"/>
          <p14:tracePt t="63986" x="3762375" y="5946775"/>
          <p14:tracePt t="63993" x="3794125" y="5946775"/>
          <p14:tracePt t="64005" x="3973513" y="5929313"/>
          <p14:tracePt t="64009" x="4140200" y="5916613"/>
          <p14:tracePt t="64024" x="4654550" y="5884863"/>
          <p14:tracePt t="64033" x="5032375" y="5867400"/>
          <p14:tracePt t="64046" x="5441950" y="5842000"/>
          <p14:tracePt t="64053" x="5956300" y="5822950"/>
          <p14:tracePt t="64057" x="6396038" y="5799138"/>
          <p14:tracePt t="64066" x="6842125" y="5780088"/>
          <p14:tracePt t="64071" x="7221538" y="5761038"/>
          <p14:tracePt t="64083" x="7661275" y="5761038"/>
          <p14:tracePt t="64090" x="8002588" y="5743575"/>
          <p14:tracePt t="64096" x="8342313" y="5743575"/>
          <p14:tracePt t="64114" x="8856663" y="5724525"/>
          <p14:tracePt t="64120" x="9024938" y="5711825"/>
          <p14:tracePt t="64136" x="9285288" y="5699125"/>
          <p14:tracePt t="64151" x="9315450" y="5699125"/>
          <p14:tracePt t="64215" x="9278938" y="5699125"/>
          <p14:tracePt t="64223" x="9229725" y="5699125"/>
          <p14:tracePt t="64238" x="9155113" y="5699125"/>
          <p14:tracePt t="64244" x="9105900" y="5699125"/>
          <p14:tracePt t="64253" x="9055100" y="5699125"/>
          <p14:tracePt t="64270" x="8999538" y="5699125"/>
          <p14:tracePt t="64275" x="8937625" y="5699125"/>
          <p14:tracePt t="64284" x="8901113" y="5699125"/>
          <p14:tracePt t="64295" x="8851900" y="5699125"/>
          <p14:tracePt t="64299" x="8783638" y="5699125"/>
          <p14:tracePt t="64305" x="8664575" y="5699125"/>
          <p14:tracePt t="64315" x="8534400" y="5699125"/>
          <p14:tracePt t="64319" x="8416925" y="5699125"/>
          <p14:tracePt t="64334" x="8256588" y="5699125"/>
          <p14:tracePt t="64340" x="8107363" y="5681663"/>
          <p14:tracePt t="64353" x="7791450" y="5656263"/>
          <p14:tracePt t="64371" x="7462838" y="5613400"/>
          <p14:tracePt t="64377" x="7339013" y="5588000"/>
          <p14:tracePt t="64388" x="7208838" y="5562600"/>
          <p14:tracePt t="64396" x="7102475" y="5538788"/>
          <p14:tracePt t="64403" x="7016750" y="5513388"/>
          <p14:tracePt t="64413" x="6991350" y="5494338"/>
          <p14:tracePt t="64419" x="6972300" y="5483225"/>
          <p14:tracePt t="64428" x="6954838" y="5476875"/>
          <p14:tracePt t="64436" x="6948488" y="5470525"/>
          <p14:tracePt t="64442" x="6948488" y="5464175"/>
          <p14:tracePt t="64451" x="6942138" y="5457825"/>
          <p14:tracePt t="64475" x="6942138" y="5445125"/>
          <p14:tracePt t="64496" x="6942138" y="5438775"/>
          <p14:tracePt t="64504" x="6942138" y="5432425"/>
          <p14:tracePt t="64515" x="6942138" y="5427663"/>
          <p14:tracePt t="64523" x="6942138" y="5414963"/>
          <p14:tracePt t="64539" x="6948488" y="5395913"/>
          <p14:tracePt t="64556" x="6948488" y="5383213"/>
          <p14:tracePt t="64559" x="6948488" y="5370513"/>
          <p14:tracePt t="64584" x="6948488" y="5359400"/>
          <p14:tracePt t="64603" x="6954838" y="5353050"/>
          <p14:tracePt t="64617" x="6961188" y="5346700"/>
          <p14:tracePt t="64627" x="6972300" y="5340350"/>
          <p14:tracePt t="64636" x="6972300" y="5334000"/>
          <p14:tracePt t="64640" x="6972300" y="5327650"/>
          <p14:tracePt t="64652" x="6972300" y="5321300"/>
          <p14:tracePt t="64661" x="6972300" y="5308600"/>
          <p14:tracePt t="64668" x="6972300" y="5297488"/>
          <p14:tracePt t="64673" x="6972300" y="5291138"/>
          <p14:tracePt t="64685" x="6972300" y="5272088"/>
          <p14:tracePt t="64695" x="6972300" y="5259388"/>
          <p14:tracePt t="64697" x="6972300" y="5240338"/>
          <p14:tracePt t="64711" x="6967538" y="5229225"/>
          <p14:tracePt t="64719" x="6961188" y="5210175"/>
          <p14:tracePt t="64737" x="6942138" y="5184775"/>
          <p14:tracePt t="64739" x="6935788" y="5173663"/>
          <p14:tracePt t="64755" x="6916738" y="5135563"/>
          <p14:tracePt t="64776" x="6905625" y="5122863"/>
          <p14:tracePt t="65007" x="6899275" y="5122863"/>
          <p14:tracePt t="65025" x="6899275" y="5129213"/>
          <p14:tracePt t="65032" x="6899275" y="5135563"/>
          <p14:tracePt t="65043" x="6899275" y="5141913"/>
          <p14:tracePt t="65054" x="6916738" y="5160963"/>
          <p14:tracePt t="65061" x="6929438" y="5178425"/>
          <p14:tracePt t="65073" x="6978650" y="5222875"/>
          <p14:tracePt t="65088" x="7023100" y="5253038"/>
          <p14:tracePt t="65101" x="7029450" y="5259388"/>
          <p14:tracePt t="65112" x="7046913" y="5272088"/>
          <p14:tracePt t="65121" x="7078663" y="5291138"/>
          <p14:tracePt t="65131" x="7108825" y="5308600"/>
          <p14:tracePt t="65145" x="7127875" y="5327650"/>
          <p14:tracePt t="65149" x="7134225" y="5334000"/>
          <p14:tracePt t="65155" x="7165975" y="5353050"/>
          <p14:tracePt t="65161" x="7196138" y="5370513"/>
          <p14:tracePt t="65173" x="7215188" y="5389563"/>
          <p14:tracePt t="65178" x="7251700" y="5408613"/>
          <p14:tracePt t="65187" x="7277100" y="5427663"/>
          <p14:tracePt t="65205" x="7362825" y="5476875"/>
          <p14:tracePt t="65221" x="7419975" y="5513388"/>
          <p14:tracePt t="65237" x="7488238" y="5562600"/>
          <p14:tracePt t="65240" x="7493000" y="5568950"/>
          <p14:tracePt t="65257" x="7524750" y="5600700"/>
          <p14:tracePt t="65270" x="7543800" y="5619750"/>
          <p14:tracePt t="65273" x="7561263" y="5649913"/>
          <p14:tracePt t="65288" x="7612063" y="5692775"/>
          <p14:tracePt t="65298" x="7623175" y="5711825"/>
          <p14:tracePt t="65307" x="7654925" y="5730875"/>
          <p14:tracePt t="65318" x="7661275" y="5737225"/>
          <p14:tracePt t="65322" x="7680325" y="5754688"/>
          <p14:tracePt t="65335" x="7691438" y="5773738"/>
          <p14:tracePt t="65345" x="7742238" y="5799138"/>
          <p14:tracePt t="65361" x="7753350" y="5805488"/>
          <p14:tracePt t="65372" x="7791450" y="5822950"/>
          <p14:tracePt t="65387" x="7834313" y="5848350"/>
          <p14:tracePt t="65395" x="7853363" y="5861050"/>
          <p14:tracePt t="65406" x="7878763" y="5867400"/>
          <p14:tracePt t="65421" x="7902575" y="5891213"/>
          <p14:tracePt t="65425" x="7921625" y="5903913"/>
          <p14:tracePt t="65439" x="7934325" y="5910263"/>
          <p14:tracePt t="65454" x="7940675" y="5916613"/>
          <p14:tracePt t="65469" x="7958138" y="5929313"/>
          <p14:tracePt t="65473" x="7964488" y="5929313"/>
          <p14:tracePt t="65492" x="7983538" y="5935663"/>
          <p14:tracePt t="65498" x="7996238" y="5946775"/>
          <p14:tracePt t="65509" x="8008938" y="5953125"/>
          <p14:tracePt t="65521" x="8032750" y="5959475"/>
          <p14:tracePt t="65537" x="8045450" y="5965825"/>
          <p14:tracePt t="65546" x="8051800" y="5965825"/>
          <p14:tracePt t="65554" x="8070850" y="5972175"/>
          <p14:tracePt t="65574" x="8075613" y="5984875"/>
          <p14:tracePt t="65587" x="8081963" y="5984875"/>
          <p14:tracePt t="65595" x="8081963" y="5991225"/>
          <p14:tracePt t="65603" x="8088313" y="5991225"/>
          <p14:tracePt t="65614" x="8088313" y="5997575"/>
          <p14:tracePt t="65619" x="8094663" y="5997575"/>
          <p14:tracePt t="65625" x="8094663" y="6002338"/>
          <p14:tracePt t="65641" x="8101013" y="6002338"/>
          <p14:tracePt t="66305" x="8101013" y="6008688"/>
          <p14:tracePt t="66319" x="8107363" y="6015038"/>
          <p14:tracePt t="66327" x="8126413" y="6021388"/>
          <p14:tracePt t="66334" x="8126413" y="6034088"/>
          <p14:tracePt t="66346" x="8132763" y="6040438"/>
          <p14:tracePt t="66359" x="8139113" y="6046788"/>
          <p14:tracePt t="66366" x="8143875" y="6046788"/>
          <p14:tracePt t="66378" x="8150225" y="6059488"/>
          <p14:tracePt t="66387" x="8156575" y="6059488"/>
          <p14:tracePt t="66406" x="8156575" y="6064250"/>
          <p14:tracePt t="66421" x="8169275" y="6064250"/>
          <p14:tracePt t="66426" x="8169275" y="6070600"/>
          <p14:tracePt t="67129" x="8181975" y="6064250"/>
          <p14:tracePt t="67146" x="8205788" y="6040438"/>
          <p14:tracePt t="67162" x="8212138" y="6034088"/>
          <p14:tracePt t="67176" x="8274050" y="5965825"/>
          <p14:tracePt t="67201" x="8386763" y="5873750"/>
          <p14:tracePt t="67214" x="8429625" y="5842000"/>
          <p14:tracePt t="67220" x="8472488" y="5805488"/>
          <p14:tracePt t="67226" x="8547100" y="5767388"/>
          <p14:tracePt t="67244" x="8634413" y="5730875"/>
          <p14:tracePt t="67256" x="8670925" y="5711825"/>
          <p14:tracePt t="67261" x="8726488" y="5675313"/>
          <p14:tracePt t="67273" x="8801100" y="5613400"/>
          <p14:tracePt t="67288" x="8907463" y="5519738"/>
          <p14:tracePt t="67307" x="8950325" y="5476875"/>
          <p14:tracePt t="67321" x="9055100" y="5383213"/>
          <p14:tracePt t="67326" x="9080500" y="5353050"/>
          <p14:tracePt t="67336" x="9112250" y="5327650"/>
          <p14:tracePt t="67343" x="9167813" y="5278438"/>
          <p14:tracePt t="67353" x="9185275" y="5259388"/>
          <p14:tracePt t="67363" x="9204325" y="5253038"/>
          <p14:tracePt t="67373" x="9229725" y="5222875"/>
          <p14:tracePt t="67383" x="9247188" y="5216525"/>
          <p14:tracePt t="67389" x="9266238" y="5210175"/>
          <p14:tracePt t="67400" x="9297988" y="5197475"/>
          <p14:tracePt t="67410" x="9304338" y="5191125"/>
          <p14:tracePt t="67421" x="9309100" y="5191125"/>
          <p14:tracePt t="67425" x="9315450" y="5191125"/>
          <p14:tracePt t="67621" x="9315450" y="5203825"/>
          <p14:tracePt t="67634" x="9285288" y="5259388"/>
          <p14:tracePt t="67651" x="9229725" y="5314950"/>
          <p14:tracePt t="67669" x="9142413" y="5376863"/>
          <p14:tracePt t="67680" x="9048750" y="5432425"/>
          <p14:tracePt t="67688" x="8993188" y="5451475"/>
          <p14:tracePt t="67703" x="8918575" y="5489575"/>
          <p14:tracePt t="67712" x="8794750" y="5538788"/>
          <p14:tracePt t="67722" x="8739188" y="5556250"/>
          <p14:tracePt t="67738" x="8658225" y="5588000"/>
          <p14:tracePt t="67756" x="8615363" y="5619750"/>
          <p14:tracePt t="67761" x="8572500" y="5637213"/>
          <p14:tracePt t="67771" x="8553450" y="5643563"/>
          <p14:tracePt t="67780" x="8540750" y="5662613"/>
          <p14:tracePt t="67786" x="8510588" y="5681663"/>
          <p14:tracePt t="67797" x="8491538" y="5699125"/>
          <p14:tracePt t="67812" x="8478838" y="5705475"/>
          <p14:tracePt t="67822" x="8435975" y="5743575"/>
          <p14:tracePt t="67828" x="8435975" y="5748338"/>
          <p14:tracePt t="67840" x="8429625" y="5748338"/>
          <p14:tracePt t="67948" x="8442325" y="5748338"/>
          <p14:tracePt t="67961" x="8528050" y="5681663"/>
          <p14:tracePt t="67968" x="8602663" y="5613400"/>
          <p14:tracePt t="67979" x="8634413" y="5588000"/>
          <p14:tracePt t="67995" x="8751888" y="5464175"/>
          <p14:tracePt t="68005" x="8820150" y="5389563"/>
          <p14:tracePt t="68009" x="8875713" y="5327650"/>
          <p14:tracePt t="68018" x="8937625" y="5265738"/>
          <p14:tracePt t="68027" x="8982075" y="5235575"/>
          <p14:tracePt t="68038" x="9099550" y="5167313"/>
          <p14:tracePt t="68054" x="9155113" y="5141913"/>
          <p14:tracePt t="68058" x="9229725" y="5116513"/>
          <p14:tracePt t="68071" x="9340850" y="5073650"/>
          <p14:tracePt t="68096" x="9396413" y="5054600"/>
          <p14:tracePt t="68105" x="9402763" y="5048250"/>
          <p14:tracePt t="68122" x="9415463" y="5048250"/>
          <p14:tracePt t="68158" x="9421813" y="5048250"/>
          <p14:tracePt t="68315" x="9421813" y="5067300"/>
          <p14:tracePt t="68328" x="9353550" y="5160963"/>
          <p14:tracePt t="68336" x="9321800" y="5203825"/>
          <p14:tracePt t="68349" x="9278938" y="5253038"/>
          <p14:tracePt t="68355" x="9217025" y="5297488"/>
          <p14:tracePt t="68358" x="9174163" y="5327650"/>
          <p14:tracePt t="68368" x="9129713" y="5365750"/>
          <p14:tracePt t="68378" x="9055100" y="5414963"/>
          <p14:tracePt t="68383" x="8982075" y="5451475"/>
          <p14:tracePt t="68397" x="8924925" y="5483225"/>
          <p14:tracePt t="68407" x="8869363" y="5494338"/>
          <p14:tracePt t="68423" x="8745538" y="5556250"/>
          <p14:tracePt t="68439" x="8664575" y="5581650"/>
          <p14:tracePt t="68455" x="8609013" y="5600700"/>
          <p14:tracePt t="68476" x="8578850" y="5619750"/>
          <p14:tracePt t="68487" x="8559800" y="5619750"/>
          <p14:tracePt t="68492" x="8553450" y="5624513"/>
          <p14:tracePt t="68499" x="8547100" y="5630863"/>
          <p14:tracePt t="68508" x="8540750" y="5630863"/>
          <p14:tracePt t="68522" x="8534400" y="5630863"/>
          <p14:tracePt t="68539" x="8534400" y="5637213"/>
          <p14:tracePt t="68635" x="8553450" y="5630863"/>
          <p14:tracePt t="68646" x="8602663" y="5575300"/>
          <p14:tracePt t="68659" x="8709025" y="5483225"/>
          <p14:tracePt t="68666" x="8739188" y="5451475"/>
          <p14:tracePt t="68680" x="8845550" y="5346700"/>
          <p14:tracePt t="68696" x="8969375" y="5229225"/>
          <p14:tracePt t="68708" x="9024938" y="5178425"/>
          <p14:tracePt t="68724" x="9112250" y="5116513"/>
          <p14:tracePt t="68733" x="9142413" y="5099050"/>
          <p14:tracePt t="68737" x="9155113" y="5099050"/>
          <p14:tracePt t="68749" x="9174163" y="5086350"/>
          <p14:tracePt t="68754" x="9178925" y="5086350"/>
          <p14:tracePt t="68769" x="9185275" y="5080000"/>
          <p14:tracePt t="68786" x="9191625" y="5080000"/>
          <p14:tracePt t="68819" x="9197975" y="5073650"/>
          <p14:tracePt t="70391" x="9197975" y="5129213"/>
          <p14:tracePt t="70402" x="9197975" y="5184775"/>
          <p14:tracePt t="70415" x="9174163" y="5302250"/>
          <p14:tracePt t="70430" x="9155113" y="5395913"/>
          <p14:tracePt t="70439" x="9155113" y="5427663"/>
          <p14:tracePt t="70456" x="9142413" y="5489575"/>
          <p14:tracePt t="70463" x="9142413" y="5513388"/>
          <p14:tracePt t="70471" x="9142413" y="5532438"/>
          <p14:tracePt t="70481" x="9148763" y="5568950"/>
          <p14:tracePt t="70488" x="9148763" y="5581650"/>
          <p14:tracePt t="70492" x="9148763" y="5594350"/>
          <p14:tracePt t="70505" x="9148763" y="5600700"/>
          <p14:tracePt t="70522" x="9148763" y="5613400"/>
          <p14:tracePt t="70539" x="9155113" y="5624513"/>
          <p14:tracePt t="70550" x="9155113" y="5643563"/>
          <p14:tracePt t="70558" x="9155113" y="5656263"/>
          <p14:tracePt t="70571" x="9155113" y="5686425"/>
          <p14:tracePt t="70579" x="9155113" y="5692775"/>
          <p14:tracePt t="70593" x="9148763" y="5718175"/>
          <p14:tracePt t="70604" x="9117013" y="5773738"/>
          <p14:tracePt t="70609" x="9074150" y="5816600"/>
          <p14:tracePt t="70615" x="9031288" y="5861050"/>
          <p14:tracePt t="70626" x="8986838" y="5891213"/>
          <p14:tracePt t="70640" x="8856663" y="5953125"/>
          <p14:tracePt t="70657" x="8664575" y="6040438"/>
          <p14:tracePt t="70662" x="8528050" y="6096000"/>
          <p14:tracePt t="70666" x="8331200" y="6157913"/>
          <p14:tracePt t="70676" x="8094663" y="6226175"/>
          <p14:tracePt t="70689" x="7927975" y="6262688"/>
          <p14:tracePt t="70696" x="7710488" y="6330950"/>
          <p14:tracePt t="70705" x="7407275" y="6405563"/>
          <p14:tracePt t="70716" x="7146925" y="6454775"/>
          <p14:tracePt t="70723" x="6886575" y="6510338"/>
          <p14:tracePt t="70736" x="6718300" y="6535738"/>
          <p14:tracePt t="70742" x="6515100" y="6548438"/>
          <p14:tracePt t="70745" x="6334125" y="6567488"/>
          <p14:tracePt t="70754" x="6167438" y="6578600"/>
          <p14:tracePt t="70771" x="5919788" y="6578600"/>
          <p14:tracePt t="70788" x="5734050" y="6572250"/>
          <p14:tracePt t="70792" x="5665788" y="6548438"/>
          <p14:tracePt t="70805" x="5646738" y="6529388"/>
          <p14:tracePt t="70810" x="5621338" y="6505575"/>
          <p14:tracePt t="70818" x="5603875" y="6486525"/>
          <p14:tracePt t="70826" x="5603875" y="6454775"/>
          <p14:tracePt t="70834" x="5603875" y="6443663"/>
          <p14:tracePt t="70845" x="5603875" y="6424613"/>
          <p14:tracePt t="70851" x="5603875" y="6411913"/>
          <p14:tracePt t="70857" x="5621338" y="6392863"/>
          <p14:tracePt t="70862" x="5640388" y="6375400"/>
          <p14:tracePt t="70866" x="5659438" y="6356350"/>
          <p14:tracePt t="70877" x="5683250" y="6330950"/>
          <p14:tracePt t="70887" x="5702300" y="6313488"/>
          <p14:tracePt t="70891" x="5721350" y="6294438"/>
          <p14:tracePt t="70905" x="5727700" y="6275388"/>
          <p14:tracePt t="70908" x="5738813" y="6256338"/>
          <p14:tracePt t="70923" x="5745163" y="6232525"/>
          <p14:tracePt t="70941" x="5776913" y="6164263"/>
          <p14:tracePt t="70948" x="5783263" y="6138863"/>
          <p14:tracePt t="70956" x="5795963" y="6108700"/>
          <p14:tracePt t="70965" x="5813425" y="6070600"/>
          <p14:tracePt t="70976" x="5864225" y="5984875"/>
          <p14:tracePt t="70986" x="5900738" y="5946775"/>
          <p14:tracePt t="70995" x="5943600" y="5897563"/>
          <p14:tracePt t="71002" x="5999163" y="5854700"/>
          <p14:tracePt t="71008" x="6092825" y="5786438"/>
          <p14:tracePt t="71022" x="6291263" y="5681663"/>
          <p14:tracePt t="71036" x="6427788" y="5624513"/>
          <p14:tracePt t="71045" x="6564313" y="5575300"/>
          <p14:tracePt t="71057" x="6818313" y="5494338"/>
          <p14:tracePt t="71074" x="7091363" y="5414963"/>
          <p14:tracePt t="71082" x="7208838" y="5383213"/>
          <p14:tracePt t="71089" x="7358063" y="5359400"/>
          <p14:tracePt t="71105" x="7580313" y="5302250"/>
          <p14:tracePt t="71111" x="7710488" y="5291138"/>
          <p14:tracePt t="71122" x="7847013" y="5278438"/>
          <p14:tracePt t="71128" x="7977188" y="5278438"/>
          <p14:tracePt t="71137" x="8094663" y="5278438"/>
          <p14:tracePt t="71155" x="8243888" y="5278438"/>
          <p14:tracePt t="71159" x="8269288" y="5284788"/>
          <p14:tracePt t="71172" x="8305800" y="5291138"/>
          <p14:tracePt t="71176" x="8361363" y="5314950"/>
          <p14:tracePt t="71189" x="8393113" y="5321300"/>
          <p14:tracePt t="71194" x="8416925" y="5334000"/>
          <p14:tracePt t="71199" x="8423275" y="5340350"/>
          <p14:tracePt t="71213" x="8442325" y="5346700"/>
          <p14:tracePt t="71221" x="8455025" y="5346700"/>
          <p14:tracePt t="71227" x="8472488" y="5353050"/>
          <p14:tracePt t="71244" x="8504238" y="5376863"/>
          <p14:tracePt t="71251" x="8534400" y="5395913"/>
          <p14:tracePt t="71255" x="8553450" y="5414963"/>
          <p14:tracePt t="71269" x="8566150" y="5432425"/>
          <p14:tracePt t="71284" x="8653463" y="5483225"/>
          <p14:tracePt t="71295" x="8751888" y="5538788"/>
          <p14:tracePt t="71306" x="8807450" y="5562600"/>
          <p14:tracePt t="71325" x="8888413" y="5607050"/>
          <p14:tracePt t="71332" x="8956675" y="5637213"/>
          <p14:tracePt t="71339" x="8975725" y="5649913"/>
          <p14:tracePt t="71345" x="9012238" y="5668963"/>
          <p14:tracePt t="71353" x="9043988" y="5686425"/>
          <p14:tracePt t="71359" x="9055100" y="5692775"/>
          <p14:tracePt t="71373" x="9093200" y="5718175"/>
          <p14:tracePt t="71390" x="9117013" y="5737225"/>
          <p14:tracePt t="71407" x="9129713" y="5754688"/>
          <p14:tracePt t="71425" x="9148763" y="5792788"/>
          <p14:tracePt t="71432" x="9161463" y="5816600"/>
          <p14:tracePt t="71441" x="9167813" y="5835650"/>
          <p14:tracePt t="71457" x="9174163" y="5867400"/>
          <p14:tracePt t="71472" x="9174163" y="5873750"/>
          <p14:tracePt t="71476" x="9174163" y="5884863"/>
          <p14:tracePt t="71508" x="9174163" y="5891213"/>
          <p14:tracePt t="71528" x="9174163" y="5897563"/>
          <p14:tracePt t="71536" x="9174163" y="5903913"/>
          <p14:tracePt t="71547" x="9174163" y="5910263"/>
          <p14:tracePt t="71555" x="9174163" y="5916613"/>
          <p14:tracePt t="71560" x="9174163" y="5922963"/>
          <p14:tracePt t="71572" x="9174163" y="5935663"/>
          <p14:tracePt t="71591" x="9174163" y="5946775"/>
          <p14:tracePt t="71605" x="9174163" y="5953125"/>
          <p14:tracePt t="71622" x="9167813" y="5959475"/>
          <p14:tracePt t="71645" x="9142413" y="5978525"/>
          <p14:tracePt t="71652" x="9136063" y="5991225"/>
          <p14:tracePt t="71657" x="9117013" y="6008688"/>
          <p14:tracePt t="71670" x="9112250" y="6027738"/>
          <p14:tracePt t="71674" x="9105900" y="6034088"/>
          <p14:tracePt t="71681" x="9080500" y="6040438"/>
          <p14:tracePt t="71690" x="9061450" y="6053138"/>
          <p14:tracePt t="71709" x="8993188" y="6064250"/>
          <p14:tracePt t="71714" x="8963025" y="6064250"/>
          <p14:tracePt t="71723" x="8937625" y="6064250"/>
          <p14:tracePt t="71739" x="8913813" y="6064250"/>
          <p14:tracePt t="71756" x="8851900" y="6064250"/>
          <p14:tracePt t="71772" x="8807450" y="6064250"/>
          <p14:tracePt t="71777" x="8801100" y="6064250"/>
          <p14:tracePt t="71791" x="8788400" y="6064250"/>
          <p14:tracePt t="71796" x="8777288" y="6059488"/>
          <p14:tracePt t="71802" x="8770938" y="6040438"/>
          <p14:tracePt t="71809" x="8751888" y="6027738"/>
          <p14:tracePt t="71823" x="8732838" y="5946775"/>
          <p14:tracePt t="71838" x="8732838" y="5910263"/>
          <p14:tracePt t="71866" x="8794750" y="5829300"/>
          <p14:tracePt t="71873" x="8863013" y="5805488"/>
          <p14:tracePt t="71885" x="8956675" y="5786438"/>
          <p14:tracePt t="71896" x="8993188" y="5786438"/>
          <p14:tracePt t="71905" x="9067800" y="5773738"/>
          <p14:tracePt t="71919" x="9148763" y="5773738"/>
          <p14:tracePt t="71927" x="9217025" y="5773738"/>
          <p14:tracePt t="71938" x="9304338" y="5773738"/>
          <p14:tracePt t="71957" x="9434513" y="5773738"/>
          <p14:tracePt t="71961" x="9490075" y="5780088"/>
          <p14:tracePt t="71974" x="9545638" y="5805488"/>
          <p14:tracePt t="71979" x="9601200" y="5822950"/>
          <p14:tracePt t="71988" x="9620250" y="5854700"/>
          <p14:tracePt t="71995" x="9637713" y="5861050"/>
          <p14:tracePt t="72003" x="9637713" y="5878513"/>
          <p14:tracePt t="72007" x="9637713" y="5884863"/>
          <p14:tracePt t="72016" x="9637713" y="5891213"/>
          <p14:tracePt t="72024" x="9637713" y="5897563"/>
          <p14:tracePt t="72038" x="9637713" y="5916613"/>
          <p14:tracePt t="72056" x="9607550" y="5997575"/>
          <p14:tracePt t="72073" x="9551988" y="6027738"/>
          <p14:tracePt t="72086" x="9532938" y="6034088"/>
          <p14:tracePt t="72092" x="9507538" y="6046788"/>
          <p14:tracePt t="72096" x="9483725" y="6053138"/>
          <p14:tracePt t="72106" x="9445625" y="6053138"/>
          <p14:tracePt t="72121" x="9359900" y="6053138"/>
          <p14:tracePt t="72139" x="9291638" y="6053138"/>
          <p14:tracePt t="72158" x="9197975" y="6021388"/>
          <p14:tracePt t="72177" x="9155113" y="5984875"/>
          <p14:tracePt t="72185" x="9148763" y="5978525"/>
          <p14:tracePt t="72195" x="9136063" y="5953125"/>
          <p14:tracePt t="72206" x="9129713" y="5929313"/>
          <p14:tracePt t="72212" x="9112250" y="5873750"/>
          <p14:tracePt t="72219" x="9112250" y="5835650"/>
          <p14:tracePt t="72229" x="9112250" y="5822950"/>
          <p14:tracePt t="72231" x="9112250" y="5810250"/>
          <p14:tracePt t="72239" x="9112250" y="5805488"/>
          <p14:tracePt t="72255" x="9123363" y="5805488"/>
          <p14:tracePt t="72272" x="9148763" y="5805488"/>
          <p14:tracePt t="72291" x="9161463" y="5816600"/>
          <p14:tracePt t="72299" x="9167813" y="5854700"/>
          <p14:tracePt t="72306" x="9167813" y="5878513"/>
          <p14:tracePt t="72316" x="9167813" y="5929313"/>
          <p14:tracePt t="72323" x="9167813" y="5978525"/>
          <p14:tracePt t="72336" x="9167813" y="6053138"/>
          <p14:tracePt t="72345" x="9155113" y="6102350"/>
          <p14:tracePt t="72352" x="9142413" y="6132513"/>
          <p14:tracePt t="72362" x="9123363" y="6170613"/>
          <p14:tracePt t="72366" x="9105900" y="6200775"/>
          <p14:tracePt t="72375" x="9080500" y="6226175"/>
          <p14:tracePt t="72391" x="9037638" y="6245225"/>
          <p14:tracePt t="72410" x="8969375" y="6245225"/>
          <p14:tracePt t="72424" x="8918575" y="6245225"/>
          <p14:tracePt t="72432" x="8888413" y="6245225"/>
          <p14:tracePt t="72438" x="8863013" y="6232525"/>
          <p14:tracePt t="72446" x="8845550" y="6213475"/>
          <p14:tracePt t="72455" x="8820150" y="6194425"/>
          <p14:tracePt t="72462" x="8807450" y="6176963"/>
          <p14:tracePt t="72472" x="8788400" y="6151563"/>
          <p14:tracePt t="72488" x="8770938" y="6083300"/>
          <p14:tracePt t="72505" x="8770938" y="6021388"/>
          <p14:tracePt t="72523" x="8813800" y="5940425"/>
          <p14:tracePt t="72535" x="8851900" y="5916613"/>
          <p14:tracePt t="72548" x="8894763" y="5884863"/>
          <p14:tracePt t="72559" x="8986838" y="5867400"/>
          <p14:tracePt t="72578" x="9112250" y="5854700"/>
          <p14:tracePt t="72588" x="9197975" y="5873750"/>
          <p14:tracePt t="72606" x="9229725" y="5891213"/>
          <p14:tracePt t="72611" x="9247188" y="5903913"/>
          <p14:tracePt t="72615" x="9266238" y="5935663"/>
          <p14:tracePt t="72629" x="9272588" y="5959475"/>
          <p14:tracePt t="72636" x="9285288" y="5978525"/>
          <p14:tracePt t="72646" x="9291638" y="6034088"/>
          <p14:tracePt t="72655" x="9291638" y="6059488"/>
          <p14:tracePt t="72662" x="9291638" y="6070600"/>
          <p14:tracePt t="72666" x="9291638" y="6089650"/>
          <p14:tracePt t="72675" x="9291638" y="6096000"/>
          <p14:tracePt t="72689" x="9291638" y="6102350"/>
          <p14:tracePt t="72707" x="9278938" y="6127750"/>
          <p14:tracePt t="72712" x="9272588" y="6132513"/>
          <p14:tracePt t="72716" x="9266238" y="6132513"/>
          <p14:tracePt t="72726" x="9259888" y="6138863"/>
          <p14:tracePt t="72738" x="9247188" y="6138863"/>
          <p14:tracePt t="72755" x="9240838" y="6138863"/>
          <p14:tracePt t="72795" x="9229725" y="6138863"/>
          <p14:tracePt t="72805" x="9223375" y="6115050"/>
          <p14:tracePt t="72815" x="9223375" y="6102350"/>
          <p14:tracePt t="72819" x="9217025" y="6083300"/>
          <p14:tracePt t="72829" x="9204325" y="6059488"/>
          <p14:tracePt t="72832" x="9204325" y="6027738"/>
          <p14:tracePt t="72840" x="9197975" y="6015038"/>
          <p14:tracePt t="72856" x="9197975" y="5984875"/>
          <p14:tracePt t="72875" x="9197975" y="5953125"/>
          <p14:tracePt t="72891" x="9197975" y="5946775"/>
          <p14:tracePt t="72936" x="9204325" y="5972175"/>
          <p14:tracePt t="72955" x="9204325" y="5984875"/>
          <p14:tracePt t="72966" x="9204325" y="6002338"/>
          <p14:tracePt t="72971" x="9204325" y="6015038"/>
          <p14:tracePt t="72980" x="9204325" y="6021388"/>
          <p14:tracePt t="72991" x="9204325" y="6027738"/>
          <p14:tracePt t="72997" x="9204325" y="6040438"/>
          <p14:tracePt t="73002" x="9204325" y="6046788"/>
          <p14:tracePt t="73021" x="9204325" y="6053138"/>
          <p14:tracePt t="73031" x="9197975" y="6053138"/>
          <p14:tracePt t="73130" x="9191625" y="6053138"/>
          <p14:tracePt t="73142" x="9191625" y="6046788"/>
          <p14:tracePt t="73148" x="9185275" y="6034088"/>
          <p14:tracePt t="73167" x="9185275" y="6027738"/>
          <p14:tracePt t="73193" x="9178925" y="6027738"/>
          <p14:tracePt t="73237" x="9167813" y="6021388"/>
          <p14:tracePt t="73249" x="9161463" y="6021388"/>
          <p14:tracePt t="73261" x="9155113" y="6015038"/>
          <p14:tracePt t="73274" x="9123363" y="6008688"/>
          <p14:tracePt t="73288" x="9099550" y="5997575"/>
          <p14:tracePt t="73307" x="9067800" y="5965825"/>
          <p14:tracePt t="73321" x="9037638" y="5953125"/>
          <p14:tracePt t="73328" x="9005888" y="5922963"/>
          <p14:tracePt t="73339" x="8969375" y="5873750"/>
          <p14:tracePt t="73357" x="8950325" y="5848350"/>
          <p14:tracePt t="73372" x="8918575" y="5767388"/>
          <p14:tracePt t="73376" x="8913813" y="5748338"/>
          <p14:tracePt t="73396" x="8901113" y="5686425"/>
          <p14:tracePt t="73406" x="8894763" y="5643563"/>
          <p14:tracePt t="73412" x="8894763" y="5613400"/>
          <p14:tracePt t="73426" x="8894763" y="5607050"/>
          <p14:tracePt t="73430" x="8894763" y="5594350"/>
          <p14:tracePt t="73439" x="8894763" y="5588000"/>
          <p14:tracePt t="73530" x="8901113" y="5588000"/>
          <p14:tracePt t="73539" x="8907463" y="5588000"/>
          <p14:tracePt t="73560" x="8913813" y="5594350"/>
          <p14:tracePt t="73574" x="8913813" y="5600700"/>
          <p14:tracePt t="73593" x="8918575" y="5607050"/>
          <p14:tracePt t="73607" x="8937625" y="5624513"/>
          <p14:tracePt t="73622" x="8943975" y="5630863"/>
          <p14:tracePt t="73642" x="8956675" y="5643563"/>
          <p14:tracePt t="73671" x="8963025" y="5643563"/>
          <p14:tracePt t="73814" x="8963025" y="5637213"/>
          <p14:tracePt t="73837" x="8969375" y="5637213"/>
          <p14:tracePt t="73867" x="8975725" y="5630863"/>
          <p14:tracePt t="73880" x="8986838" y="5630863"/>
          <p14:tracePt t="73889" x="8993188" y="5619750"/>
          <p14:tracePt t="73907" x="8999538" y="5613400"/>
          <p14:tracePt t="73911" x="9005888" y="5607050"/>
          <p14:tracePt t="73915" x="9005888" y="5600700"/>
          <p14:tracePt t="73927" x="9012238" y="5594350"/>
          <p14:tracePt t="73945" x="9018588" y="5588000"/>
          <p14:tracePt t="73962" x="9018588" y="5581650"/>
          <p14:tracePt t="73976" x="9018588" y="5568950"/>
          <p14:tracePt t="74638" x="9018588" y="5556250"/>
          <p14:tracePt t="74648" x="9018588" y="5551488"/>
          <p14:tracePt t="74663" x="9012238" y="5538788"/>
          <p14:tracePt t="74668" x="9012238" y="5532438"/>
          <p14:tracePt t="74681" x="9012238" y="5519738"/>
          <p14:tracePt t="74762" x="9012238" y="5513388"/>
          <p14:tracePt t="74776" x="9005888" y="5513388"/>
          <p14:tracePt t="74779" x="9005888" y="5500688"/>
          <p14:tracePt t="74791" x="8999538" y="5500688"/>
          <p14:tracePt t="74797" x="8999538" y="5494338"/>
          <p14:tracePt t="74806" x="8999538" y="5489575"/>
          <p14:tracePt t="74825" x="8993188" y="5483225"/>
          <p14:tracePt t="74837" x="8993188" y="5470525"/>
          <p14:tracePt t="74853" x="8982075" y="5457825"/>
          <p14:tracePt t="74868" x="8982075" y="5451475"/>
          <p14:tracePt t="74877" x="8982075" y="5445125"/>
          <p14:tracePt t="74888" x="8982075" y="5438775"/>
          <p14:tracePt t="74905" x="8975725" y="5438775"/>
          <p14:tracePt t="74965" x="8986838" y="5457825"/>
          <p14:tracePt t="74977" x="8993188" y="5500688"/>
          <p14:tracePt t="74982" x="8993188" y="5526088"/>
          <p14:tracePt t="74992" x="9005888" y="5545138"/>
          <p14:tracePt t="75006" x="9005888" y="5556250"/>
          <p14:tracePt t="75011" x="9012238" y="5562600"/>
          <p14:tracePt t="75020" x="9012238" y="5581650"/>
          <p14:tracePt t="75026" x="9012238" y="5588000"/>
          <p14:tracePt t="75031" x="9018588" y="5594350"/>
          <p14:tracePt t="75042" x="9018588" y="5600700"/>
          <p14:tracePt t="75060" x="9018588" y="5607050"/>
          <p14:tracePt t="75147" x="9024938" y="5581650"/>
          <p14:tracePt t="75160" x="9024938" y="5538788"/>
          <p14:tracePt t="75168" x="9037638" y="5513388"/>
          <p14:tracePt t="75187" x="9037638" y="5470525"/>
          <p14:tracePt t="75193" x="9043988" y="5464175"/>
          <p14:tracePt t="75206" x="9043988" y="5451475"/>
          <p14:tracePt t="75212" x="9043988" y="5445125"/>
          <p14:tracePt t="75228" x="9043988" y="5427663"/>
          <p14:tracePt t="75241" x="9048750" y="5414963"/>
          <p14:tracePt t="75258" x="9048750" y="5402263"/>
          <p14:tracePt t="75286" x="9055100" y="5402263"/>
          <p14:tracePt t="75322" x="9061450" y="5402263"/>
          <p14:tracePt t="75333" x="9074150" y="5402263"/>
          <p14:tracePt t="75347" x="9093200" y="5432425"/>
          <p14:tracePt t="75355" x="9105900" y="5451475"/>
          <p14:tracePt t="75370" x="9123363" y="5483225"/>
          <p14:tracePt t="75381" x="9136063" y="5507038"/>
          <p14:tracePt t="75393" x="9136063" y="5519738"/>
          <p14:tracePt t="75404" x="9142413" y="5532438"/>
          <p14:tracePt t="75424" x="9148763" y="5545138"/>
          <p14:tracePt t="75546" x="9148763" y="5519738"/>
          <p14:tracePt t="75555" x="9148763" y="5489575"/>
          <p14:tracePt t="75566" x="9136063" y="5464175"/>
          <p14:tracePt t="75575" x="9129713" y="5421313"/>
          <p14:tracePt t="75588" x="9123363" y="5376863"/>
          <p14:tracePt t="75609" x="9112250" y="5346700"/>
          <p14:tracePt t="75615" x="9105900" y="5334000"/>
          <p14:tracePt t="75622" x="9105900" y="5321300"/>
          <p14:tracePt t="75628" x="9105900" y="5314950"/>
          <p14:tracePt t="75646" x="9105900" y="5308600"/>
          <p14:tracePt t="75661" x="9105900" y="5302250"/>
          <p14:tracePt t="75739" x="9123363" y="5314950"/>
          <p14:tracePt t="75756" x="9148763" y="5370513"/>
          <p14:tracePt t="75761" x="9167813" y="5402263"/>
          <p14:tracePt t="75777" x="9197975" y="5432425"/>
          <p14:tracePt t="75795" x="9210675" y="5470525"/>
          <p14:tracePt t="75811" x="9229725" y="5476875"/>
          <p14:tracePt t="75823" x="9236075" y="5483225"/>
          <p14:tracePt t="75841" x="9236075" y="5489575"/>
          <p14:tracePt t="75947" x="9236075" y="5476875"/>
          <p14:tracePt t="75961" x="9236075" y="5421313"/>
          <p14:tracePt t="75979" x="9223375" y="5353050"/>
          <p14:tracePt t="75986" x="9210675" y="5327650"/>
          <p14:tracePt t="75993" x="9204325" y="5272088"/>
          <p14:tracePt t="76003" x="9204325" y="5259388"/>
          <p14:tracePt t="76017" x="9191625" y="5240338"/>
          <p14:tracePt t="76024" x="9191625" y="5229225"/>
          <p14:tracePt t="76036" x="9191625" y="5222875"/>
          <p14:tracePt t="76094" x="9191625" y="5229225"/>
          <p14:tracePt t="76104" x="9191625" y="5246688"/>
          <p14:tracePt t="76122" x="9197975" y="5308600"/>
          <p14:tracePt t="76131" x="9197975" y="5346700"/>
          <p14:tracePt t="76139" x="9197975" y="5402263"/>
          <p14:tracePt t="76155" x="9197975" y="5427663"/>
          <p14:tracePt t="76166" x="9204325" y="5451475"/>
          <p14:tracePt t="76178" x="9204325" y="5457825"/>
          <p14:tracePt t="76197" x="9204325" y="5464175"/>
          <p14:tracePt t="76271" x="9204325" y="5438775"/>
          <p14:tracePt t="76285" x="9204325" y="5353050"/>
          <p14:tracePt t="76297" x="9204325" y="5314950"/>
          <p14:tracePt t="76308" x="9217025" y="5240338"/>
          <p14:tracePt t="76325" x="9217025" y="5122863"/>
          <p14:tracePt t="76337" x="9217025" y="5054600"/>
          <p14:tracePt t="76351" x="9223375" y="4981575"/>
          <p14:tracePt t="76363" x="9223375" y="4943475"/>
          <p14:tracePt t="76373" x="9236075" y="4924425"/>
          <p14:tracePt t="76379" x="9236075" y="4919663"/>
          <p14:tracePt t="76447" x="9240838" y="4924425"/>
          <p14:tracePt t="76459" x="9240838" y="4956175"/>
          <p14:tracePt t="76461" x="9240838" y="4968875"/>
          <p14:tracePt t="76466" x="9240838" y="4992688"/>
          <p14:tracePt t="76480" x="9240838" y="5011738"/>
          <p14:tracePt t="76491" x="9240838" y="5030788"/>
          <p14:tracePt t="76508" x="9240838" y="5067300"/>
          <p14:tracePt t="76515" x="9240838" y="5086350"/>
          <p14:tracePt t="76523" x="9240838" y="5099050"/>
          <p14:tracePt t="76533" x="9240838" y="5116513"/>
          <p14:tracePt t="76537" x="9240838" y="5135563"/>
          <p14:tracePt t="76543" x="9240838" y="5148263"/>
          <p14:tracePt t="76551" x="9236075" y="5167313"/>
          <p14:tracePt t="76556" x="9236075" y="5178425"/>
          <p14:tracePt t="76568" x="9229725" y="5191125"/>
          <p14:tracePt t="76575" x="9223375" y="5197475"/>
          <p14:tracePt t="76588" x="9217025" y="5203825"/>
          <p14:tracePt t="76593" x="9210675" y="5210175"/>
          <p14:tracePt t="76603" x="9204325" y="5210175"/>
          <p14:tracePt t="76612" x="9185275" y="5216525"/>
          <p14:tracePt t="76622" x="9178925" y="5216525"/>
          <p14:tracePt t="76627" x="9174163" y="5216525"/>
          <p14:tracePt t="76631" x="9167813" y="5216525"/>
          <p14:tracePt t="76640" x="9148763" y="5216525"/>
          <p14:tracePt t="76659" x="9099550" y="5178425"/>
          <p14:tracePt t="76681" x="9074150" y="5135563"/>
          <p14:tracePt t="76686" x="9055100" y="5105400"/>
          <p14:tracePt t="76695" x="9043988" y="5092700"/>
          <p14:tracePt t="76707" x="9037638" y="5060950"/>
          <p14:tracePt t="76725" x="9031288" y="5024438"/>
          <p14:tracePt t="76739" x="9024938" y="5011738"/>
          <p14:tracePt t="76746" x="9012238" y="5005388"/>
          <p14:tracePt t="76858" x="9012238" y="5011738"/>
          <p14:tracePt t="76871" x="9018588" y="5048250"/>
          <p14:tracePt t="76879" x="9031288" y="5092700"/>
          <p14:tracePt t="76888" x="9031288" y="5129213"/>
          <p14:tracePt t="76905" x="9037638" y="5203825"/>
          <p14:tracePt t="76913" x="9043988" y="5235575"/>
          <p14:tracePt t="76927" x="9055100" y="5253038"/>
          <p14:tracePt t="76939" x="9055100" y="5259388"/>
          <p14:tracePt t="77042" x="9061450" y="5240338"/>
          <p14:tracePt t="77056" x="9067800" y="5216525"/>
          <p14:tracePt t="77061" x="9067800" y="5197475"/>
          <p14:tracePt t="77069" x="9080500" y="5173663"/>
          <p14:tracePt t="77082" x="9086850" y="5111750"/>
          <p14:tracePt t="77089" x="9099550" y="5080000"/>
          <p14:tracePt t="77100" x="9105900" y="5054600"/>
          <p14:tracePt t="77106" x="9105900" y="5037138"/>
          <p14:tracePt t="77116" x="9112250" y="5030788"/>
          <p14:tracePt t="77124" x="9112250" y="5024438"/>
          <p14:tracePt t="77132" x="9123363" y="5024438"/>
          <p14:tracePt t="77142" x="9123363" y="5018088"/>
          <p14:tracePt t="77196" x="9123363" y="5024438"/>
          <p14:tracePt t="77209" x="9129713" y="5054600"/>
          <p14:tracePt t="77214" x="9129713" y="5080000"/>
          <p14:tracePt t="77229" x="9129713" y="5141913"/>
          <p14:tracePt t="77239" x="9129713" y="5160963"/>
          <p14:tracePt t="77256" x="9136063" y="5203825"/>
          <p14:tracePt t="77264" x="9136063" y="5210175"/>
          <p14:tracePt t="77273" x="9136063" y="5216525"/>
          <p14:tracePt t="77281" x="9136063" y="5222875"/>
          <p14:tracePt t="77369" x="9136063" y="5203825"/>
          <p14:tracePt t="77385" x="9136063" y="5141913"/>
          <p14:tracePt t="77396" x="9148763" y="5116513"/>
          <p14:tracePt t="77400" x="9148763" y="5086350"/>
          <p14:tracePt t="77413" x="9148763" y="5043488"/>
          <p14:tracePt t="77422" x="9155113" y="5018088"/>
          <p14:tracePt t="77439" x="9155113" y="4999038"/>
          <p14:tracePt t="77456" x="9161463" y="4981575"/>
          <p14:tracePt t="77526" x="9174163" y="4981575"/>
          <p14:tracePt t="77536" x="9185275" y="5037138"/>
          <p14:tracePt t="77549" x="9204325" y="5073650"/>
          <p14:tracePt t="77563" x="9217025" y="5129213"/>
          <p14:tracePt t="77577" x="9223375" y="5173663"/>
          <p14:tracePt t="77584" x="9236075" y="5197475"/>
          <p14:tracePt t="77594" x="9236075" y="5216525"/>
          <p14:tracePt t="77606" x="9240838" y="5222875"/>
          <p14:tracePt t="77611" x="9240838" y="5229225"/>
          <p14:tracePt t="77620" x="9240838" y="5235575"/>
          <p14:tracePt t="77723" x="9240838" y="5229225"/>
          <p14:tracePt t="77737" x="9236075" y="5197475"/>
          <p14:tracePt t="77747" x="9217025" y="5122863"/>
          <p14:tracePt t="77759" x="9210675" y="5030788"/>
          <p14:tracePt t="77777" x="9197975" y="4981575"/>
          <p14:tracePt t="77784" x="9191625" y="4962525"/>
          <p14:tracePt t="77853" x="9191625" y="4975225"/>
          <p14:tracePt t="77861" x="9204325" y="4999038"/>
          <p14:tracePt t="77875" x="9210675" y="5048250"/>
          <p14:tracePt t="77879" x="9210675" y="5067300"/>
          <p14:tracePt t="77887" x="9210675" y="5092700"/>
          <p14:tracePt t="77903" x="9223375" y="5111750"/>
          <p14:tracePt t="77907" x="9223375" y="5122863"/>
          <p14:tracePt t="77912" x="9223375" y="5135563"/>
          <p14:tracePt t="77921" x="9223375" y="5141913"/>
          <p14:tracePt t="78043" x="9223375" y="5129213"/>
          <p14:tracePt t="78055" x="9223375" y="5116513"/>
          <p14:tracePt t="78070" x="9217025" y="5060950"/>
          <p14:tracePt t="78076" x="9217025" y="5048250"/>
          <p14:tracePt t="78081" x="9217025" y="5030788"/>
          <p14:tracePt t="78086" x="9217025" y="5011738"/>
          <p14:tracePt t="78099" x="9217025" y="5005388"/>
          <p14:tracePt t="78119" x="9217025" y="4999038"/>
          <p14:tracePt t="78182" x="9223375" y="5011738"/>
          <p14:tracePt t="78196" x="9240838" y="5048250"/>
          <p14:tracePt t="78208" x="9247188" y="5067300"/>
          <p14:tracePt t="78224" x="9278938" y="5167313"/>
          <p14:tracePt t="78242" x="9285288" y="5240338"/>
          <p14:tracePt t="78253" x="9297988" y="5272088"/>
          <p14:tracePt t="78272" x="9297988" y="5278438"/>
          <p14:tracePt t="78285" x="9304338" y="5284788"/>
          <p14:tracePt t="78363" x="9285288" y="5253038"/>
          <p14:tracePt t="78371" x="9285288" y="5240338"/>
          <p14:tracePt t="78378" x="9285288" y="5210175"/>
          <p14:tracePt t="78389" x="9278938" y="5184775"/>
          <p14:tracePt t="78394" x="9278938" y="5167313"/>
          <p14:tracePt t="78398" x="9272588" y="5154613"/>
          <p14:tracePt t="78408" x="9272588" y="5135563"/>
          <p14:tracePt t="78410" x="9272588" y="5129213"/>
          <p14:tracePt t="78426" x="9272588" y="5122863"/>
          <p14:tracePt t="78432" x="9272588" y="5116513"/>
          <p14:tracePt t="78439" x="9272588" y="5105400"/>
          <p14:tracePt t="78450" x="9272588" y="5099050"/>
          <p14:tracePt t="78577" x="9259888" y="5122863"/>
          <p14:tracePt t="78585" x="9240838" y="5167313"/>
          <p14:tracePt t="78592" x="9223375" y="5203825"/>
          <p14:tracePt t="78600" x="9191625" y="5246688"/>
          <p14:tracePt t="78616" x="9117013" y="5321300"/>
          <p14:tracePt t="78628" x="8993188" y="5389563"/>
          <p14:tracePt t="78637" x="8696325" y="5532438"/>
          <p14:tracePt t="78646" x="8429625" y="5600700"/>
          <p14:tracePt t="78653" x="8194675" y="5649913"/>
          <p14:tracePt t="78665" x="7940675" y="5686425"/>
          <p14:tracePt t="78673" x="7778750" y="5699125"/>
          <p14:tracePt t="78686" x="7567613" y="5730875"/>
          <p14:tracePt t="78691" x="7085013" y="5748338"/>
          <p14:tracePt t="78705" x="6811963" y="5748338"/>
          <p14:tracePt t="78713" x="6577013" y="5748338"/>
          <p14:tracePt t="78716" x="6303963" y="5748338"/>
          <p14:tracePt t="78725" x="6124575" y="5748338"/>
          <p14:tracePt t="78742" x="5757863" y="5737225"/>
          <p14:tracePt t="78757" x="5405438" y="5681663"/>
          <p14:tracePt t="78765" x="5286375" y="5656263"/>
          <p14:tracePt t="78776" x="5181600" y="5619750"/>
          <p14:tracePt t="78785" x="5156200" y="5607050"/>
          <p14:tracePt t="78803" x="5113338" y="5581650"/>
          <p14:tracePt t="78808" x="5100638" y="5575300"/>
          <p14:tracePt t="78818" x="5094288" y="5568950"/>
          <p14:tracePt t="78828" x="5089525" y="5556250"/>
          <p14:tracePt t="78853" x="5089525" y="5551488"/>
          <p14:tracePt t="78884" x="5083175" y="5551488"/>
          <p14:tracePt t="78942" x="5076825" y="5551488"/>
          <p14:tracePt t="78954" x="5070475" y="5551488"/>
          <p14:tracePt t="78965" x="5064125" y="5551488"/>
          <p14:tracePt t="78975" x="5064125" y="5562600"/>
          <p14:tracePt t="78982" x="5051425" y="5562600"/>
          <p14:tracePt t="79058" x="5051425" y="5568950"/>
          <p14:tracePt t="79095" x="5045075" y="5568950"/>
          <p14:tracePt t="79106" x="5038725" y="5568950"/>
          <p14:tracePt t="79116" x="5032375" y="5568950"/>
          <p14:tracePt t="79126" x="5008563" y="5551488"/>
          <p14:tracePt t="79136" x="4995863" y="5545138"/>
          <p14:tracePt t="79150" x="4983163" y="5538788"/>
          <p14:tracePt t="79164" x="4970463" y="5538788"/>
          <p14:tracePt t="79177" x="4964113" y="5538788"/>
          <p14:tracePt t="79215" x="4959350" y="5538788"/>
          <p14:tracePt t="79225" x="4953000" y="5538788"/>
          <p14:tracePt t="79243" x="4940300" y="5538788"/>
          <p14:tracePt t="79260" x="4914900" y="5551488"/>
          <p14:tracePt t="79269" x="4891088" y="5562600"/>
          <p14:tracePt t="79281" x="4878388" y="5568950"/>
          <p14:tracePt t="79286" x="4872038" y="5568950"/>
          <p14:tracePt t="79295" x="4852988" y="5568950"/>
          <p14:tracePt t="79309" x="4833938" y="5575300"/>
          <p14:tracePt t="79325" x="4791075" y="5581650"/>
          <p14:tracePt t="79341" x="4772025" y="5581650"/>
          <p14:tracePt t="79346" x="4748213" y="5581650"/>
          <p14:tracePt t="79356" x="4716463" y="5594350"/>
          <p14:tracePt t="79369" x="4679950" y="5594350"/>
          <p14:tracePt t="79376" x="4641850" y="5594350"/>
          <p14:tracePt t="79386" x="4611688" y="5600700"/>
          <p14:tracePt t="79395" x="4573588" y="5613400"/>
          <p14:tracePt t="79404" x="4537075" y="5613400"/>
          <p14:tracePt t="79412" x="4500563" y="5619750"/>
          <p14:tracePt t="79417" x="4462463" y="5630863"/>
          <p14:tracePt t="79428" x="4387850" y="5643563"/>
          <p14:tracePt t="79440" x="4357688" y="5643563"/>
          <p14:tracePt t="79458" x="4283075" y="5649913"/>
          <p14:tracePt t="79475" x="4214813" y="5662613"/>
          <p14:tracePt t="79485" x="4195763" y="5668963"/>
          <p14:tracePt t="79505" x="4189413" y="5668963"/>
          <p14:tracePt t="79580" x="4202113" y="5668963"/>
          <p14:tracePt t="79588" x="4227513" y="5656263"/>
          <p14:tracePt t="79604" x="4308475" y="5624513"/>
          <p14:tracePt t="79622" x="4357688" y="5613400"/>
          <p14:tracePt t="79628" x="4432300" y="5594350"/>
          <p14:tracePt t="79632" x="4500563" y="5568950"/>
          <p14:tracePt t="79645" x="4703763" y="5513388"/>
          <p14:tracePt t="79660" x="4946650" y="5464175"/>
          <p14:tracePt t="79673" x="5083175" y="5421313"/>
          <p14:tracePt t="79692" x="5448300" y="5359400"/>
          <p14:tracePt t="79705" x="5565775" y="5334000"/>
          <p14:tracePt t="79713" x="5683250" y="5302250"/>
          <p14:tracePt t="79721" x="5776913" y="5278438"/>
          <p14:tracePt t="79728" x="5864225" y="5253038"/>
          <p14:tracePt t="79740" x="5907088" y="5235575"/>
          <p14:tracePt t="79757" x="5913438" y="5235575"/>
          <p14:tracePt t="79849" x="5913438" y="5240338"/>
          <p14:tracePt t="79865" x="5875338" y="5253038"/>
          <p14:tracePt t="79882" x="5832475" y="5278438"/>
          <p14:tracePt t="79892" x="5738813" y="5314950"/>
          <p14:tracePt t="79901" x="5695950" y="5334000"/>
          <p14:tracePt t="79907" x="5627688" y="5359400"/>
          <p14:tracePt t="79924" x="5522913" y="5389563"/>
          <p14:tracePt t="79942" x="5349875" y="5427663"/>
          <p14:tracePt t="79948" x="5262563" y="5451475"/>
          <p14:tracePt t="79972" x="5089525" y="5500688"/>
          <p14:tracePt t="79980" x="4933950" y="5538788"/>
          <p14:tracePt t="79995" x="4859338" y="5551488"/>
          <p14:tracePt t="80006" x="4803775" y="5568950"/>
          <p14:tracePt t="80012" x="4778375" y="5568950"/>
          <p14:tracePt t="80020" x="4760913" y="5581650"/>
          <p14:tracePt t="80026" x="4754563" y="5581650"/>
          <p14:tracePt t="80041" x="4754563" y="5588000"/>
          <p14:tracePt t="80058" x="4748213" y="5588000"/>
          <p14:tracePt t="80213" x="4778375" y="5568950"/>
          <p14:tracePt t="80229" x="4829175" y="5532438"/>
          <p14:tracePt t="80242" x="4959350" y="5476875"/>
          <p14:tracePt t="80260" x="5070475" y="5427663"/>
          <p14:tracePt t="80276" x="5268913" y="5346700"/>
          <p14:tracePt t="80287" x="5343525" y="5321300"/>
          <p14:tracePt t="80297" x="5429250" y="5297488"/>
          <p14:tracePt t="80306" x="5484813" y="5278438"/>
          <p14:tracePt t="80311" x="5510213" y="5278438"/>
          <p14:tracePt t="80317" x="5541963" y="5265738"/>
          <p14:tracePt t="80325" x="5546725" y="5265738"/>
          <p14:tracePt t="80337" x="5553075" y="5265738"/>
          <p14:tracePt t="80411" x="5546725" y="5265738"/>
          <p14:tracePt t="80426" x="5522913" y="5284788"/>
          <p14:tracePt t="80433" x="5516563" y="5291138"/>
          <p14:tracePt t="80445" x="5484813" y="5314950"/>
          <p14:tracePt t="80459" x="5429250" y="5346700"/>
          <p14:tracePt t="80477" x="5399088" y="5365750"/>
          <p14:tracePt t="80491" x="5324475" y="5389563"/>
          <p14:tracePt t="80496" x="5281613" y="5414963"/>
          <p14:tracePt t="80504" x="5256213" y="5421313"/>
          <p14:tracePt t="80512" x="5213350" y="5432425"/>
          <p14:tracePt t="80525" x="5175250" y="5438775"/>
          <p14:tracePt t="80529" x="5138738" y="5451475"/>
          <p14:tracePt t="80541" x="5113338" y="5457825"/>
          <p14:tracePt t="80545" x="5083175" y="5470525"/>
          <p14:tracePt t="80564" x="5026025" y="5483225"/>
          <p14:tracePt t="80574" x="5002213" y="5494338"/>
          <p14:tracePt t="80580" x="4983163" y="5500688"/>
          <p14:tracePt t="80595" x="4953000" y="5519738"/>
          <p14:tracePt t="80611" x="4927600" y="5538788"/>
          <p14:tracePt t="80616" x="4895850" y="5545138"/>
          <p14:tracePt t="80619" x="4846638" y="5562600"/>
          <p14:tracePt t="80628" x="4816475" y="5581650"/>
          <p14:tracePt t="80641" x="4791075" y="5594350"/>
          <p14:tracePt t="80646" x="4760913" y="5600700"/>
          <p14:tracePt t="80650" x="4735513" y="5613400"/>
          <p14:tracePt t="80659" x="4710113" y="5619750"/>
          <p14:tracePt t="80675" x="4692650" y="5630863"/>
          <p14:tracePt t="80681" x="4686300" y="5630863"/>
          <p14:tracePt t="80689" x="4679950" y="5637213"/>
          <p14:tracePt t="80696" x="4673600" y="5637213"/>
          <p14:tracePt t="80712" x="4648200" y="5643563"/>
          <p14:tracePt t="80726" x="4618038" y="5649913"/>
          <p14:tracePt t="80743" x="4579938" y="5662613"/>
          <p14:tracePt t="80759" x="4562475" y="5662613"/>
          <p14:tracePt t="80776" x="4549775" y="5662613"/>
          <p14:tracePt t="80796" x="4549775" y="5668963"/>
          <p14:tracePt t="80929" x="4556125" y="5668963"/>
          <p14:tracePt t="80946" x="4618038" y="5656263"/>
          <p14:tracePt t="80956" x="4673600" y="5630863"/>
          <p14:tracePt t="80969" x="4778375" y="5613400"/>
          <p14:tracePt t="80975" x="4833938" y="5588000"/>
          <p14:tracePt t="80985" x="4872038" y="5588000"/>
          <p14:tracePt t="80996" x="5021263" y="5568950"/>
          <p14:tracePt t="81004" x="5138738" y="5556250"/>
          <p14:tracePt t="81015" x="5224463" y="5556250"/>
          <p14:tracePt t="81023" x="5305425" y="5545138"/>
          <p14:tracePt t="81027" x="5392738" y="5545138"/>
          <p14:tracePt t="81041" x="5491163" y="5532438"/>
          <p14:tracePt t="81044" x="5578475" y="5532438"/>
          <p14:tracePt t="81058" x="5676900" y="5513388"/>
          <p14:tracePt t="81066" x="5764213" y="5507038"/>
          <p14:tracePt t="81071" x="5826125" y="5507038"/>
          <p14:tracePt t="81088" x="5913438" y="5494338"/>
          <p14:tracePt t="81099" x="5956300" y="5489575"/>
          <p14:tracePt t="81108" x="5969000" y="5489575"/>
          <p14:tracePt t="81125" x="5975350" y="5489575"/>
          <p14:tracePt t="81167" x="5975350" y="5476875"/>
          <p14:tracePt t="81189" x="5981700" y="5476875"/>
          <p14:tracePt t="81208" x="5981700" y="5470525"/>
          <p14:tracePt t="81302" x="5969000" y="5470525"/>
          <p14:tracePt t="81318" x="5919788" y="5476875"/>
          <p14:tracePt t="81326" x="5888038" y="5483225"/>
          <p14:tracePt t="81350" x="5727700" y="5513388"/>
          <p14:tracePt t="81358" x="5702300" y="5526088"/>
          <p14:tracePt t="81374" x="5653088" y="5532438"/>
          <p14:tracePt t="81390" x="5497513" y="5556250"/>
          <p14:tracePt t="81397" x="5305425" y="5594350"/>
          <p14:tracePt t="81408" x="5224463" y="5607050"/>
          <p14:tracePt t="81425" x="5032375" y="5643563"/>
          <p14:tracePt t="81429" x="4946650" y="5656263"/>
          <p14:tracePt t="81441" x="4865688" y="5668963"/>
          <p14:tracePt t="81446" x="4778375" y="5681663"/>
          <p14:tracePt t="81450" x="4710113" y="5692775"/>
          <p14:tracePt t="81467" x="4586288" y="5718175"/>
          <p14:tracePt t="81475" x="4556125" y="5718175"/>
          <p14:tracePt t="81487" x="4530725" y="5724525"/>
          <p14:tracePt t="81495" x="4518025" y="5724525"/>
          <p14:tracePt t="81511" x="4468813" y="5743575"/>
          <p14:tracePt t="81515" x="4456113" y="5743575"/>
          <p14:tracePt t="81525" x="4438650" y="5748338"/>
          <p14:tracePt t="81541" x="4413250" y="5761038"/>
          <p14:tracePt t="81558" x="4394200" y="5761038"/>
          <p14:tracePt t="81564" x="4387850" y="5761038"/>
          <p14:tracePt t="81575" x="4370388" y="5761038"/>
          <p14:tracePt t="81581" x="4364038" y="5761038"/>
          <p14:tracePt t="81597" x="4351338" y="5761038"/>
          <p14:tracePt t="81605" x="4332288" y="5761038"/>
          <p14:tracePt t="81612" x="4302125" y="5761038"/>
          <p14:tracePt t="81627" x="4289425" y="5761038"/>
          <p14:tracePt t="81631" x="4257675" y="5761038"/>
          <p14:tracePt t="81638" x="4246563" y="5761038"/>
          <p14:tracePt t="81646" x="4227513" y="5761038"/>
          <p14:tracePt t="81659" x="4208463" y="5754688"/>
          <p14:tracePt t="81677" x="4195763" y="5748338"/>
          <p14:tracePt t="81761" x="4202113" y="5748338"/>
          <p14:tracePt t="81776" x="4214813" y="5748338"/>
          <p14:tracePt t="81784" x="4240213" y="5743575"/>
          <p14:tracePt t="81789" x="4283075" y="5711825"/>
          <p14:tracePt t="81800" x="4381500" y="5668963"/>
          <p14:tracePt t="81808" x="4419600" y="5643563"/>
          <p14:tracePt t="81826" x="4500563" y="5619750"/>
          <p14:tracePt t="81832" x="4556125" y="5594350"/>
          <p14:tracePt t="81840" x="4641850" y="5556250"/>
          <p14:tracePt t="81846" x="4716463" y="5532438"/>
          <p14:tracePt t="81865" x="4902200" y="5483225"/>
          <p14:tracePt t="81879" x="5083175" y="5421313"/>
          <p14:tracePt t="81896" x="5237163" y="5395913"/>
          <p14:tracePt t="81906" x="5324475" y="5383213"/>
          <p14:tracePt t="81913" x="5373688" y="5370513"/>
          <p14:tracePt t="81926" x="5454650" y="5359400"/>
          <p14:tracePt t="81942" x="5480050" y="5359400"/>
          <p14:tracePt t="81961" x="5484813" y="5359400"/>
          <p14:tracePt t="82197" x="5467350" y="5370513"/>
          <p14:tracePt t="82210" x="5441950" y="5389563"/>
          <p14:tracePt t="82227" x="5360988" y="5427663"/>
          <p14:tracePt t="82246" x="5262563" y="5476875"/>
          <p14:tracePt t="82261" x="5119688" y="5532438"/>
          <p14:tracePt t="82268" x="5014913" y="5556250"/>
          <p14:tracePt t="82273" x="4927600" y="5581650"/>
          <p14:tracePt t="82281" x="4829175" y="5613400"/>
          <p14:tracePt t="82285" x="4710113" y="5637213"/>
          <p14:tracePt t="82293" x="4592638" y="5662613"/>
          <p14:tracePt t="82308" x="4357688" y="5686425"/>
          <p14:tracePt t="82326" x="4152900" y="5711825"/>
          <p14:tracePt t="82333" x="4035425" y="5724525"/>
          <p14:tracePt t="82340" x="3935413" y="5737225"/>
          <p14:tracePt t="82347" x="3849688" y="5748338"/>
          <p14:tracePt t="82366" x="3725863" y="5773738"/>
          <p14:tracePt t="82379" x="3681413" y="5773738"/>
          <p14:tracePt t="82391" x="3668713" y="5773738"/>
          <p14:tracePt t="82411" x="3651250" y="5773738"/>
          <p14:tracePt t="82425" x="3644900" y="5773738"/>
          <p14:tracePt t="82445" x="3638550" y="5773738"/>
          <p14:tracePt t="82539" x="3675063" y="5773738"/>
          <p14:tracePt t="82551" x="3700463" y="5761038"/>
          <p14:tracePt t="82562" x="3736975" y="5743575"/>
          <p14:tracePt t="82575" x="3935413" y="5686425"/>
          <p14:tracePt t="82581" x="3973513" y="5675313"/>
          <p14:tracePt t="82587" x="4048125" y="5662613"/>
          <p14:tracePt t="82614" x="4338638" y="5588000"/>
          <p14:tracePt t="82622" x="4438650" y="5562600"/>
          <p14:tracePt t="82628" x="4573588" y="5532438"/>
          <p14:tracePt t="82638" x="4692650" y="5507038"/>
          <p14:tracePt t="82645" x="4797425" y="5483225"/>
          <p14:tracePt t="82653" x="4895850" y="5457825"/>
          <p14:tracePt t="82667" x="5089525" y="5408613"/>
          <p14:tracePt t="82676" x="5175250" y="5383213"/>
          <p14:tracePt t="82689" x="5249863" y="5359400"/>
          <p14:tracePt t="82698" x="5311775" y="5340350"/>
          <p14:tracePt t="82710" x="5330825" y="5340350"/>
          <p14:tracePt t="82726" x="5373688" y="5327650"/>
          <p14:tracePt t="82743" x="5386388" y="5321300"/>
          <p14:tracePt t="82858" x="5392738" y="5321300"/>
          <p14:tracePt t="82886" x="5392738" y="5314950"/>
          <p14:tracePt t="82921" x="5399088" y="5314950"/>
          <p14:tracePt t="83030" x="5392738" y="5327650"/>
          <p14:tracePt t="83042" x="5360988" y="5346700"/>
          <p14:tracePt t="83048" x="5337175" y="5365750"/>
          <p14:tracePt t="83057" x="5268913" y="5395913"/>
          <p14:tracePt t="83062" x="5213350" y="5421313"/>
          <p14:tracePt t="83067" x="5156200" y="5438775"/>
          <p14:tracePt t="83075" x="5083175" y="5476875"/>
          <p14:tracePt t="83095" x="5008563" y="5500688"/>
          <p14:tracePt t="83105" x="4908550" y="5545138"/>
          <p14:tracePt t="83112" x="4859338" y="5568950"/>
          <p14:tracePt t="83120" x="4784725" y="5594350"/>
          <p14:tracePt t="83125" x="4716463" y="5613400"/>
          <p14:tracePt t="83133" x="4641850" y="5637213"/>
          <p14:tracePt t="83138" x="4556125" y="5662613"/>
          <p14:tracePt t="83148" x="4449763" y="5705475"/>
          <p14:tracePt t="83158" x="4351338" y="5730875"/>
          <p14:tracePt t="83177" x="4195763" y="5767388"/>
          <p14:tracePt t="83181" x="4110038" y="5780088"/>
          <p14:tracePt t="83192" x="4041775" y="5786438"/>
          <p14:tracePt t="83197" x="3986213" y="5799138"/>
          <p14:tracePt t="83216" x="3941763" y="5810250"/>
          <p14:tracePt t="83224" x="3935413" y="5810250"/>
          <p14:tracePt t="83277" x="3935413" y="5816600"/>
          <p14:tracePt t="83289" x="3941763" y="5816600"/>
          <p14:tracePt t="83301" x="3973513" y="5816600"/>
          <p14:tracePt t="83312" x="4041775" y="5810250"/>
          <p14:tracePt t="83325" x="4127500" y="5799138"/>
          <p14:tracePt t="83344" x="4332288" y="5748338"/>
          <p14:tracePt t="83351" x="4419600" y="5724525"/>
          <p14:tracePt t="83357" x="4506913" y="5699125"/>
          <p14:tracePt t="83365" x="4630738" y="5675313"/>
          <p14:tracePt t="83373" x="4760913" y="5643563"/>
          <p14:tracePt t="83378" x="4884738" y="5607050"/>
          <p14:tracePt t="83388" x="5014913" y="5581650"/>
          <p14:tracePt t="83398" x="5151438" y="5538788"/>
          <p14:tracePt t="83409" x="5268913" y="5500688"/>
          <p14:tracePt t="83414" x="5405438" y="5470525"/>
          <p14:tracePt t="83418" x="5522913" y="5432425"/>
          <p14:tracePt t="83428" x="5627688" y="5408613"/>
          <p14:tracePt t="83445" x="5802313" y="5370513"/>
          <p14:tracePt t="83452" x="5868988" y="5359400"/>
          <p14:tracePt t="83459" x="5888038" y="5346700"/>
          <p14:tracePt t="83470" x="5900738" y="5346700"/>
          <p14:tracePt t="83544" x="5900738" y="5340350"/>
          <p14:tracePt t="83663" x="5888038" y="5340350"/>
          <p14:tracePt t="83677" x="5857875" y="5340350"/>
          <p14:tracePt t="83684" x="5832475" y="5340350"/>
          <p14:tracePt t="83690" x="5795963" y="5346700"/>
          <p14:tracePt t="83702" x="5695950" y="5365750"/>
          <p14:tracePt t="83716" x="5610225" y="5389563"/>
          <p14:tracePt t="83725" x="5584825" y="5395913"/>
          <p14:tracePt t="83736" x="5546725" y="5408613"/>
          <p14:tracePt t="83747" x="5435600" y="5438775"/>
          <p14:tracePt t="83763" x="5354638" y="5464175"/>
          <p14:tracePt t="83774" x="5305425" y="5483225"/>
          <p14:tracePt t="83791" x="5243513" y="5513388"/>
          <p14:tracePt t="83796" x="5194300" y="5519738"/>
          <p14:tracePt t="83807" x="5168900" y="5532438"/>
          <p14:tracePt t="83812" x="5126038" y="5538788"/>
          <p14:tracePt t="83826" x="5057775" y="5562600"/>
          <p14:tracePt t="83830" x="5002213" y="5588000"/>
          <p14:tracePt t="83839" x="4927600" y="5613400"/>
          <p14:tracePt t="83846" x="4872038" y="5630863"/>
          <p14:tracePt t="83851" x="4822825" y="5643563"/>
          <p14:tracePt t="83862" x="4778375" y="5649913"/>
          <p14:tracePt t="83876" x="4692650" y="5675313"/>
          <p14:tracePt t="83893" x="4579938" y="5692775"/>
          <p14:tracePt t="83910" x="4475163" y="5705475"/>
          <p14:tracePt t="83925" x="4370388" y="5718175"/>
          <p14:tracePt t="83934" x="4332288" y="5724525"/>
          <p14:tracePt t="83942" x="4295775" y="5737225"/>
          <p14:tracePt t="83947" x="4257675" y="5743575"/>
          <p14:tracePt t="83956" x="4221163" y="5754688"/>
          <p14:tracePt t="83966" x="4189413" y="5754688"/>
          <p14:tracePt t="83975" x="4165600" y="5754688"/>
          <p14:tracePt t="83979" x="4159250" y="5754688"/>
          <p14:tracePt t="83991" x="4152900" y="5754688"/>
          <p14:tracePt t="83995" x="4152900" y="5761038"/>
          <p14:tracePt t="84013" x="4146550" y="5761038"/>
          <p14:tracePt t="84236" x="4159250" y="5754688"/>
          <p14:tracePt t="84247" x="4208463" y="5718175"/>
          <p14:tracePt t="84261" x="4283075" y="5686425"/>
          <p14:tracePt t="84268" x="4357688" y="5649913"/>
          <p14:tracePt t="84285" x="4468813" y="5619750"/>
          <p14:tracePt t="84297" x="4494213" y="5607050"/>
          <p14:tracePt t="84309" x="4648200" y="5562600"/>
          <p14:tracePt t="84317" x="4716463" y="5526088"/>
          <p14:tracePt t="84332" x="4846638" y="5476875"/>
          <p14:tracePt t="84342" x="4902200" y="5470525"/>
          <p14:tracePt t="84360" x="4953000" y="5457825"/>
          <p14:tracePt t="84364" x="4983163" y="5451475"/>
          <p14:tracePt t="84376" x="4989513" y="5451475"/>
          <p14:tracePt t="84391" x="5002213" y="5451475"/>
          <p14:tracePt t="84739" x="4995863" y="5451475"/>
          <p14:tracePt t="84797" x="4989513" y="5457825"/>
          <p14:tracePt t="84946" x="4989513" y="5464175"/>
          <p14:tracePt t="84960" x="4983163" y="5464175"/>
          <p14:tracePt t="84988" x="4976813" y="5470525"/>
          <p14:tracePt t="85006" x="4964113" y="5470525"/>
          <p14:tracePt t="85016" x="4959350" y="5476875"/>
          <p14:tracePt t="85025" x="4953000" y="5483225"/>
          <p14:tracePt t="85035" x="4933950" y="5494338"/>
          <p14:tracePt t="85042" x="4902200" y="5513388"/>
          <p14:tracePt t="85051" x="4884738" y="5519738"/>
          <p14:tracePt t="85060" x="4859338" y="5526088"/>
          <p14:tracePt t="85077" x="4803775" y="5538788"/>
          <p14:tracePt t="85095" x="4729163" y="5568950"/>
          <p14:tracePt t="85099" x="4703763" y="5568950"/>
          <p14:tracePt t="85109" x="4673600" y="5575300"/>
          <p14:tracePt t="85128" x="4624388" y="5575300"/>
          <p14:tracePt t="85145" x="4579938" y="5588000"/>
          <p14:tracePt t="85149" x="4562475" y="5588000"/>
          <p14:tracePt t="85159" x="4537075" y="5594350"/>
          <p14:tracePt t="85175" x="4494213" y="5594350"/>
          <p14:tracePt t="85179" x="4462463" y="5600700"/>
          <p14:tracePt t="85192" x="4449763" y="5613400"/>
          <p14:tracePt t="85215" x="4376738" y="5619750"/>
          <p14:tracePt t="85222" x="4351338" y="5630863"/>
          <p14:tracePt t="85229" x="4332288" y="5630863"/>
          <p14:tracePt t="85235" x="4319588" y="5630863"/>
          <p14:tracePt t="85256" x="4302125" y="5630863"/>
          <p14:tracePt t="85262" x="4289425" y="5637213"/>
          <p14:tracePt t="85267" x="4270375" y="5637213"/>
          <p14:tracePt t="85284" x="4257675" y="5643563"/>
          <p14:tracePt t="85292" x="4251325" y="5643563"/>
          <p14:tracePt t="85312" x="4233863" y="5643563"/>
          <p14:tracePt t="85333" x="4227513" y="5643563"/>
          <p14:tracePt t="85695" x="4227513" y="5637213"/>
          <p14:tracePt t="85719" x="4227513" y="5630863"/>
          <p14:tracePt t="85735" x="4221163" y="5624513"/>
          <p14:tracePt t="85749" x="4221163" y="5619750"/>
          <p14:tracePt t="85757" x="4221163" y="5607050"/>
          <p14:tracePt t="85777" x="4214813" y="5600700"/>
          <p14:tracePt t="85791" x="4214813" y="5594350"/>
          <p14:tracePt t="85809" x="4214813" y="5588000"/>
          <p14:tracePt t="85816" x="4208463" y="5581650"/>
          <p14:tracePt t="85826" x="4208463" y="5575300"/>
          <p14:tracePt t="85840" x="4208463" y="5568950"/>
          <p14:tracePt t="85852" x="4208463" y="5551488"/>
          <p14:tracePt t="85860" x="4208463" y="5545138"/>
          <p14:tracePt t="85877" x="4208463" y="5538788"/>
          <p14:tracePt t="85886" x="4208463" y="5532438"/>
          <p14:tracePt t="86161" x="4208463" y="5526088"/>
          <p14:tracePt t="86175" x="4214813" y="5519738"/>
          <p14:tracePt t="86186" x="4240213" y="5519738"/>
          <p14:tracePt t="86198" x="4246563" y="5507038"/>
          <p14:tracePt t="86213" x="4251325" y="5507038"/>
          <p14:tracePt t="86220" x="4257675" y="5507038"/>
          <p14:tracePt t="86229" x="4264025" y="5507038"/>
          <p14:tracePt t="86240" x="4276725" y="5507038"/>
          <p14:tracePt t="86252" x="4283075" y="5500688"/>
          <p14:tracePt t="86336" x="4289425" y="5500688"/>
          <p14:tracePt t="86482" x="4295775" y="5500688"/>
          <p14:tracePt t="88231" x="4270375" y="5526088"/>
          <p14:tracePt t="88242" x="4240213" y="5545138"/>
          <p14:tracePt t="88256" x="4183063" y="5594350"/>
          <p14:tracePt t="88267" x="4165600" y="5613400"/>
          <p14:tracePt t="88280" x="4133850" y="5649913"/>
          <p14:tracePt t="88294" x="4090988" y="5662613"/>
          <p14:tracePt t="88306" x="4071938" y="5681663"/>
          <p14:tracePt t="88317" x="4010025" y="5681663"/>
          <p14:tracePt t="88325" x="3979863" y="5681663"/>
          <p14:tracePt t="88331" x="3941763" y="5681663"/>
          <p14:tracePt t="88340" x="3905250" y="5668963"/>
          <p14:tracePt t="88349" x="3856038" y="5668963"/>
          <p14:tracePt t="88358" x="3817938" y="5662613"/>
          <p14:tracePt t="88376" x="3736975" y="5630863"/>
          <p14:tracePt t="88396" x="3632200" y="5526088"/>
          <p14:tracePt t="88405" x="3619500" y="5500688"/>
          <p14:tracePt t="88412" x="3613150" y="5470525"/>
          <p14:tracePt t="88426" x="3613150" y="5432425"/>
          <p14:tracePt t="88436" x="3613150" y="5314950"/>
          <p14:tracePt t="88448" x="3613150" y="5291138"/>
          <p14:tracePt t="88459" x="3632200" y="5265738"/>
          <p14:tracePt t="88476" x="3787775" y="5086350"/>
          <p14:tracePt t="88498" x="3986213" y="4924425"/>
          <p14:tracePt t="88502" x="4059238" y="4875213"/>
          <p14:tracePt t="88513" x="4202113" y="4806950"/>
          <p14:tracePt t="88526" x="4425950" y="4727575"/>
          <p14:tracePt t="88545" x="4630738" y="4676775"/>
          <p14:tracePt t="88556" x="4729163" y="4665663"/>
          <p14:tracePt t="88561" x="4846638" y="4652963"/>
          <p14:tracePt t="88566" x="4946650" y="4640263"/>
          <p14:tracePt t="88570" x="5045075" y="4640263"/>
          <p14:tracePt t="88579" x="5162550" y="4640263"/>
          <p14:tracePt t="88592" x="5281613" y="4640263"/>
          <p14:tracePt t="88597" x="5392738" y="4640263"/>
          <p14:tracePt t="88608" x="5510213" y="4640263"/>
          <p14:tracePt t="88613" x="5610225" y="4640263"/>
          <p14:tracePt t="88629" x="5795963" y="4659313"/>
          <p14:tracePt t="88635" x="5826125" y="4676775"/>
          <p14:tracePt t="88653" x="5881688" y="4702175"/>
          <p14:tracePt t="88665" x="5900738" y="4714875"/>
          <p14:tracePt t="88681" x="5907088" y="4727575"/>
          <p14:tracePt t="88693" x="5919788" y="4751388"/>
          <p14:tracePt t="88715" x="5932488" y="4794250"/>
          <p14:tracePt t="88719" x="5932488" y="4806950"/>
          <p14:tracePt t="88729" x="5932488" y="4832350"/>
          <p14:tracePt t="88742" x="5926138" y="4887913"/>
          <p14:tracePt t="88760" x="5900738" y="4943475"/>
          <p14:tracePt t="88763" x="5888038" y="4962525"/>
          <p14:tracePt t="88776" x="5868988" y="4986338"/>
          <p14:tracePt t="88779" x="5864225" y="5005388"/>
          <p14:tracePt t="88792" x="5857875" y="5011738"/>
          <p14:tracePt t="88809" x="5851525" y="5024438"/>
          <p14:tracePt t="88815" x="5838825" y="5030788"/>
          <p14:tracePt t="88832" x="5832475" y="5043488"/>
          <p14:tracePt t="88845" x="5826125" y="5054600"/>
          <p14:tracePt t="88856" x="5813425" y="5060950"/>
          <p14:tracePt t="88862" x="5795963" y="5073650"/>
          <p14:tracePt t="88873" x="5776913" y="5086350"/>
          <p14:tracePt t="88883" x="5764213" y="5105400"/>
          <p14:tracePt t="88894" x="5745163" y="5116513"/>
          <p14:tracePt t="88911" x="5734050" y="5122863"/>
          <p14:tracePt t="88929" x="5721350" y="5129213"/>
          <p14:tracePt t="88945" x="5715000" y="5129213"/>
          <p14:tracePt t="88955" x="5702300" y="5129213"/>
          <p14:tracePt t="88981" x="5695950" y="5129213"/>
          <p14:tracePt t="89045" x="5689600" y="5129213"/>
          <p14:tracePt t="89055" x="5683250" y="5129213"/>
          <p14:tracePt t="89136" x="5676900" y="5129213"/>
          <p14:tracePt t="89151" x="5672138" y="5129213"/>
          <p14:tracePt t="89163" x="5665788" y="5129213"/>
          <p14:tracePt t="89167" x="5646738" y="5129213"/>
          <p14:tracePt t="89171" x="5627688" y="5122863"/>
          <p14:tracePt t="89182" x="5621338" y="5122863"/>
          <p14:tracePt t="89194" x="5610225" y="5116513"/>
          <p14:tracePt t="89206" x="5603875" y="5111750"/>
          <p14:tracePt t="89215" x="5597525" y="5099050"/>
          <p14:tracePt t="89223" x="5584825" y="5086350"/>
          <p14:tracePt t="89228" x="5578475" y="5080000"/>
          <p14:tracePt t="89239" x="5578475" y="5073650"/>
          <p14:tracePt t="89254" x="5578475" y="5067300"/>
          <p14:tracePt t="89267" x="5578475" y="5054600"/>
          <p14:tracePt t="89277" x="5591175" y="5048250"/>
          <p14:tracePt t="89294" x="5603875" y="5048250"/>
          <p14:tracePt t="89302" x="5614988" y="5043488"/>
          <p14:tracePt t="89316" x="5653088" y="5037138"/>
          <p14:tracePt t="89326" x="5665788" y="5018088"/>
          <p14:tracePt t="89335" x="5695950" y="5005388"/>
          <p14:tracePt t="89343" x="5708650" y="5005388"/>
          <p14:tracePt t="89496" x="5702300" y="5011738"/>
          <p14:tracePt t="89511" x="5640388" y="5080000"/>
          <p14:tracePt t="89518" x="5610225" y="5111750"/>
          <p14:tracePt t="89534" x="5503863" y="5229225"/>
          <p14:tracePt t="89540" x="5441950" y="5278438"/>
          <p14:tracePt t="89556" x="5311775" y="5376863"/>
          <p14:tracePt t="89568" x="5237163" y="5414963"/>
          <p14:tracePt t="89585" x="5151438" y="5457825"/>
          <p14:tracePt t="89592" x="5113338" y="5464175"/>
          <p14:tracePt t="89601" x="5089525" y="5464175"/>
          <p14:tracePt t="89609" x="5057775" y="5464175"/>
          <p14:tracePt t="89615" x="5045075" y="5476875"/>
          <p14:tracePt t="89626" x="5014913" y="5476875"/>
          <p14:tracePt t="89641" x="4995863" y="5483225"/>
          <p14:tracePt t="89651" x="4940300" y="5489575"/>
          <p14:tracePt t="89660" x="4914900" y="5500688"/>
          <p14:tracePt t="89677" x="4884738" y="5500688"/>
          <p14:tracePt t="89693" x="4878388" y="5500688"/>
          <p14:tracePt t="89709" x="4872038" y="5500688"/>
          <p14:tracePt t="89732" x="4859338" y="5500688"/>
          <p14:tracePt t="89749" x="4852988" y="5500688"/>
          <p14:tracePt t="89771" x="4846638" y="5500688"/>
          <p14:tracePt t="89787" x="4840288" y="5500688"/>
          <p14:tracePt t="89797" x="4833938" y="5500688"/>
          <p14:tracePt t="89812" x="4810125" y="5513388"/>
          <p14:tracePt t="89822" x="4803775" y="5513388"/>
          <p14:tracePt t="89827" x="4791075" y="5519738"/>
          <p14:tracePt t="89837" x="4778375" y="5526088"/>
          <p14:tracePt t="89845" x="4767263" y="5538788"/>
          <p14:tracePt t="89861" x="4741863" y="5551488"/>
          <p14:tracePt t="89867" x="4735513" y="5551488"/>
          <p14:tracePt t="89877" x="4735513" y="5556250"/>
          <p14:tracePt t="89893" x="4722813" y="5562600"/>
          <p14:tracePt t="89901" x="4722813" y="5568950"/>
          <p14:tracePt t="89909" x="4716463" y="5568950"/>
          <p14:tracePt t="89917" x="4716463" y="5581650"/>
          <p14:tracePt t="89932" x="4716463" y="5588000"/>
          <p14:tracePt t="89942" x="4716463" y="5594350"/>
          <p14:tracePt t="89958" x="4710113" y="5607050"/>
          <p14:tracePt t="89977" x="4699000" y="5619750"/>
          <p14:tracePt t="89983" x="4699000" y="5630863"/>
          <p14:tracePt t="89993" x="4699000" y="5637213"/>
          <p14:tracePt t="90014" x="4699000" y="5643563"/>
          <p14:tracePt t="90101" x="4699000" y="5630863"/>
          <p14:tracePt t="90112" x="4703763" y="5619750"/>
          <p14:tracePt t="90117" x="4703763" y="5600700"/>
          <p14:tracePt t="90135" x="4722813" y="5545138"/>
          <p14:tracePt t="90150" x="4748213" y="5483225"/>
          <p14:tracePt t="90155" x="4760913" y="5464175"/>
          <p14:tracePt t="90165" x="4767263" y="5445125"/>
          <p14:tracePt t="90176" x="4778375" y="5395913"/>
          <p14:tracePt t="90179" x="4784725" y="5365750"/>
          <p14:tracePt t="90192" x="4797425" y="5327650"/>
          <p14:tracePt t="90208" x="4816475" y="5235575"/>
          <p14:tracePt t="90213" x="4816475" y="5210175"/>
          <p14:tracePt t="90223" x="4816475" y="5184775"/>
          <p14:tracePt t="90230" x="4816475" y="5178425"/>
          <p14:tracePt t="90236" x="4816475" y="5160963"/>
          <p14:tracePt t="90244" x="4822825" y="5160963"/>
          <p14:tracePt t="90256" x="4822825" y="5154613"/>
          <p14:tracePt t="90333" x="4822825" y="5173663"/>
          <p14:tracePt t="90346" x="4833938" y="5191125"/>
          <p14:tracePt t="90348" x="4833938" y="5203825"/>
          <p14:tracePt t="90360" x="4833938" y="5229225"/>
          <p14:tracePt t="90364" x="4833938" y="5240338"/>
          <p14:tracePt t="90377" x="4833938" y="5253038"/>
          <p14:tracePt t="90379" x="4833938" y="5265738"/>
          <p14:tracePt t="90395" x="4822825" y="5291138"/>
          <p14:tracePt t="90405" x="4816475" y="5297488"/>
          <p14:tracePt t="90425" x="4810125" y="5302250"/>
          <p14:tracePt t="90441" x="4803775" y="5314950"/>
          <p14:tracePt t="90452" x="4797425" y="5314950"/>
          <p14:tracePt t="90468" x="4791075" y="5308600"/>
          <p14:tracePt t="90477" x="4791075" y="5302250"/>
          <p14:tracePt t="90492" x="4772025" y="5259388"/>
          <p14:tracePt t="90509" x="4772025" y="5197475"/>
          <p14:tracePt t="90527" x="4772025" y="5154613"/>
          <p14:tracePt t="90535" x="4772025" y="5129213"/>
          <p14:tracePt t="90545" x="4772025" y="5105400"/>
          <p14:tracePt t="90556" x="4810125" y="5067300"/>
          <p14:tracePt t="90571" x="4829175" y="5048250"/>
          <p14:tracePt t="90576" x="4852988" y="5030788"/>
          <p14:tracePt t="90581" x="4884738" y="5024438"/>
          <p14:tracePt t="90586" x="4908550" y="5024438"/>
          <p14:tracePt t="90596" x="4914900" y="5024438"/>
          <p14:tracePt t="90609" x="4921250" y="5024438"/>
          <p14:tracePt t="90627" x="4927600" y="5037138"/>
          <p14:tracePt t="90645" x="4946650" y="5073650"/>
          <p14:tracePt t="90652" x="4959350" y="5099050"/>
          <p14:tracePt t="90660" x="4959350" y="5116513"/>
          <p14:tracePt t="90667" x="4959350" y="5129213"/>
          <p14:tracePt t="90686" x="4964113" y="5167313"/>
          <p14:tracePt t="90692" x="4964113" y="5191125"/>
          <p14:tracePt t="90703" x="4964113" y="5197475"/>
          <p14:tracePt t="90713" x="4946650" y="5210175"/>
          <p14:tracePt t="90726" x="4902200" y="5229225"/>
          <p14:tracePt t="90733" x="4884738" y="5235575"/>
          <p14:tracePt t="90746" x="4859338" y="5235575"/>
          <p14:tracePt t="90752" x="4846638" y="5235575"/>
          <p14:tracePt t="90759" x="4816475" y="5235575"/>
          <p14:tracePt t="90779" x="4735513" y="5197475"/>
          <p14:tracePt t="90794" x="4716463" y="5191125"/>
          <p14:tracePt t="90814" x="4679950" y="5116513"/>
          <p14:tracePt t="90823" x="4673600" y="5099050"/>
          <p14:tracePt t="90832" x="4667250" y="5073650"/>
          <p14:tracePt t="90837" x="4667250" y="5054600"/>
          <p14:tracePt t="90848" x="4667250" y="5030788"/>
          <p14:tracePt t="90862" x="4716463" y="4981575"/>
          <p14:tracePt t="90877" x="4772025" y="4943475"/>
          <p14:tracePt t="90895" x="4872038" y="4924425"/>
          <p14:tracePt t="90899" x="4927600" y="4924425"/>
          <p14:tracePt t="90909" x="4995863" y="4913313"/>
          <p14:tracePt t="90927" x="5083175" y="4919663"/>
          <p14:tracePt t="90930" x="5113338" y="4924425"/>
          <p14:tracePt t="90951" x="5145088" y="4962525"/>
          <p14:tracePt t="90957" x="5156200" y="4986338"/>
          <p14:tracePt t="90963" x="5162550" y="5005388"/>
          <p14:tracePt t="90973" x="5162550" y="5030788"/>
          <p14:tracePt t="90983" x="5175250" y="5060950"/>
          <p14:tracePt t="90991" x="5175250" y="5099050"/>
          <p14:tracePt t="90996" x="5168900" y="5122863"/>
          <p14:tracePt t="91007" x="5151438" y="5154613"/>
          <p14:tracePt t="91016" x="5132388" y="5178425"/>
          <p14:tracePt t="91027" x="5051425" y="5240338"/>
          <p14:tracePt t="91045" x="4940300" y="5291138"/>
          <p14:tracePt t="91061" x="4816475" y="5308600"/>
          <p14:tracePt t="91072" x="4778375" y="5308600"/>
          <p14:tracePt t="91088" x="4722813" y="5308600"/>
          <p14:tracePt t="91094" x="4716463" y="5308600"/>
          <p14:tracePt t="91104" x="4703763" y="5302250"/>
          <p14:tracePt t="91111" x="4692650" y="5284788"/>
          <p14:tracePt t="91115" x="4686300" y="5246688"/>
          <p14:tracePt t="91125" x="4673600" y="5216525"/>
          <p14:tracePt t="91135" x="4673600" y="5178425"/>
          <p14:tracePt t="91144" x="4673600" y="5148263"/>
          <p14:tracePt t="91148" x="4673600" y="5080000"/>
          <p14:tracePt t="91160" x="4679950" y="5054600"/>
          <p14:tracePt t="91164" x="4686300" y="5030788"/>
          <p14:tracePt t="91182" x="4754563" y="4943475"/>
          <p14:tracePt t="91189" x="4810125" y="4894263"/>
          <p14:tracePt t="91197" x="4872038" y="4862513"/>
          <p14:tracePt t="91207" x="4895850" y="4851400"/>
          <p14:tracePt t="91218" x="4964113" y="4832350"/>
          <p14:tracePt t="91220" x="5014913" y="4832350"/>
          <p14:tracePt t="91229" x="5026025" y="4832350"/>
          <p14:tracePt t="91245" x="5094288" y="4851400"/>
          <p14:tracePt t="91261" x="5145088" y="4900613"/>
          <p14:tracePt t="91277" x="5181600" y="4956175"/>
          <p14:tracePt t="91295" x="5200650" y="5011738"/>
          <p14:tracePt t="91300" x="5207000" y="5037138"/>
          <p14:tracePt t="91309" x="5207000" y="5086350"/>
          <p14:tracePt t="91336" x="5194300" y="5167313"/>
          <p14:tracePt t="91344" x="5175250" y="5197475"/>
          <p14:tracePt t="91352" x="5151438" y="5222875"/>
          <p14:tracePt t="91359" x="5119688" y="5240338"/>
          <p14:tracePt t="91368" x="5083175" y="5265738"/>
          <p14:tracePt t="91376" x="5045075" y="5272088"/>
          <p14:tracePt t="91382" x="5002213" y="5284788"/>
          <p14:tracePt t="91387" x="4953000" y="5284788"/>
          <p14:tracePt t="91398" x="4914900" y="5284788"/>
          <p14:tracePt t="91411" x="4840288" y="5278438"/>
          <p14:tracePt t="91427" x="4778375" y="5229225"/>
          <p14:tracePt t="91445" x="4741863" y="5173663"/>
          <p14:tracePt t="91460" x="4703763" y="5092700"/>
          <p14:tracePt t="91477" x="4692650" y="5024438"/>
          <p14:tracePt t="91484" x="4679950" y="4956175"/>
          <p14:tracePt t="91495" x="4679950" y="4906963"/>
          <p14:tracePt t="91509" x="4679950" y="4857750"/>
          <p14:tracePt t="91519" x="4686300" y="4819650"/>
          <p14:tracePt t="91525" x="4710113" y="4789488"/>
          <p14:tracePt t="91543" x="4784725" y="4738688"/>
          <p14:tracePt t="91561" x="4833938" y="4738688"/>
          <p14:tracePt t="91565" x="4852988" y="4738688"/>
          <p14:tracePt t="91571" x="4872038" y="4738688"/>
          <p14:tracePt t="91586" x="4891088" y="4757738"/>
          <p14:tracePt t="91591" x="4895850" y="4776788"/>
          <p14:tracePt t="91599" x="4914900" y="4800600"/>
          <p14:tracePt t="91611" x="4953000" y="4868863"/>
          <p14:tracePt t="91628" x="4970463" y="4949825"/>
          <p14:tracePt t="91646" x="4983163" y="5067300"/>
          <p14:tracePt t="91665" x="4983163" y="5129213"/>
          <p14:tracePt t="91673" x="4953000" y="5173663"/>
          <p14:tracePt t="91681" x="4933950" y="5197475"/>
          <p14:tracePt t="91686" x="4914900" y="5216525"/>
          <p14:tracePt t="91696" x="4872038" y="5246688"/>
          <p14:tracePt t="91711" x="4816475" y="5278438"/>
          <p14:tracePt t="91727" x="4760913" y="5284788"/>
          <p14:tracePt t="91730" x="4735513" y="5284788"/>
          <p14:tracePt t="91745" x="4716463" y="5284788"/>
          <p14:tracePt t="91751" x="4710113" y="5284788"/>
          <p14:tracePt t="91773" x="4673600" y="5284788"/>
          <p14:tracePt t="91779" x="4667250" y="5278438"/>
          <p14:tracePt t="91791" x="4660900" y="5259388"/>
          <p14:tracePt t="91802" x="4660900" y="5222875"/>
          <p14:tracePt t="91806" x="4660900" y="5197475"/>
          <p14:tracePt t="91812" x="4660900" y="5148263"/>
          <p14:tracePt t="91821" x="4660900" y="5092700"/>
          <p14:tracePt t="91828" x="4692650" y="5048250"/>
          <p14:tracePt t="91845" x="4729163" y="4992688"/>
          <p14:tracePt t="91850" x="4822825" y="4900613"/>
          <p14:tracePt t="91866" x="4891088" y="4862513"/>
          <p14:tracePt t="91871" x="4964113" y="4838700"/>
          <p14:tracePt t="91892" x="5021263" y="4832350"/>
          <p14:tracePt t="91897" x="5032375" y="4832350"/>
          <p14:tracePt t="91911" x="5064125" y="4832350"/>
          <p14:tracePt t="91921" x="5083175" y="4832350"/>
          <p14:tracePt t="91927" x="5100638" y="4832350"/>
          <p14:tracePt t="91942" x="5106988" y="4851400"/>
          <p14:tracePt t="91949" x="5151438" y="4894263"/>
          <p14:tracePt t="91957" x="5168900" y="4924425"/>
          <p14:tracePt t="91966" x="5181600" y="4943475"/>
          <p14:tracePt t="91977" x="5187950" y="4968875"/>
          <p14:tracePt t="91980" x="5187950" y="4992688"/>
          <p14:tracePt t="91992" x="5187950" y="5011738"/>
          <p14:tracePt t="92010" x="5151438" y="5092700"/>
          <p14:tracePt t="92028" x="5113338" y="5141913"/>
          <p14:tracePt t="92044" x="5070475" y="5154613"/>
          <p14:tracePt t="92067" x="4983163" y="5184775"/>
          <p14:tracePt t="92085" x="4953000" y="5184775"/>
          <p14:tracePt t="92092" x="4940300" y="5184775"/>
          <p14:tracePt t="92108" x="4921250" y="5184775"/>
          <p14:tracePt t="92117" x="4895850" y="5154613"/>
          <p14:tracePt t="92126" x="4891088" y="5148263"/>
          <p14:tracePt t="92132" x="4872038" y="5116513"/>
          <p14:tracePt t="92141" x="4859338" y="5099050"/>
          <p14:tracePt t="92150" x="4859338" y="5060950"/>
          <p14:tracePt t="92160" x="4859338" y="5011738"/>
          <p14:tracePt t="92179" x="4865688" y="4949825"/>
          <p14:tracePt t="92182" x="4884738" y="4906963"/>
          <p14:tracePt t="92186" x="4902200" y="4875213"/>
          <p14:tracePt t="92196" x="4921250" y="4862513"/>
          <p14:tracePt t="92212" x="4933950" y="4851400"/>
          <p14:tracePt t="92226" x="4946650" y="4851400"/>
          <p14:tracePt t="92245" x="4959350" y="4851400"/>
          <p14:tracePt t="92262" x="4989513" y="4862513"/>
          <p14:tracePt t="92277" x="5032375" y="4900613"/>
          <p14:tracePt t="92286" x="5051425" y="4924425"/>
          <p14:tracePt t="92294" x="5083175" y="4956175"/>
          <p14:tracePt t="92298" x="5100638" y="4975225"/>
          <p14:tracePt t="92310" x="5106988" y="4999038"/>
          <p14:tracePt t="92333" x="5119688" y="5105400"/>
          <p14:tracePt t="92349" x="5113338" y="5160963"/>
          <p14:tracePt t="92355" x="5106988" y="5184775"/>
          <p14:tracePt t="92369" x="5089525" y="5203825"/>
          <p14:tracePt t="92383" x="5045075" y="5229225"/>
          <p14:tracePt t="92395" x="5014913" y="5246688"/>
          <p14:tracePt t="92402" x="4989513" y="5259388"/>
          <p14:tracePt t="92405" x="4959350" y="5265738"/>
          <p14:tracePt t="92415" x="4921250" y="5265738"/>
          <p14:tracePt t="92429" x="4891088" y="5265738"/>
          <p14:tracePt t="92444" x="4852988" y="5265738"/>
          <p14:tracePt t="92461" x="4816475" y="5246688"/>
          <p14:tracePt t="92469" x="4797425" y="5229225"/>
          <p14:tracePt t="92482" x="4791075" y="5222875"/>
          <p14:tracePt t="92491" x="4784725" y="5197475"/>
          <p14:tracePt t="92496" x="4772025" y="5178425"/>
          <p14:tracePt t="92504" x="4772025" y="5154613"/>
          <p14:tracePt t="92510" x="4772025" y="5129213"/>
          <p14:tracePt t="92528" x="4778375" y="5086350"/>
          <p14:tracePt t="92531" x="4797425" y="5054600"/>
          <p14:tracePt t="92543" x="4822825" y="5030788"/>
          <p14:tracePt t="92562" x="4902200" y="4975225"/>
          <p14:tracePt t="92566" x="4976813" y="4956175"/>
          <p14:tracePt t="92590" x="5070475" y="4937125"/>
          <p14:tracePt t="92596" x="5076825" y="4937125"/>
          <p14:tracePt t="92605" x="5083175" y="4937125"/>
          <p14:tracePt t="92612" x="5089525" y="4937125"/>
          <p14:tracePt t="92636" x="5113338" y="4986338"/>
          <p14:tracePt t="92647" x="5119688" y="5011738"/>
          <p14:tracePt t="92651" x="5138738" y="5043488"/>
          <p14:tracePt t="92662" x="5138738" y="5067300"/>
          <p14:tracePt t="92680" x="5151438" y="5122863"/>
          <p14:tracePt t="92683" x="5151438" y="5160963"/>
          <p14:tracePt t="92696" x="5151438" y="5173663"/>
          <p14:tracePt t="92700" x="5119688" y="5216525"/>
          <p14:tracePt t="92713" x="5083175" y="5259388"/>
          <p14:tracePt t="92721" x="5057775" y="5284788"/>
          <p14:tracePt t="92726" x="5038725" y="5314950"/>
          <p14:tracePt t="92731" x="4995863" y="5346700"/>
          <p14:tracePt t="92740" x="4940300" y="5376863"/>
          <p14:tracePt t="92751" x="4908550" y="5395913"/>
          <p14:tracePt t="92759" x="4872038" y="5408613"/>
          <p14:tracePt t="92763" x="4846638" y="5408613"/>
          <p14:tracePt t="92776" x="4840288" y="5408613"/>
          <p14:tracePt t="92793" x="4810125" y="5408613"/>
          <p14:tracePt t="92798" x="4791075" y="5408613"/>
          <p14:tracePt t="92811" x="4772025" y="5376863"/>
          <p14:tracePt t="92833" x="4760913" y="5346700"/>
          <p14:tracePt t="92838" x="4748213" y="5308600"/>
          <p14:tracePt t="92844" x="4748213" y="5272088"/>
          <p14:tracePt t="92858" x="4748213" y="5253038"/>
          <p14:tracePt t="92869" x="4754563" y="5210175"/>
          <p14:tracePt t="92881" x="4772025" y="5184775"/>
          <p14:tracePt t="92887" x="4784725" y="5167313"/>
          <p14:tracePt t="92900" x="4846638" y="5135563"/>
          <p14:tracePt t="92908" x="4852988" y="5135563"/>
          <p14:tracePt t="92919" x="4878388" y="5129213"/>
          <p14:tracePt t="92928" x="4902200" y="5129213"/>
          <p14:tracePt t="92931" x="4914900" y="5129213"/>
          <p14:tracePt t="92943" x="4933950" y="5129213"/>
          <p14:tracePt t="92948" x="4953000" y="5129213"/>
          <p14:tracePt t="92961" x="4964113" y="5129213"/>
          <p14:tracePt t="92965" x="4983163" y="5141913"/>
          <p14:tracePt t="92982" x="5021263" y="5173663"/>
          <p14:tracePt t="92992" x="5026025" y="5191125"/>
          <p14:tracePt t="92999" x="5032375" y="5197475"/>
          <p14:tracePt t="93009" x="5032375" y="5222875"/>
          <p14:tracePt t="93014" x="5045075" y="5246688"/>
          <p14:tracePt t="93020" x="5045075" y="5265738"/>
          <p14:tracePt t="93032" x="5045075" y="5291138"/>
          <p14:tracePt t="93044" x="5021263" y="5340350"/>
          <p14:tracePt t="93061" x="4983163" y="5383213"/>
          <p14:tracePt t="93093" x="4933950" y="5402263"/>
          <p14:tracePt t="93098" x="4921250" y="5402263"/>
          <p14:tracePt t="93105" x="4914900" y="5402263"/>
          <p14:tracePt t="93112" x="4895850" y="5389563"/>
          <p14:tracePt t="93135" x="4840288" y="5327650"/>
          <p14:tracePt t="93148" x="4810125" y="5222875"/>
          <p14:tracePt t="93160" x="4772025" y="5148263"/>
          <p14:tracePt t="93179" x="4772025" y="5048250"/>
          <p14:tracePt t="93196" x="4772025" y="5030788"/>
          <p14:tracePt t="93199" x="4772025" y="5018088"/>
          <p14:tracePt t="93211" x="4791075" y="4992688"/>
          <p14:tracePt t="93220" x="4810125" y="4981575"/>
          <p14:tracePt t="93236" x="4833938" y="4975225"/>
          <p14:tracePt t="93249" x="4833938" y="4968875"/>
          <p14:tracePt t="93253" x="4840288" y="4968875"/>
          <p14:tracePt t="93268" x="4846638" y="4968875"/>
          <p14:tracePt t="93284" x="4852988" y="4968875"/>
          <p14:tracePt t="93319" x="4859338" y="4968875"/>
          <p14:tracePt t="93367" x="4872038" y="4968875"/>
          <p14:tracePt t="93488" x="4872038" y="4975225"/>
          <p14:tracePt t="93502" x="4872038" y="5018088"/>
          <p14:tracePt t="93521" x="4833938" y="5099050"/>
          <p14:tracePt t="93534" x="4816475" y="5154613"/>
          <p14:tracePt t="93545" x="4810125" y="5178425"/>
          <p14:tracePt t="93556" x="4778375" y="5272088"/>
          <p14:tracePt t="93563" x="4754563" y="5327650"/>
          <p14:tracePt t="93571" x="4703763" y="5432425"/>
          <p14:tracePt t="93581" x="4648200" y="5519738"/>
          <p14:tracePt t="93597" x="4506913" y="5718175"/>
          <p14:tracePt t="93612" x="4302125" y="5891213"/>
          <p14:tracePt t="93617" x="4195763" y="5959475"/>
          <p14:tracePt t="93630" x="4078288" y="6027738"/>
          <p14:tracePt t="93635" x="3922713" y="6070600"/>
          <p14:tracePt t="93653" x="3638550" y="6108700"/>
          <p14:tracePt t="93660" x="3508375" y="6108700"/>
          <p14:tracePt t="93669" x="3346450" y="6108700"/>
          <p14:tracePt t="93678" x="3209925" y="6102350"/>
          <p14:tracePt t="93694" x="2938463" y="6021388"/>
          <p14:tracePt t="93698" x="2913063" y="5991225"/>
          <p14:tracePt t="93712" x="2851150" y="5929313"/>
          <p14:tracePt t="93725" x="2808288" y="5835650"/>
          <p14:tracePt t="93730" x="2801938" y="5810250"/>
          <p14:tracePt t="93752" x="2757488" y="5699125"/>
          <p14:tracePt t="93760" x="2733675" y="5643563"/>
          <p14:tracePt t="93764" x="2708275" y="5588000"/>
          <p14:tracePt t="93777" x="2690813" y="5556250"/>
          <p14:tracePt t="93781" x="2690813" y="5519738"/>
          <p14:tracePt t="93795" x="2684463" y="5476875"/>
          <p14:tracePt t="93810" x="2684463" y="5451475"/>
          <p14:tracePt t="93831" x="2684463" y="5370513"/>
          <p14:tracePt t="93845" x="2684463" y="5308600"/>
          <p14:tracePt t="93862" x="2665413" y="5240338"/>
          <p14:tracePt t="93866" x="2659063" y="5229225"/>
          <p14:tracePt t="93878" x="2659063" y="5216525"/>
          <p14:tracePt t="93895" x="2652713" y="5210175"/>
          <p14:tracePt t="93916" x="2652713" y="5203825"/>
          <p14:tracePt t="94064" x="2665413" y="5203825"/>
          <p14:tracePt t="94075" x="2671763" y="5203825"/>
          <p14:tracePt t="94084" x="2690813" y="5216525"/>
          <p14:tracePt t="94088" x="2690813" y="5222875"/>
          <p14:tracePt t="94100" x="2733675" y="5253038"/>
          <p14:tracePt t="94111" x="2752725" y="5284788"/>
          <p14:tracePt t="94116" x="2770188" y="5308600"/>
          <p14:tracePt t="94127" x="2801938" y="5340350"/>
          <p14:tracePt t="94138" x="2820988" y="5370513"/>
          <p14:tracePt t="94141" x="2832100" y="5383213"/>
          <p14:tracePt t="94148" x="2844800" y="5395913"/>
          <p14:tracePt t="94160" x="2851150" y="5408613"/>
          <p14:tracePt t="94166" x="2851150" y="5414963"/>
          <p14:tracePt t="94170" x="2851150" y="5421313"/>
          <p14:tracePt t="94179" x="2851150" y="5438775"/>
          <p14:tracePt t="94196" x="2851150" y="5457825"/>
          <p14:tracePt t="94207" x="2851150" y="5476875"/>
          <p14:tracePt t="94212" x="2838450" y="5494338"/>
          <p14:tracePt t="94221" x="2825750" y="5519738"/>
          <p14:tracePt t="94230" x="2814638" y="5538788"/>
          <p14:tracePt t="94239" x="2795588" y="5556250"/>
          <p14:tracePt t="94250" x="2789238" y="5562600"/>
          <p14:tracePt t="94254" x="2770188" y="5568950"/>
          <p14:tracePt t="94262" x="2763838" y="5575300"/>
          <p14:tracePt t="94277" x="2757488" y="5575300"/>
          <p14:tracePt t="94374" x="2776538" y="5556250"/>
          <p14:tracePt t="94385" x="2782888" y="5551488"/>
          <p14:tracePt t="94400" x="2900363" y="5519738"/>
          <p14:tracePt t="94405" x="3006725" y="5507038"/>
          <p14:tracePt t="94417" x="3154363" y="5494338"/>
          <p14:tracePt t="94426" x="3284538" y="5476875"/>
          <p14:tracePt t="94433" x="3465513" y="5476875"/>
          <p14:tracePt t="94442" x="3668713" y="5476875"/>
          <p14:tracePt t="94447" x="4003675" y="5476875"/>
          <p14:tracePt t="94450" x="4276725" y="5476875"/>
          <p14:tracePt t="94461" x="4456113" y="5476875"/>
          <p14:tracePt t="94476" x="4803775" y="5489575"/>
          <p14:tracePt t="94494" x="5026025" y="5526088"/>
          <p14:tracePt t="94511" x="5126038" y="5556250"/>
          <p14:tracePt t="94528" x="5156200" y="5562600"/>
          <p14:tracePt t="94575" x="5151438" y="5562600"/>
          <p14:tracePt t="94588" x="5119688" y="5562600"/>
          <p14:tracePt t="94596" x="5089525" y="5562600"/>
          <p14:tracePt t="94606" x="5070475" y="5545138"/>
          <p14:tracePt t="94615" x="5045075" y="5526088"/>
          <p14:tracePt t="94623" x="5038725" y="5507038"/>
          <p14:tracePt t="94629" x="5021263" y="5489575"/>
          <p14:tracePt t="94638" x="5002213" y="5451475"/>
          <p14:tracePt t="94647" x="4976813" y="5395913"/>
          <p14:tracePt t="94660" x="4953000" y="5272088"/>
          <p14:tracePt t="94677" x="4953000" y="5154613"/>
          <p14:tracePt t="94694" x="4953000" y="5092700"/>
          <p14:tracePt t="94701" x="4953000" y="5060950"/>
          <p14:tracePt t="94711" x="4953000" y="5054600"/>
          <p14:tracePt t="94716" x="4953000" y="5048250"/>
          <p14:tracePt t="94726" x="4946650" y="5048250"/>
          <p14:tracePt t="94734" x="4933950" y="5048250"/>
          <p14:tracePt t="94744" x="4914900" y="5060950"/>
          <p14:tracePt t="94760" x="4840288" y="5135563"/>
          <p14:tracePt t="94764" x="4797425" y="5167313"/>
          <p14:tracePt t="94781" x="4729163" y="5229225"/>
          <p14:tracePt t="94789" x="4686300" y="5259388"/>
          <p14:tracePt t="94796" x="4667250" y="5265738"/>
          <p14:tracePt t="94809" x="4648200" y="5278438"/>
          <p14:tracePt t="94815" x="4637088" y="5278438"/>
          <p14:tracePt t="94819" x="4624388" y="5278438"/>
          <p14:tracePt t="94836" x="4618038" y="5278438"/>
          <p14:tracePt t="94852" x="4611688" y="5259388"/>
          <p14:tracePt t="94860" x="4611688" y="5235575"/>
          <p14:tracePt t="94878" x="4611688" y="5216525"/>
          <p14:tracePt t="94893" x="4624388" y="5141913"/>
          <p14:tracePt t="94910" x="4699000" y="5054600"/>
          <p14:tracePt t="94928" x="4772025" y="5005388"/>
          <p14:tracePt t="94931" x="4810125" y="5005388"/>
          <p14:tracePt t="94944" x="4822825" y="5005388"/>
          <p14:tracePt t="94948" x="4840288" y="5005388"/>
          <p14:tracePt t="94963" x="4872038" y="5018088"/>
          <p14:tracePt t="94970" x="4902200" y="5043488"/>
          <p14:tracePt t="94982" x="4921250" y="5073650"/>
          <p14:tracePt t="94995" x="4940300" y="5129213"/>
          <p14:tracePt t="95009" x="4940300" y="5154613"/>
          <p14:tracePt t="95019" x="4946650" y="5210175"/>
          <p14:tracePt t="95028" x="4946650" y="5235575"/>
          <p14:tracePt t="95046" x="4959350" y="5278438"/>
          <p14:tracePt t="95063" x="4959350" y="5291138"/>
          <p14:tracePt t="95085" x="4940300" y="5308600"/>
          <p14:tracePt t="95102" x="4933950" y="5308600"/>
          <p14:tracePt t="95148" x="4933950" y="5278438"/>
          <p14:tracePt t="95162" x="4940300" y="5240338"/>
          <p14:tracePt t="95172" x="4964113" y="5184775"/>
          <p14:tracePt t="95184" x="4983163" y="5154613"/>
          <p14:tracePt t="95196" x="5032375" y="5099050"/>
          <p14:tracePt t="95211" x="5094288" y="5073650"/>
          <p14:tracePt t="95229" x="5151438" y="5073650"/>
          <p14:tracePt t="95248" x="5181600" y="5092700"/>
          <p14:tracePt t="95259" x="5213350" y="5116513"/>
          <p14:tracePt t="95279" x="5249863" y="5210175"/>
          <p14:tracePt t="95296" x="5249863" y="5265738"/>
          <p14:tracePt t="95302" x="5249863" y="5278438"/>
          <p14:tracePt t="95310" x="5249863" y="5297488"/>
          <p14:tracePt t="95320" x="5237163" y="5314950"/>
          <p14:tracePt t="95333" x="5207000" y="5327650"/>
          <p14:tracePt t="95341" x="5181600" y="5327650"/>
          <p14:tracePt t="95351" x="5145088" y="5340350"/>
          <p14:tracePt t="95361" x="5106988" y="5340350"/>
          <p14:tracePt t="95364" x="5070475" y="5340350"/>
          <p14:tracePt t="95380" x="5002213" y="5308600"/>
          <p14:tracePt t="95397" x="4946650" y="5253038"/>
          <p14:tracePt t="95412" x="4891088" y="5167313"/>
          <p14:tracePt t="95420" x="4884738" y="5141913"/>
          <p14:tracePt t="95427" x="4872038" y="5099050"/>
          <p14:tracePt t="95442" x="4865688" y="5060950"/>
          <p14:tracePt t="95449" x="4865688" y="5037138"/>
          <p14:tracePt t="95455" x="4865688" y="4999038"/>
          <p14:tracePt t="95461" x="4865688" y="4975225"/>
          <p14:tracePt t="95468" x="4884738" y="4943475"/>
          <p14:tracePt t="95477" x="4902200" y="4924425"/>
          <p14:tracePt t="95496" x="4927600" y="4906963"/>
          <p14:tracePt t="95511" x="4953000" y="4906963"/>
          <p14:tracePt t="95515" x="4964113" y="4913313"/>
          <p14:tracePt t="95533" x="4983163" y="4962525"/>
          <p14:tracePt t="95552" x="4983163" y="5067300"/>
          <p14:tracePt t="95560" x="4983163" y="5105400"/>
          <p14:tracePt t="95565" x="4983163" y="5129213"/>
          <p14:tracePt t="95579" x="4964113" y="5160963"/>
          <p14:tracePt t="95595" x="4964113" y="5173663"/>
          <p14:tracePt t="95614" x="4959350" y="5178425"/>
          <p14:tracePt t="95657" x="4959350" y="5167313"/>
          <p14:tracePt t="95667" x="4953000" y="5135563"/>
          <p14:tracePt t="95680" x="4953000" y="5111750"/>
          <p14:tracePt t="95697" x="4953000" y="5080000"/>
          <p14:tracePt t="95707" x="4953000" y="5043488"/>
          <p14:tracePt t="95718" x="4953000" y="5037138"/>
          <p14:tracePt t="95733" x="4953000" y="5024438"/>
          <p14:tracePt t="95747" x="4953000" y="5018088"/>
          <p14:tracePt t="96002" x="4959350" y="5018088"/>
          <p14:tracePt t="96014" x="4964113" y="5018088"/>
          <p14:tracePt t="96020" x="5021263" y="5018088"/>
          <p14:tracePt t="96027" x="5076825" y="5030788"/>
          <p14:tracePt t="96035" x="5175250" y="5043488"/>
          <p14:tracePt t="96044" x="5311775" y="5067300"/>
          <p14:tracePt t="96055" x="5497513" y="5099050"/>
          <p14:tracePt t="96058" x="5727700" y="5148263"/>
          <p14:tracePt t="96066" x="5894388" y="5191125"/>
          <p14:tracePt t="96082" x="6248400" y="5291138"/>
          <p14:tracePt t="96086" x="6421438" y="5353050"/>
          <p14:tracePt t="96094" x="6570663" y="5402263"/>
          <p14:tracePt t="96103" x="6724650" y="5457825"/>
          <p14:tracePt t="96112" x="6861175" y="5513388"/>
          <p14:tracePt t="96121" x="7029450" y="5568950"/>
          <p14:tracePt t="96125" x="7183438" y="5613400"/>
          <p14:tracePt t="96134" x="7394575" y="5662613"/>
          <p14:tracePt t="96145" x="7654925" y="5692775"/>
          <p14:tracePt t="96165" x="8237538" y="5748338"/>
          <p14:tracePt t="96180" x="8547100" y="5748338"/>
          <p14:tracePt t="96187" x="8653463" y="5761038"/>
          <p14:tracePt t="96196" x="8732838" y="5761038"/>
          <p14:tracePt t="96207" x="8801100" y="5761038"/>
          <p14:tracePt t="96212" x="8826500" y="5761038"/>
          <p14:tracePt t="96221" x="8845550" y="5761038"/>
          <p14:tracePt t="96268" x="8845550" y="5767388"/>
          <p14:tracePt t="96285" x="8826500" y="5780088"/>
          <p14:tracePt t="96293" x="8820150" y="5786438"/>
          <p14:tracePt t="96305" x="8794750" y="5792788"/>
          <p14:tracePt t="96309" x="8777288" y="5805488"/>
          <p14:tracePt t="96326" x="8751888" y="5810250"/>
          <p14:tracePt t="96334" x="8709025" y="5816600"/>
          <p14:tracePt t="96342" x="8689975" y="5829300"/>
          <p14:tracePt t="96356" x="8670925" y="5835650"/>
          <p14:tracePt t="96362" x="8664575" y="5842000"/>
          <p14:tracePt t="96366" x="8664575" y="5848350"/>
          <p14:tracePt t="96370" x="8658225" y="5848350"/>
          <p14:tracePt t="96380" x="8658225" y="5861050"/>
          <p14:tracePt t="96395" x="8653463" y="5873750"/>
          <p14:tracePt t="96399" x="8653463" y="5891213"/>
          <p14:tracePt t="96415" x="8653463" y="5922963"/>
          <p14:tracePt t="96419" x="8653463" y="5929313"/>
          <p14:tracePt t="96433" x="8653463" y="5940425"/>
          <p14:tracePt t="96445" x="8658225" y="5959475"/>
          <p14:tracePt t="96463" x="8709025" y="5978525"/>
          <p14:tracePt t="96478" x="8783638" y="5997575"/>
          <p14:tracePt t="96494" x="8888413" y="6002338"/>
          <p14:tracePt t="96510" x="8993188" y="6015038"/>
          <p14:tracePt t="96516" x="9031288" y="6015038"/>
          <p14:tracePt t="96536" x="9123363" y="6034088"/>
          <p14:tracePt t="96549" x="9155113" y="6064250"/>
          <p14:tracePt t="96562" x="9161463" y="6064250"/>
          <p14:tracePt t="96566" x="9167813" y="6070600"/>
          <p14:tracePt t="96613" x="9167813" y="6076950"/>
          <p14:tracePt t="96633" x="9161463" y="6083300"/>
          <p14:tracePt t="96639" x="9148763" y="6083300"/>
          <p14:tracePt t="96648" x="9129713" y="6083300"/>
          <p14:tracePt t="96664" x="9117013" y="6083300"/>
          <p14:tracePt t="96678" x="9105900" y="6083300"/>
          <p14:tracePt t="96685" x="9093200" y="6083300"/>
          <p14:tracePt t="96699" x="9086850" y="6076950"/>
          <p14:tracePt t="96726" x="9080500" y="6076950"/>
          <p14:tracePt t="96831" x="9074150" y="6076950"/>
          <p14:tracePt t="96842" x="9067800" y="6076950"/>
          <p14:tracePt t="96855" x="9037638" y="6064250"/>
          <p14:tracePt t="96868" x="8999538" y="6046788"/>
          <p14:tracePt t="96878" x="8975725" y="6034088"/>
          <p14:tracePt t="96882" x="8956675" y="6015038"/>
          <p14:tracePt t="96894" x="8918575" y="5991225"/>
          <p14:tracePt t="96918" x="8801100" y="5910263"/>
          <p14:tracePt t="96929" x="8702675" y="5848350"/>
          <p14:tracePt t="96936" x="8664575" y="5816600"/>
          <p14:tracePt t="96943" x="8634413" y="5786438"/>
          <p14:tracePt t="96946" x="8602663" y="5767388"/>
          <p14:tracePt t="96956" x="8566150" y="5737225"/>
          <p14:tracePt t="96963" x="8547100" y="5718175"/>
          <p14:tracePt t="96979" x="8466138" y="5681663"/>
          <p14:tracePt t="96996" x="8374063" y="5637213"/>
          <p14:tracePt t="97014" x="8280400" y="5619750"/>
          <p14:tracePt t="97035" x="8231188" y="5619750"/>
          <p14:tracePt t="97252" x="8231188" y="5613400"/>
          <p14:tracePt t="97265" x="8231188" y="5594350"/>
          <p14:tracePt t="97281" x="8231188" y="5581650"/>
          <p14:tracePt t="97299" x="8256588" y="5556250"/>
          <p14:tracePt t="97317" x="8305800" y="5532438"/>
          <p14:tracePt t="97332" x="8380413" y="5513388"/>
          <p14:tracePt t="97353" x="8466138" y="5513388"/>
          <p14:tracePt t="97358" x="8528050" y="5513388"/>
          <p14:tracePt t="97365" x="8585200" y="5513388"/>
          <p14:tracePt t="97373" x="8621713" y="5513388"/>
          <p14:tracePt t="97381" x="8647113" y="5513388"/>
          <p14:tracePt t="97389" x="8683625" y="5519738"/>
          <p14:tracePt t="97395" x="8721725" y="5526088"/>
          <p14:tracePt t="97411" x="8758238" y="5538788"/>
          <p14:tracePt t="97428" x="8801100" y="5545138"/>
          <p14:tracePt t="97446" x="8882063" y="5588000"/>
          <p14:tracePt t="97462" x="8913813" y="5613400"/>
          <p14:tracePt t="97474" x="8931275" y="5619750"/>
          <p14:tracePt t="97481" x="8950325" y="5630863"/>
          <p14:tracePt t="97493" x="8956675" y="5637213"/>
          <p14:tracePt t="97501" x="8969375" y="5637213"/>
          <p14:tracePt t="97516" x="8975725" y="5637213"/>
          <p14:tracePt t="97532" x="8982075" y="5637213"/>
          <p14:tracePt t="97556" x="8993188" y="5630863"/>
          <p14:tracePt t="97577" x="8999538" y="5630863"/>
          <p14:tracePt t="97583" x="8999538" y="5619750"/>
          <p14:tracePt t="97593" x="9005888" y="5619750"/>
          <p14:tracePt t="97605" x="9012238" y="5613400"/>
          <p14:tracePt t="97734" x="9012238" y="5624513"/>
          <p14:tracePt t="97745" x="9012238" y="5630863"/>
          <p14:tracePt t="97752" x="9012238" y="5637213"/>
          <p14:tracePt t="97760" x="9012238" y="5643563"/>
          <p14:tracePt t="97768" x="9018588" y="5649913"/>
          <p14:tracePt t="97775" x="9018588" y="5656263"/>
          <p14:tracePt t="97785" x="9018588" y="5662613"/>
          <p14:tracePt t="97788" x="9024938" y="5662613"/>
          <p14:tracePt t="97800" x="9024938" y="5675313"/>
          <p14:tracePt t="97813" x="9031288" y="5681663"/>
          <p14:tracePt t="97846" x="9043988" y="5681663"/>
          <p14:tracePt t="97919" x="9043988" y="5686425"/>
          <p14:tracePt t="97973" x="9048750" y="5692775"/>
          <p14:tracePt t="97993" x="9055100" y="5699125"/>
          <p14:tracePt t="98003" x="9055100" y="5705475"/>
          <p14:tracePt t="98012" x="9061450" y="5711825"/>
          <p14:tracePt t="98030" x="9061450" y="5724525"/>
          <p14:tracePt t="98040" x="9067800" y="5730875"/>
          <p14:tracePt t="98048" x="9074150" y="5737225"/>
          <p14:tracePt t="98063" x="9080500" y="5743575"/>
          <p14:tracePt t="98067" x="9093200" y="5743575"/>
          <p14:tracePt t="98081" x="9099550" y="5748338"/>
          <p14:tracePt t="98086" x="9105900" y="5754688"/>
          <p14:tracePt t="98096" x="9112250" y="5754688"/>
          <p14:tracePt t="98102" x="9123363" y="5761038"/>
          <p14:tracePt t="98111" x="9136063" y="5761038"/>
          <p14:tracePt t="98119" x="9142413" y="5761038"/>
          <p14:tracePt t="98128" x="9155113" y="5773738"/>
          <p14:tracePt t="98145" x="9185275" y="5773738"/>
          <p14:tracePt t="98161" x="9210675" y="5773738"/>
          <p14:tracePt t="98167" x="9236075" y="5773738"/>
          <p14:tracePt t="98182" x="9253538" y="5773738"/>
          <p14:tracePt t="98196" x="9266238" y="5761038"/>
          <p14:tracePt t="98211" x="9272588" y="5761038"/>
          <p14:tracePt t="98496" x="9272588" y="5754688"/>
          <p14:tracePt t="98517" x="9278938" y="5748338"/>
          <p14:tracePt t="98528" x="9285288" y="5743575"/>
          <p14:tracePt t="98542" x="9285288" y="5737225"/>
          <p14:tracePt t="98554" x="9291638" y="5737225"/>
          <p14:tracePt t="98682" x="9297988" y="5743575"/>
          <p14:tracePt t="98696" x="9315450" y="5761038"/>
          <p14:tracePt t="98714" x="9359900" y="5792788"/>
          <p14:tracePt t="98720" x="9371013" y="5805488"/>
          <p14:tracePt t="98730" x="9415463" y="5810250"/>
          <p14:tracePt t="98746" x="9428163" y="5810250"/>
          <p14:tracePt t="98763" x="9434513" y="5810250"/>
          <p14:tracePt t="99219" x="9434513" y="5835650"/>
          <p14:tracePt t="99231" x="9434513" y="5861050"/>
          <p14:tracePt t="99237" x="9434513" y="5878513"/>
          <p14:tracePt t="99249" x="9434513" y="5922963"/>
          <p14:tracePt t="99261" x="9434513" y="5946775"/>
          <p14:tracePt t="99269" x="9434513" y="5965825"/>
          <p14:tracePt t="99288" x="9428163" y="6034088"/>
          <p14:tracePt t="99296" x="9428163" y="6046788"/>
          <p14:tracePt t="99312" x="9428163" y="6083300"/>
          <p14:tracePt t="99320" x="9428163" y="6089650"/>
          <p14:tracePt t="99328" x="9428163" y="6102350"/>
          <p14:tracePt t="99336" x="9428163" y="6108700"/>
          <p14:tracePt t="99343" x="9428163" y="6115050"/>
          <p14:tracePt t="99351" x="9428163" y="6127750"/>
          <p14:tracePt t="99362" x="9428163" y="6132513"/>
          <p14:tracePt t="99378" x="9428163" y="6138863"/>
          <p14:tracePt t="99395" x="9428163" y="6145213"/>
          <p14:tracePt t="99447" x="9428163" y="6151563"/>
          <p14:tracePt t="99542" x="9421813" y="6151563"/>
          <p14:tracePt t="99565" x="9415463" y="6151563"/>
          <p14:tracePt t="99580" x="9409113" y="6151563"/>
          <p14:tracePt t="99606" x="9402763" y="6151563"/>
          <p14:tracePt t="99626" x="9402763" y="6145213"/>
          <p14:tracePt t="99637" x="9402763" y="6127750"/>
          <p14:tracePt t="99645" x="9402763" y="6121400"/>
          <p14:tracePt t="99661" x="9402763" y="6089650"/>
          <p14:tracePt t="99679" x="9402763" y="6046788"/>
          <p14:tracePt t="99696" x="9402763" y="6015038"/>
          <p14:tracePt t="99703" x="9409113" y="6008688"/>
          <p14:tracePt t="99711" x="9409113" y="6002338"/>
          <p14:tracePt t="99767" x="9409113" y="5997575"/>
          <p14:tracePt t="99894" x="9402763" y="6002338"/>
          <p14:tracePt t="99904" x="9396413" y="6008688"/>
          <p14:tracePt t="99917" x="9390063" y="6015038"/>
          <p14:tracePt t="99923" x="9377363" y="6021388"/>
          <p14:tracePt t="99927" x="9377363" y="6034088"/>
          <p14:tracePt t="99932" x="9371013" y="6040438"/>
          <p14:tracePt t="99949" x="9347200" y="6083300"/>
          <p14:tracePt t="99971" x="9309100" y="6121400"/>
          <p14:tracePt t="99981" x="9297988" y="6127750"/>
          <p14:tracePt t="99996" x="9285288" y="6138863"/>
          <p14:tracePt t="100019" x="9278938" y="6145213"/>
          <p14:tracePt t="100036" x="9272588" y="6145213"/>
          <p14:tracePt t="100047" x="9266238" y="6145213"/>
          <p14:tracePt t="100051" x="9259888" y="6145213"/>
          <p14:tracePt t="100066" x="9247188" y="6145213"/>
          <p14:tracePt t="100072" x="9236075" y="6145213"/>
          <p14:tracePt t="100078" x="9229725" y="6132513"/>
          <p14:tracePt t="100088" x="9223375" y="6132513"/>
          <p14:tracePt t="100104" x="9204325" y="6127750"/>
          <p14:tracePt t="100116" x="9197975" y="6127750"/>
          <p14:tracePt t="100237" x="9191625" y="6127750"/>
          <p14:tracePt t="100246" x="9191625" y="6121400"/>
          <p14:tracePt t="100263" x="9185275" y="6121400"/>
          <p14:tracePt t="100352" x="9185275" y="6115050"/>
          <p14:tracePt t="100513" x="9185275" y="6108700"/>
          <p14:tracePt t="100526" x="9185275" y="6102350"/>
          <p14:tracePt t="100541" x="9185275" y="6096000"/>
          <p14:tracePt t="100551" x="9185275" y="6083300"/>
          <p14:tracePt t="100566" x="9185275" y="6076950"/>
          <p14:tracePt t="100573" x="9185275" y="6070600"/>
          <p14:tracePt t="100766" x="9178925" y="6070600"/>
          <p14:tracePt t="100807" x="9174163" y="6070600"/>
          <p14:tracePt t="100821" x="9167813" y="6070600"/>
          <p14:tracePt t="100833" x="9155113" y="6070600"/>
          <p14:tracePt t="100848" x="9142413" y="6059488"/>
          <p14:tracePt t="100853" x="9129713" y="6059488"/>
          <p14:tracePt t="100862" x="9123363" y="6053138"/>
          <p14:tracePt t="100870" x="9105900" y="6040438"/>
          <p14:tracePt t="100878" x="9093200" y="6040438"/>
          <p14:tracePt t="100891" x="9074150" y="6034088"/>
          <p14:tracePt t="100894" x="9055100" y="6027738"/>
          <p14:tracePt t="100899" x="9031288" y="6027738"/>
          <p14:tracePt t="100909" x="9005888" y="6027738"/>
          <p14:tracePt t="100918" x="8975725" y="6027738"/>
          <p14:tracePt t="100928" x="8950325" y="6027738"/>
          <p14:tracePt t="100946" x="8907463" y="6027738"/>
          <p14:tracePt t="100968" x="8851900" y="6027738"/>
          <p14:tracePt t="100978" x="8788400" y="6027738"/>
          <p14:tracePt t="100986" x="8751888" y="6027738"/>
          <p14:tracePt t="100997" x="8702675" y="6027738"/>
          <p14:tracePt t="101013" x="8670925" y="6027738"/>
          <p14:tracePt t="101019" x="8621713" y="6027738"/>
          <p14:tracePt t="101029" x="8572500" y="6027738"/>
          <p14:tracePt t="101047" x="8393113" y="6027738"/>
          <p14:tracePt t="101051" x="8274050" y="6027738"/>
          <p14:tracePt t="101063" x="8143875" y="6027738"/>
          <p14:tracePt t="101068" x="7977188" y="6034088"/>
          <p14:tracePt t="101087" x="7419975" y="6064250"/>
          <p14:tracePt t="101103" x="7040563" y="6089650"/>
          <p14:tracePt t="101111" x="6700838" y="6108700"/>
          <p14:tracePt t="101119" x="6389688" y="6108700"/>
          <p14:tracePt t="101129" x="6124575" y="6108700"/>
          <p14:tracePt t="101133" x="5875338" y="6096000"/>
          <p14:tracePt t="101140" x="5659438" y="6083300"/>
          <p14:tracePt t="101148" x="5510213" y="6053138"/>
          <p14:tracePt t="101162" x="5373688" y="6015038"/>
          <p14:tracePt t="101166" x="5237163" y="5972175"/>
          <p14:tracePt t="101171" x="5132388" y="5922963"/>
          <p14:tracePt t="101185" x="5014913" y="5835650"/>
          <p14:tracePt t="101188" x="4921250" y="5761038"/>
          <p14:tracePt t="101197" x="4859338" y="5681663"/>
          <p14:tracePt t="101204" x="4791075" y="5594350"/>
          <p14:tracePt t="101213" x="4754563" y="5500688"/>
          <p14:tracePt t="101220" x="4729163" y="5432425"/>
          <p14:tracePt t="101231" x="4716463" y="5365750"/>
          <p14:tracePt t="101246" x="4729163" y="5321300"/>
          <p14:tracePt t="101262" x="4767263" y="5272088"/>
          <p14:tracePt t="101278" x="4810125" y="5235575"/>
          <p14:tracePt t="101296" x="4878388" y="5210175"/>
          <p14:tracePt t="101304" x="4895850" y="5197475"/>
          <p14:tracePt t="101320" x="5002213" y="5178425"/>
          <p14:tracePt t="101329" x="5057775" y="5167313"/>
          <p14:tracePt t="101347" x="5187950" y="5160963"/>
          <p14:tracePt t="101362" x="5237163" y="5160963"/>
          <p14:tracePt t="101383" x="5454650" y="5160963"/>
          <p14:tracePt t="101390" x="5541963" y="5160963"/>
          <p14:tracePt t="101399" x="5610225" y="5160963"/>
          <p14:tracePt t="101412" x="5776913" y="5167313"/>
          <p14:tracePt t="101421" x="5845175" y="5173663"/>
          <p14:tracePt t="101429" x="5900738" y="5184775"/>
          <p14:tracePt t="101439" x="5969000" y="5197475"/>
          <p14:tracePt t="101446" x="6024563" y="5210175"/>
          <p14:tracePt t="101462" x="6118225" y="5240338"/>
          <p14:tracePt t="101478" x="6180138" y="5253038"/>
          <p14:tracePt t="101497" x="6216650" y="5259388"/>
          <p14:tracePt t="101647" x="6216650" y="5253038"/>
          <p14:tracePt t="101734" x="6210300" y="5259388"/>
          <p14:tracePt t="101745" x="6203950" y="5291138"/>
          <p14:tracePt t="101761" x="6197600" y="5302250"/>
          <p14:tracePt t="101776" x="6186488" y="5327650"/>
          <p14:tracePt t="101784" x="6180138" y="5340350"/>
          <p14:tracePt t="101794" x="6173788" y="5346700"/>
          <p14:tracePt t="101804" x="6161088" y="5370513"/>
          <p14:tracePt t="101812" x="6148388" y="5376863"/>
          <p14:tracePt t="101822" x="6135688" y="5383213"/>
          <p14:tracePt t="101834" x="6105525" y="5402263"/>
          <p14:tracePt t="101848" x="6073775" y="5414963"/>
          <p14:tracePt t="101853" x="6062663" y="5427663"/>
          <p14:tracePt t="101863" x="6043613" y="5427663"/>
          <p14:tracePt t="101869" x="6011863" y="5445125"/>
          <p14:tracePt t="101884" x="5962650" y="5464175"/>
          <p14:tracePt t="101895" x="5932488" y="5476875"/>
          <p14:tracePt t="101900" x="5881688" y="5494338"/>
          <p14:tracePt t="101906" x="5838825" y="5513388"/>
          <p14:tracePt t="101916" x="5770563" y="5526088"/>
          <p14:tracePt t="101936" x="5676900" y="5551488"/>
          <p14:tracePt t="101946" x="5621338" y="5556250"/>
          <p14:tracePt t="101962" x="5461000" y="5588000"/>
          <p14:tracePt t="101978" x="5392738" y="5600700"/>
          <p14:tracePt t="101996" x="5262563" y="5624513"/>
          <p14:tracePt t="102012" x="5200650" y="5630863"/>
          <p14:tracePt t="102029" x="5175250" y="5630863"/>
          <p14:tracePt t="102221" x="5175250" y="5619750"/>
          <p14:tracePt t="102238" x="5187950" y="5581650"/>
          <p14:tracePt t="102252" x="5194300" y="5575300"/>
          <p14:tracePt t="102264" x="5207000" y="5551488"/>
          <p14:tracePt t="102282" x="5207000" y="5545138"/>
          <p14:tracePt t="102296" x="5213350" y="5545138"/>
          <p14:tracePt t="102342" x="5213350" y="5538788"/>
          <p14:tracePt t="102424" x="5219700" y="5538788"/>
          <p14:tracePt t="102435" x="5219700" y="5532438"/>
          <p14:tracePt t="102483" x="5230813" y="5526088"/>
          <p14:tracePt t="102503" x="5230813" y="5519738"/>
          <p14:tracePt t="102518" x="5230813" y="5513388"/>
          <p14:tracePt t="102528" x="5237163" y="5513388"/>
          <p14:tracePt t="102532" x="5237163" y="5507038"/>
          <p14:tracePt t="102560" x="5237163" y="5494338"/>
          <p14:tracePt t="103374" x="5249863" y="5494338"/>
          <p14:tracePt t="103386" x="5281613" y="5500688"/>
          <p14:tracePt t="103393" x="5292725" y="5500688"/>
          <p14:tracePt t="103405" x="5292725" y="5507038"/>
          <p14:tracePt t="103425" x="5311775" y="5513388"/>
          <p14:tracePt t="103432" x="5311775" y="5519738"/>
          <p14:tracePt t="103446" x="5324475" y="5519738"/>
          <p14:tracePt t="103573" x="5324475" y="5507038"/>
          <p14:tracePt t="103586" x="5324475" y="5489575"/>
          <p14:tracePt t="103590" x="5324475" y="5476875"/>
          <p14:tracePt t="103604" x="5324475" y="5445125"/>
          <p14:tracePt t="103618" x="5324475" y="5402263"/>
          <p14:tracePt t="103627" x="5324475" y="5376863"/>
          <p14:tracePt t="103634" x="5330825" y="5353050"/>
          <p14:tracePt t="103637" x="5330825" y="5334000"/>
          <p14:tracePt t="103646" x="5337175" y="5327650"/>
          <p14:tracePt t="103662" x="5337175" y="5314950"/>
          <p14:tracePt t="103666" x="5337175" y="5308600"/>
          <p14:tracePt t="103679" x="5337175" y="5302250"/>
          <p14:tracePt t="104054" x="5337175" y="5278438"/>
          <p14:tracePt t="104065" x="5337175" y="5246688"/>
          <p14:tracePt t="104085" x="5311775" y="5191125"/>
          <p14:tracePt t="104102" x="5292725" y="5154613"/>
          <p14:tracePt t="104113" x="5292725" y="5148263"/>
          <p14:tracePt t="104122" x="5292725" y="5141913"/>
          <p14:tracePt t="104162" x="5286375" y="5141913"/>
          <p14:tracePt t="104172" x="5286375" y="5129213"/>
          <p14:tracePt t="104180" x="5281613" y="5122863"/>
          <p14:tracePt t="104214" x="5281613" y="5099050"/>
          <p14:tracePt t="104231" x="5275263" y="5092700"/>
          <p14:tracePt t="104289" x="5262563" y="5105400"/>
          <p14:tracePt t="104303" x="5256213" y="5135563"/>
          <p14:tracePt t="104309" x="5249863" y="5160963"/>
          <p14:tracePt t="104319" x="5237163" y="5178425"/>
          <p14:tracePt t="104330" x="5230813" y="5235575"/>
          <p14:tracePt t="104350" x="5219700" y="5278438"/>
          <p14:tracePt t="104361" x="5219700" y="5284788"/>
          <p14:tracePt t="104370" x="5219700" y="5291138"/>
          <p14:tracePt t="104374" x="5219700" y="5297488"/>
          <p14:tracePt t="104382" x="5219700" y="5302250"/>
          <p14:tracePt t="104396" x="5219700" y="5308600"/>
          <p14:tracePt t="104413" x="5219700" y="5327650"/>
          <p14:tracePt t="104437" x="5219700" y="5334000"/>
          <p14:tracePt t="104582" x="5213350" y="5334000"/>
          <p14:tracePt t="104595" x="5207000" y="5334000"/>
          <p14:tracePt t="104609" x="5200650" y="5314950"/>
          <p14:tracePt t="104621" x="5181600" y="5284788"/>
          <p14:tracePt t="104630" x="5175250" y="5265738"/>
          <p14:tracePt t="104639" x="5175250" y="5246688"/>
          <p14:tracePt t="104648" x="5175250" y="5235575"/>
          <p14:tracePt t="104663" x="5162550" y="5210175"/>
          <p14:tracePt t="104668" x="5162550" y="5203825"/>
          <p14:tracePt t="104685" x="5156200" y="5178425"/>
          <p14:tracePt t="104705" x="5156200" y="5167313"/>
          <p14:tracePt t="104726" x="5151438" y="5154613"/>
          <p14:tracePt t="104736" x="5145088" y="5154613"/>
          <p14:tracePt t="104747" x="5138738" y="5148263"/>
          <p14:tracePt t="104763" x="5138738" y="5141913"/>
          <p14:tracePt t="104780" x="5132388" y="5141913"/>
          <p14:tracePt t="104836" x="5132388" y="5129213"/>
          <p14:tracePt t="105047" x="5119688" y="5129213"/>
          <p14:tracePt t="105055" x="5113338" y="5135563"/>
          <p14:tracePt t="105063" x="5106988" y="5141913"/>
          <p14:tracePt t="105070" x="5100638" y="5148263"/>
          <p14:tracePt t="105080" x="5094288" y="5148263"/>
          <p14:tracePt t="105086" x="5089525" y="5160963"/>
          <p14:tracePt t="105097" x="5070475" y="5178425"/>
          <p14:tracePt t="105105" x="5051425" y="5210175"/>
          <p14:tracePt t="105112" x="5021263" y="5229225"/>
          <p14:tracePt t="105117" x="4983163" y="5246688"/>
          <p14:tracePt t="105126" x="4940300" y="5278438"/>
          <p14:tracePt t="105132" x="4895850" y="5297488"/>
          <p14:tracePt t="105145" x="4840288" y="5334000"/>
          <p14:tracePt t="105150" x="4816475" y="5340350"/>
          <p14:tracePt t="105158" x="4735513" y="5365750"/>
          <p14:tracePt t="105165" x="4630738" y="5389563"/>
          <p14:tracePt t="105175" x="4511675" y="5414963"/>
          <p14:tracePt t="105186" x="4413250" y="5445125"/>
          <p14:tracePt t="105195" x="4276725" y="5457825"/>
          <p14:tracePt t="105205" x="4016375" y="5470525"/>
          <p14:tracePt t="105221" x="3798888" y="5470525"/>
          <p14:tracePt t="105229" x="3681413" y="5470525"/>
          <p14:tracePt t="105247" x="3482975" y="5464175"/>
          <p14:tracePt t="105265" x="3322638" y="5414963"/>
          <p14:tracePt t="105270" x="3297238" y="5395913"/>
          <p14:tracePt t="105281" x="3267075" y="5376863"/>
          <p14:tracePt t="105288" x="3248025" y="5359400"/>
          <p14:tracePt t="105296" x="3241675" y="5353050"/>
          <p14:tracePt t="105312" x="3235325" y="5346700"/>
          <p14:tracePt t="105316" x="3235325" y="5340350"/>
          <p14:tracePt t="105331" x="3235325" y="5334000"/>
          <p14:tracePt t="105348" x="3228975" y="5314950"/>
          <p14:tracePt t="105355" x="3228975" y="5308600"/>
          <p14:tracePt t="105366" x="3228975" y="5302250"/>
          <p14:tracePt t="105384" x="3228975" y="5278438"/>
          <p14:tracePt t="105395" x="3222625" y="5272088"/>
          <p14:tracePt t="105411" x="3222625" y="5265738"/>
          <p14:tracePt t="105415" x="3222625" y="5253038"/>
          <p14:tracePt t="105431" x="3216275" y="5253038"/>
          <p14:tracePt t="105454" x="3216275" y="5246688"/>
          <p14:tracePt t="105569" x="3216275" y="5272088"/>
          <p14:tracePt t="105582" x="3241675" y="5314950"/>
          <p14:tracePt t="105596" x="3254375" y="5340350"/>
          <p14:tracePt t="105602" x="3260725" y="5370513"/>
          <p14:tracePt t="105606" x="3278188" y="5395913"/>
          <p14:tracePt t="105615" x="3278188" y="5414963"/>
          <p14:tracePt t="105629" x="3316288" y="5445125"/>
          <p14:tracePt t="105636" x="3335338" y="5464175"/>
          <p14:tracePt t="105648" x="3352800" y="5483225"/>
          <p14:tracePt t="105662" x="3359150" y="5489575"/>
          <p14:tracePt t="105668" x="3371850" y="5494338"/>
          <p14:tracePt t="105671" x="3378200" y="5507038"/>
          <p14:tracePt t="105679" x="3390900" y="5513388"/>
          <p14:tracePt t="105697" x="3397250" y="5513388"/>
          <p14:tracePt t="105831" x="3384550" y="5513388"/>
          <p14:tracePt t="105846" x="3378200" y="5513388"/>
          <p14:tracePt t="106070" x="3371850" y="5513388"/>
          <p14:tracePt t="106086" x="3365500" y="5519738"/>
          <p14:tracePt t="106101" x="3352800" y="5526088"/>
          <p14:tracePt t="106116" x="3340100" y="5532438"/>
          <p14:tracePt t="106129" x="3322638" y="5538788"/>
          <p14:tracePt t="106136" x="3297238" y="5556250"/>
          <p14:tracePt t="106144" x="3278188" y="5568950"/>
          <p14:tracePt t="106151" x="3260725" y="5575300"/>
          <p14:tracePt t="106164" x="3179763" y="5624513"/>
          <p14:tracePt t="106172" x="3136900" y="5649913"/>
          <p14:tracePt t="106181" x="3068638" y="5686425"/>
          <p14:tracePt t="106197" x="3000375" y="5711825"/>
          <p14:tracePt t="106213" x="2955925" y="5724525"/>
          <p14:tracePt t="106230" x="2944813" y="5730875"/>
          <p14:tracePt t="106333" x="2944813" y="5724525"/>
          <p14:tracePt t="106348" x="2974975" y="5705475"/>
          <p14:tracePt t="106361" x="2987675" y="5705475"/>
          <p14:tracePt t="106369" x="3017838" y="5699125"/>
          <p14:tracePt t="106386" x="3068638" y="5699125"/>
          <p14:tracePt t="106395" x="3105150" y="5699125"/>
          <p14:tracePt t="106406" x="3167063" y="5699125"/>
          <p14:tracePt t="106415" x="3205163" y="5699125"/>
          <p14:tracePt t="106423" x="3222625" y="5699125"/>
          <p14:tracePt t="106430" x="3260725" y="5699125"/>
          <p14:tracePt t="106442" x="3297238" y="5699125"/>
          <p14:tracePt t="106448" x="3335338" y="5699125"/>
          <p14:tracePt t="106451" x="3384550" y="5699125"/>
          <p14:tracePt t="106459" x="3421063" y="5699125"/>
          <p14:tracePt t="106469" x="3470275" y="5686425"/>
          <p14:tracePt t="106480" x="3495675" y="5686425"/>
          <p14:tracePt t="106484" x="3514725" y="5681663"/>
          <p14:tracePt t="106499" x="3551238" y="5668963"/>
          <p14:tracePt t="106559" x="3551238" y="5662613"/>
          <p14:tracePt t="106597" x="3538538" y="5656263"/>
          <p14:tracePt t="106606" x="3521075" y="5649913"/>
          <p14:tracePt t="106616" x="3502025" y="5637213"/>
          <p14:tracePt t="106624" x="3482975" y="5630863"/>
          <p14:tracePt t="106637" x="3421063" y="5630863"/>
          <p14:tracePt t="106647" x="3397250" y="5630863"/>
          <p14:tracePt t="106667" x="3316288" y="5630863"/>
          <p14:tracePt t="106669" x="3278188" y="5630863"/>
          <p14:tracePt t="106681" x="3254375" y="5630863"/>
          <p14:tracePt t="106686" x="3216275" y="5630863"/>
          <p14:tracePt t="106689" x="3179763" y="5619750"/>
          <p14:tracePt t="106698" x="3154363" y="5619750"/>
          <p14:tracePt t="106719" x="3079750" y="5613400"/>
          <p14:tracePt t="106726" x="3049588" y="5600700"/>
          <p14:tracePt t="106732" x="3030538" y="5594350"/>
          <p14:tracePt t="106742" x="3006725" y="5588000"/>
          <p14:tracePt t="106751" x="2987675" y="5588000"/>
          <p14:tracePt t="106766" x="2968625" y="5575300"/>
          <p14:tracePt t="106781" x="2968625" y="5568950"/>
          <p14:tracePt t="106838" x="2968625" y="5562600"/>
          <p14:tracePt t="106849" x="2968625" y="5556250"/>
          <p14:tracePt t="106866" x="3000375" y="5532438"/>
          <p14:tracePt t="106869" x="3049588" y="5526088"/>
          <p14:tracePt t="106881" x="3111500" y="5489575"/>
          <p14:tracePt t="106899" x="3260725" y="5432425"/>
          <p14:tracePt t="106906" x="3303588" y="5414963"/>
          <p14:tracePt t="106928" x="3346450" y="5402263"/>
          <p14:tracePt t="106933" x="3359150" y="5402263"/>
          <p14:tracePt t="107047" x="3352800" y="5402263"/>
          <p14:tracePt t="107059" x="3352800" y="5408613"/>
          <p14:tracePt t="107102" x="3359150" y="5414963"/>
          <p14:tracePt t="107116" x="3390900" y="5414963"/>
          <p14:tracePt t="107126" x="3465513" y="5421313"/>
          <p14:tracePt t="107138" x="3502025" y="5421313"/>
          <p14:tracePt t="107147" x="3589338" y="5421313"/>
          <p14:tracePt t="107157" x="3657600" y="5414963"/>
          <p14:tracePt t="107174" x="3860800" y="5389563"/>
          <p14:tracePt t="107183" x="3960813" y="5376863"/>
          <p14:tracePt t="107196" x="4048125" y="5365750"/>
          <p14:tracePt t="107214" x="4289425" y="5327650"/>
          <p14:tracePt t="107230" x="4425950" y="5321300"/>
          <p14:tracePt t="107248" x="4543425" y="5308600"/>
          <p14:tracePt t="107265" x="4660900" y="5308600"/>
          <p14:tracePt t="107284" x="4791075" y="5297488"/>
          <p14:tracePt t="107299" x="4833938" y="5297488"/>
          <p14:tracePt t="107315" x="4840288" y="5297488"/>
          <p14:tracePt t="107332" x="4846638" y="5297488"/>
          <p14:tracePt t="107385" x="4859338" y="5297488"/>
          <p14:tracePt t="107398" x="4865688" y="5297488"/>
          <p14:tracePt t="107415" x="4872038" y="5297488"/>
          <p14:tracePt t="107437" x="4878388" y="5297488"/>
          <p14:tracePt t="107454" x="4878388" y="5308600"/>
          <p14:tracePt t="107463" x="4878388" y="5314950"/>
          <p14:tracePt t="107466" x="4878388" y="5321300"/>
          <p14:tracePt t="107480" x="4872038" y="5334000"/>
          <p14:tracePt t="107484" x="4859338" y="5346700"/>
          <p14:tracePt t="107498" x="4852988" y="5353050"/>
          <p14:tracePt t="107504" x="4829175" y="5365750"/>
          <p14:tracePt t="107516" x="4803775" y="5383213"/>
          <p14:tracePt t="107520" x="4767263" y="5395913"/>
          <p14:tracePt t="107525" x="4741863" y="5395913"/>
          <p14:tracePt t="107531" x="4686300" y="5414963"/>
          <p14:tracePt t="107543" x="4660900" y="5414963"/>
          <p14:tracePt t="107553" x="4611688" y="5414963"/>
          <p14:tracePt t="107564" x="4524375" y="5414963"/>
          <p14:tracePt t="107581" x="4443413" y="5414963"/>
          <p14:tracePt t="107605" x="4413250" y="5402263"/>
          <p14:tracePt t="107609" x="4406900" y="5395913"/>
          <p14:tracePt t="107613" x="4394200" y="5389563"/>
          <p14:tracePt t="107627" x="4394200" y="5383213"/>
          <p14:tracePt t="107636" x="4394200" y="5376863"/>
          <p14:tracePt t="107648" x="4400550" y="5370513"/>
          <p14:tracePt t="107653" x="4413250" y="5353050"/>
          <p14:tracePt t="107661" x="4443413" y="5334000"/>
          <p14:tracePt t="107668" x="4481513" y="5321300"/>
          <p14:tracePt t="107679" x="4506913" y="5314950"/>
          <p14:tracePt t="107684" x="4549775" y="5297488"/>
          <p14:tracePt t="107697" x="4618038" y="5272088"/>
          <p14:tracePt t="107700" x="4692650" y="5246688"/>
          <p14:tracePt t="107723" x="4953000" y="5160963"/>
          <p14:tracePt t="107743" x="5089525" y="5135563"/>
          <p14:tracePt t="107750" x="5145088" y="5129213"/>
          <p14:tracePt t="107766" x="5175250" y="5129213"/>
          <p14:tracePt t="107772" x="5181600" y="5129213"/>
          <p14:tracePt t="107781" x="5187950" y="5129213"/>
          <p14:tracePt t="107837" x="5187950" y="5135563"/>
          <p14:tracePt t="107847" x="5181600" y="5141913"/>
          <p14:tracePt t="107852" x="5168900" y="5148263"/>
          <p14:tracePt t="107861" x="5138738" y="5167313"/>
          <p14:tracePt t="107872" x="5119688" y="5184775"/>
          <p14:tracePt t="107878" x="5094288" y="5203825"/>
          <p14:tracePt t="107886" x="5064125" y="5210175"/>
          <p14:tracePt t="107894" x="5038725" y="5229225"/>
          <p14:tracePt t="107899" x="5014913" y="5240338"/>
          <p14:tracePt t="107910" x="4983163" y="5259388"/>
          <p14:tracePt t="107920" x="4970463" y="5259388"/>
          <p14:tracePt t="107931" x="4891088" y="5278438"/>
          <p14:tracePt t="107948" x="4816475" y="5297488"/>
          <p14:tracePt t="107965" x="4710113" y="5321300"/>
          <p14:tracePt t="107981" x="4637088" y="5327650"/>
          <p14:tracePt t="107992" x="4549775" y="5353050"/>
          <p14:tracePt t="108004" x="4357688" y="5389563"/>
          <p14:tracePt t="108013" x="4257675" y="5402263"/>
          <p14:tracePt t="108028" x="4140200" y="5432425"/>
          <p14:tracePt t="108031" x="4041775" y="5445125"/>
          <p14:tracePt t="108037" x="3935413" y="5457825"/>
          <p14:tracePt t="108045" x="3856038" y="5470525"/>
          <p14:tracePt t="108053" x="3781425" y="5483225"/>
          <p14:tracePt t="108066" x="3730625" y="5483225"/>
          <p14:tracePt t="108069" x="3719513" y="5483225"/>
          <p14:tracePt t="108082" x="3694113" y="5483225"/>
          <p14:tracePt t="108177" x="3694113" y="5470525"/>
          <p14:tracePt t="108189" x="3694113" y="5464175"/>
          <p14:tracePt t="108196" x="3700463" y="5457825"/>
          <p14:tracePt t="108207" x="3725863" y="5432425"/>
          <p14:tracePt t="108216" x="3743325" y="5414963"/>
          <p14:tracePt t="108225" x="3768725" y="5408613"/>
          <p14:tracePt t="108232" x="3836988" y="5383213"/>
          <p14:tracePt t="108237" x="3905250" y="5359400"/>
          <p14:tracePt t="108242" x="3935413" y="5353050"/>
          <p14:tracePt t="108254" x="3997325" y="5340350"/>
          <p14:tracePt t="108262" x="4103688" y="5314950"/>
          <p14:tracePt t="108268" x="4221163" y="5291138"/>
          <p14:tracePt t="108281" x="4338638" y="5278438"/>
          <p14:tracePt t="108286" x="4468813" y="5246688"/>
          <p14:tracePt t="108290" x="4586288" y="5235575"/>
          <p14:tracePt t="108301" x="4673600" y="5222875"/>
          <p14:tracePt t="108315" x="4791075" y="5222875"/>
          <p14:tracePt t="108332" x="4822825" y="5222875"/>
          <p14:tracePt t="108348" x="4846638" y="5229225"/>
          <p14:tracePt t="108413" x="4846638" y="5235575"/>
          <p14:tracePt t="108425" x="4829175" y="5246688"/>
          <p14:tracePt t="108437" x="4822825" y="5259388"/>
          <p14:tracePt t="108441" x="4791075" y="5272088"/>
          <p14:tracePt t="108446" x="4778375" y="5278438"/>
          <p14:tracePt t="108456" x="4772025" y="5278438"/>
          <p14:tracePt t="108470" x="4760913" y="5291138"/>
          <p14:tracePt t="108479" x="4760913" y="5297488"/>
          <p14:tracePt t="108486" x="4754563" y="5297488"/>
          <p14:tracePt t="108511" x="4748213" y="5297488"/>
          <p14:tracePt t="108590" x="4735513" y="5259388"/>
          <p14:tracePt t="108604" x="4735513" y="5184775"/>
          <p14:tracePt t="108616" x="4735513" y="5148263"/>
          <p14:tracePt t="108631" x="4760913" y="5092700"/>
          <p14:tracePt t="108636" x="4778375" y="5054600"/>
          <p14:tracePt t="108657" x="4829175" y="4999038"/>
          <p14:tracePt t="108664" x="4865688" y="4986338"/>
          <p14:tracePt t="108673" x="4891088" y="4981575"/>
          <p14:tracePt t="108680" x="4940300" y="4968875"/>
          <p14:tracePt t="108691" x="4976813" y="4968875"/>
          <p14:tracePt t="108697" x="5021263" y="4956175"/>
          <p14:tracePt t="108705" x="5032375" y="4956175"/>
          <p14:tracePt t="108715" x="5106988" y="4956175"/>
          <p14:tracePt t="108723" x="5126038" y="4956175"/>
          <p14:tracePt t="108734" x="5162550" y="4962525"/>
          <p14:tracePt t="108747" x="5187950" y="4981575"/>
          <p14:tracePt t="108767" x="5230813" y="5030788"/>
          <p14:tracePt t="108782" x="5243513" y="5086350"/>
          <p14:tracePt t="108798" x="5249863" y="5148263"/>
          <p14:tracePt t="108803" x="5249863" y="5167313"/>
          <p14:tracePt t="108814" x="5249863" y="5191125"/>
          <p14:tracePt t="108821" x="5230813" y="5210175"/>
          <p14:tracePt t="108831" x="5200650" y="5253038"/>
          <p14:tracePt t="108840" x="5175250" y="5272088"/>
          <p14:tracePt t="108862" x="5076825" y="5327650"/>
          <p14:tracePt t="108870" x="4953000" y="5346700"/>
          <p14:tracePt t="108877" x="4895850" y="5359400"/>
          <p14:tracePt t="108883" x="4859338" y="5359400"/>
          <p14:tracePt t="108895" x="4822825" y="5359400"/>
          <p14:tracePt t="108904" x="4772025" y="5359400"/>
          <p14:tracePt t="108908" x="4722813" y="5359400"/>
          <p14:tracePt t="108917" x="4654550" y="5353050"/>
          <p14:tracePt t="108931" x="4598988" y="5334000"/>
          <p14:tracePt t="108949" x="4494213" y="5272088"/>
          <p14:tracePt t="108966" x="4432300" y="5184775"/>
          <p14:tracePt t="108981" x="4413250" y="5092700"/>
          <p14:tracePt t="109003" x="4413250" y="5018088"/>
          <p14:tracePt t="109006" x="4413250" y="4992688"/>
          <p14:tracePt t="109013" x="4432300" y="4949825"/>
          <p14:tracePt t="109020" x="4468813" y="4894263"/>
          <p14:tracePt t="109035" x="4556125" y="4813300"/>
          <p14:tracePt t="109043" x="4611688" y="4783138"/>
          <p14:tracePt t="109061" x="4686300" y="4745038"/>
          <p14:tracePt t="109071" x="4846638" y="4695825"/>
          <p14:tracePt t="109081" x="4914900" y="4683125"/>
          <p14:tracePt t="109100" x="5100638" y="4732338"/>
          <p14:tracePt t="109117" x="5168900" y="4832350"/>
          <p14:tracePt t="109130" x="5200650" y="4887913"/>
          <p14:tracePt t="109136" x="5224463" y="4943475"/>
          <p14:tracePt t="109139" x="5249863" y="5018088"/>
          <p14:tracePt t="109149" x="5256213" y="5054600"/>
          <p14:tracePt t="109156" x="5268913" y="5092700"/>
          <p14:tracePt t="109165" x="5268913" y="5129213"/>
          <p14:tracePt t="109177" x="5268913" y="5167313"/>
          <p14:tracePt t="109180" x="5262563" y="5191125"/>
          <p14:tracePt t="109190" x="5230813" y="5235575"/>
          <p14:tracePt t="109198" x="5187950" y="5265738"/>
          <p14:tracePt t="109215" x="5106988" y="5308600"/>
          <p14:tracePt t="109231" x="5021263" y="5327650"/>
          <p14:tracePt t="109236" x="4953000" y="5327650"/>
          <p14:tracePt t="109250" x="4921250" y="5327650"/>
          <p14:tracePt t="109253" x="4872038" y="5327650"/>
          <p14:tracePt t="109266" x="4822825" y="5321300"/>
          <p14:tracePt t="109275" x="4784725" y="5314950"/>
          <p14:tracePt t="109280" x="4729163" y="5291138"/>
          <p14:tracePt t="109285" x="4686300" y="5272088"/>
          <p14:tracePt t="109302" x="4660900" y="5222875"/>
          <p14:tracePt t="109309" x="4637088" y="5173663"/>
          <p14:tracePt t="109320" x="4630738" y="5135563"/>
          <p14:tracePt t="109330" x="4630738" y="5111750"/>
          <p14:tracePt t="109348" x="4630738" y="4992688"/>
          <p14:tracePt t="109366" x="4692650" y="4900613"/>
          <p14:tracePt t="109391" x="4833938" y="4813300"/>
          <p14:tracePt t="109399" x="4891088" y="4800600"/>
          <p14:tracePt t="109406" x="4927600" y="4800600"/>
          <p14:tracePt t="109414" x="4953000" y="4800600"/>
          <p14:tracePt t="109428" x="5002213" y="4832350"/>
          <p14:tracePt t="109437" x="5026025" y="4862513"/>
          <p14:tracePt t="109443" x="5045075" y="4900613"/>
          <p14:tracePt t="109455" x="5083175" y="4975225"/>
          <p14:tracePt t="109471" x="5106988" y="5054600"/>
          <p14:tracePt t="109476" x="5119688" y="5092700"/>
          <p14:tracePt t="109487" x="5126038" y="5135563"/>
          <p14:tracePt t="109497" x="5138738" y="5173663"/>
          <p14:tracePt t="109517" x="5138738" y="5229225"/>
          <p14:tracePt t="109522" x="5132388" y="5246688"/>
          <p14:tracePt t="109533" x="5113338" y="5265738"/>
          <p14:tracePt t="109555" x="5045075" y="5302250"/>
          <p14:tracePt t="109568" x="5026025" y="5302250"/>
          <p14:tracePt t="109583" x="4995863" y="5302250"/>
          <p14:tracePt t="109598" x="4964113" y="5291138"/>
          <p14:tracePt t="109615" x="4927600" y="5253038"/>
          <p14:tracePt t="109633" x="4908550" y="5184775"/>
          <p14:tracePt t="109642" x="4895850" y="5148263"/>
          <p14:tracePt t="109647" x="4891088" y="5122863"/>
          <p14:tracePt t="109652" x="4891088" y="5086350"/>
          <p14:tracePt t="109662" x="4891088" y="5060950"/>
          <p14:tracePt t="109672" x="4891088" y="5030788"/>
          <p14:tracePt t="109680" x="4891088" y="5005388"/>
          <p14:tracePt t="109684" x="4921250" y="4975225"/>
          <p14:tracePt t="109699" x="4964113" y="4943475"/>
          <p14:tracePt t="109715" x="4983163" y="4943475"/>
          <p14:tracePt t="109724" x="5057775" y="4930775"/>
          <p14:tracePt t="109732" x="5094288" y="4930775"/>
          <p14:tracePt t="109743" x="5119688" y="4930775"/>
          <p14:tracePt t="109750" x="5138738" y="4943475"/>
          <p14:tracePt t="109762" x="5156200" y="4949825"/>
          <p14:tracePt t="109771" x="5175250" y="4968875"/>
          <p14:tracePt t="109779" x="5181600" y="4999038"/>
          <p14:tracePt t="109788" x="5200650" y="5060950"/>
          <p14:tracePt t="109799" x="5213350" y="5122863"/>
          <p14:tracePt t="109802" x="5219700" y="5154613"/>
          <p14:tracePt t="109815" x="5219700" y="5178425"/>
          <p14:tracePt t="109832" x="5219700" y="5210175"/>
          <p14:tracePt t="109837" x="5219700" y="5216525"/>
          <p14:tracePt t="109852" x="5181600" y="5253038"/>
          <p14:tracePt t="109861" x="5168900" y="5259388"/>
          <p14:tracePt t="109868" x="5132388" y="5272088"/>
          <p14:tracePt t="109877" x="5076825" y="5284788"/>
          <p14:tracePt t="109886" x="5026025" y="5284788"/>
          <p14:tracePt t="109891" x="4970463" y="5284788"/>
          <p14:tracePt t="109900" x="4933950" y="5284788"/>
          <p14:tracePt t="109915" x="4872038" y="5272088"/>
          <p14:tracePt t="109931" x="4822825" y="5222875"/>
          <p14:tracePt t="109949" x="4772025" y="5154613"/>
          <p14:tracePt t="109965" x="4760913" y="5099050"/>
          <p14:tracePt t="109974" x="4760913" y="5086350"/>
          <p14:tracePt t="109980" x="4760913" y="5067300"/>
          <p14:tracePt t="109992" x="4760913" y="5048250"/>
          <p14:tracePt t="110004" x="4767263" y="5030788"/>
          <p14:tracePt t="110017" x="4784725" y="5011738"/>
          <p14:tracePt t="110032" x="4840288" y="4986338"/>
          <p14:tracePt t="110048" x="4902200" y="4986338"/>
          <p14:tracePt t="110066" x="4927600" y="4986338"/>
          <p14:tracePt t="110069" x="4953000" y="4986338"/>
          <p14:tracePt t="110078" x="4983163" y="5005388"/>
          <p14:tracePt t="110086" x="5014913" y="5048250"/>
          <p14:tracePt t="110092" x="5045075" y="5105400"/>
          <p14:tracePt t="110102" x="5070475" y="5160963"/>
          <p14:tracePt t="110117" x="5138738" y="5259388"/>
          <p14:tracePt t="110133" x="5181600" y="5340350"/>
          <p14:tracePt t="110149" x="5187950" y="5408613"/>
          <p14:tracePt t="110166" x="5187950" y="5457825"/>
          <p14:tracePt t="110176" x="5175250" y="5476875"/>
          <p14:tracePt t="110184" x="5156200" y="5507038"/>
          <p14:tracePt t="110195" x="5132388" y="5532438"/>
          <p14:tracePt t="110208" x="5089525" y="5545138"/>
          <p14:tracePt t="110214" x="5057775" y="5545138"/>
          <p14:tracePt t="110221" x="5045075" y="5545138"/>
          <p14:tracePt t="110231" x="5026025" y="5545138"/>
          <p14:tracePt t="110234" x="5002213" y="5545138"/>
          <p14:tracePt t="110249" x="4983163" y="5538788"/>
          <p14:tracePt t="110253" x="4970463" y="5532438"/>
          <p14:tracePt t="110258" x="4953000" y="5507038"/>
          <p14:tracePt t="110269" x="4921250" y="5476875"/>
          <p14:tracePt t="110286" x="4878388" y="5365750"/>
          <p14:tracePt t="110290" x="4865688" y="5327650"/>
          <p14:tracePt t="110302" x="4865688" y="5308600"/>
          <p14:tracePt t="110316" x="4865688" y="5235575"/>
          <p14:tracePt t="110332" x="4895850" y="5154613"/>
          <p14:tracePt t="110350" x="4933950" y="5111750"/>
          <p14:tracePt t="110356" x="4964113" y="5080000"/>
          <p14:tracePt t="110370" x="4983163" y="5067300"/>
          <p14:tracePt t="110377" x="5008563" y="5054600"/>
          <p14:tracePt t="110381" x="5026025" y="5054600"/>
          <p14:tracePt t="110386" x="5038725" y="5048250"/>
          <p14:tracePt t="110398" x="5051425" y="5048250"/>
          <p14:tracePt t="110414" x="5070475" y="5048250"/>
          <p14:tracePt t="110431" x="5094288" y="5060950"/>
          <p14:tracePt t="110437" x="5113338" y="5080000"/>
          <p14:tracePt t="110447" x="5132388" y="5111750"/>
          <p14:tracePt t="110460" x="5138738" y="5148263"/>
          <p14:tracePt t="110464" x="5138738" y="5173663"/>
          <p14:tracePt t="110468" x="5151438" y="5203825"/>
          <p14:tracePt t="110480" x="5151438" y="5229225"/>
          <p14:tracePt t="110483" x="5151438" y="5265738"/>
          <p14:tracePt t="110495" x="5145088" y="5291138"/>
          <p14:tracePt t="110500" x="5138738" y="5308600"/>
          <p14:tracePt t="110508" x="5119688" y="5327650"/>
          <p14:tracePt t="110519" x="5113338" y="5334000"/>
          <p14:tracePt t="110532" x="5089525" y="5346700"/>
          <p14:tracePt t="110538" x="5076825" y="5359400"/>
          <p14:tracePt t="110549" x="5070475" y="5359400"/>
          <p14:tracePt t="110565" x="5051425" y="5359400"/>
          <p14:tracePt t="110582" x="5032375" y="5340350"/>
          <p14:tracePt t="110599" x="4995863" y="5291138"/>
          <p14:tracePt t="110603" x="4976813" y="5253038"/>
          <p14:tracePt t="110615" x="4964113" y="5216525"/>
          <p14:tracePt t="110619" x="4953000" y="5178425"/>
          <p14:tracePt t="110630" x="4953000" y="5141913"/>
          <p14:tracePt t="110651" x="4953000" y="5092700"/>
          <p14:tracePt t="110661" x="4959350" y="5073650"/>
          <p14:tracePt t="110667" x="4964113" y="5067300"/>
          <p14:tracePt t="110679" x="4989513" y="5060950"/>
          <p14:tracePt t="110690" x="5008563" y="5048250"/>
          <p14:tracePt t="110701" x="5070475" y="5048250"/>
          <p14:tracePt t="110716" x="5113338" y="5054600"/>
          <p14:tracePt t="110725" x="5132388" y="5073650"/>
          <p14:tracePt t="110732" x="5138738" y="5099050"/>
          <p14:tracePt t="110751" x="5168900" y="5178425"/>
          <p14:tracePt t="110767" x="5187950" y="5253038"/>
          <p14:tracePt t="110786" x="5207000" y="5365750"/>
          <p14:tracePt t="110789" x="5207000" y="5402263"/>
          <p14:tracePt t="110799" x="5207000" y="5427663"/>
          <p14:tracePt t="110806" x="5207000" y="5464175"/>
          <p14:tracePt t="110814" x="5207000" y="5500688"/>
          <p14:tracePt t="110822" x="5194300" y="5526088"/>
          <p14:tracePt t="110827" x="5175250" y="5556250"/>
          <p14:tracePt t="110838" x="5156200" y="5581650"/>
          <p14:tracePt t="110848" x="5151438" y="5594350"/>
          <p14:tracePt t="110852" x="5145088" y="5594350"/>
          <p14:tracePt t="110865" x="5138738" y="5600700"/>
          <p14:tracePt t="110882" x="5132388" y="5600700"/>
          <p14:tracePt t="110901" x="5126038" y="5600700"/>
          <p14:tracePt t="110916" x="5106988" y="5556250"/>
          <p14:tracePt t="110930" x="5100638" y="5538788"/>
          <p14:tracePt t="110936" x="5100638" y="5500688"/>
          <p14:tracePt t="110946" x="5089525" y="5464175"/>
          <p14:tracePt t="110958" x="5089525" y="5389563"/>
          <p14:tracePt t="110972" x="5089525" y="5291138"/>
          <p14:tracePt t="110981" x="5106988" y="5235575"/>
          <p14:tracePt t="110999" x="5138738" y="5135563"/>
          <p14:tracePt t="111004" x="5156200" y="5111750"/>
          <p14:tracePt t="111016" x="5162550" y="5092700"/>
          <p14:tracePt t="111020" x="5181600" y="5073650"/>
          <p14:tracePt t="111032" x="5187950" y="5073650"/>
          <p14:tracePt t="111038" x="5194300" y="5067300"/>
          <p14:tracePt t="111052" x="5207000" y="5067300"/>
          <p14:tracePt t="111088" x="5219700" y="5067300"/>
          <p14:tracePt t="111098" x="5224463" y="5067300"/>
          <p14:tracePt t="111107" x="5237163" y="5122863"/>
          <p14:tracePt t="111116" x="5237163" y="5160963"/>
          <p14:tracePt t="111131" x="5256213" y="5235575"/>
          <p14:tracePt t="111142" x="5256213" y="5284788"/>
          <p14:tracePt t="111148" x="5256213" y="5321300"/>
          <p14:tracePt t="111157" x="5256213" y="5346700"/>
          <p14:tracePt t="111165" x="5256213" y="5376863"/>
          <p14:tracePt t="111176" x="5256213" y="5402263"/>
          <p14:tracePt t="111188" x="5249863" y="5445125"/>
          <p14:tracePt t="111198" x="5237163" y="5470525"/>
          <p14:tracePt t="111216" x="5168900" y="5519738"/>
          <p14:tracePt t="111220" x="5145088" y="5532438"/>
          <p14:tracePt t="111231" x="5100638" y="5538788"/>
          <p14:tracePt t="111236" x="5076825" y="5538788"/>
          <p14:tracePt t="111250" x="5064125" y="5538788"/>
          <p14:tracePt t="111254" x="5045075" y="5538788"/>
          <p14:tracePt t="111264" x="5026025" y="5538788"/>
          <p14:tracePt t="111274" x="5014913" y="5538788"/>
          <p14:tracePt t="111285" x="4989513" y="5513388"/>
          <p14:tracePt t="111295" x="4983163" y="5494338"/>
          <p14:tracePt t="111312" x="4970463" y="5476875"/>
          <p14:tracePt t="111316" x="4964113" y="5457825"/>
          <p14:tracePt t="111325" x="4964113" y="5451475"/>
          <p14:tracePt t="111332" x="4964113" y="5438775"/>
          <p14:tracePt t="111339" x="4964113" y="5427663"/>
          <p14:tracePt t="111349" x="4964113" y="5414963"/>
          <p14:tracePt t="111366" x="4964113" y="5383213"/>
          <p14:tracePt t="111371" x="4964113" y="5376863"/>
          <p14:tracePt t="111380" x="4964113" y="5359400"/>
          <p14:tracePt t="111399" x="4964113" y="5340350"/>
          <p14:tracePt t="111406" x="4964113" y="5321300"/>
          <p14:tracePt t="111425" x="4964113" y="5302250"/>
          <p14:tracePt t="111432" x="4970463" y="5297488"/>
          <p14:tracePt t="111445" x="4976813" y="5272088"/>
          <p14:tracePt t="111455" x="4989513" y="5265738"/>
          <p14:tracePt t="111464" x="4989513" y="5259388"/>
          <p14:tracePt t="111481" x="4995863" y="5253038"/>
          <p14:tracePt t="111501" x="5002213" y="5240338"/>
          <p14:tracePt t="111507" x="5002213" y="5235575"/>
          <p14:tracePt t="111517" x="5008563" y="5235575"/>
          <p14:tracePt t="111535" x="5014913" y="5229225"/>
          <p14:tracePt t="111550" x="5014913" y="5222875"/>
          <p14:tracePt t="111556" x="5021263" y="5222875"/>
          <p14:tracePt t="111661" x="5026025" y="5222875"/>
          <p14:tracePt t="111670" x="5038725" y="5222875"/>
          <p14:tracePt t="111682" x="5045075" y="5229225"/>
          <p14:tracePt t="111697" x="5051425" y="5235575"/>
          <p14:tracePt t="111715" x="5051425" y="5246688"/>
          <p14:tracePt t="111743" x="5057775" y="5246688"/>
          <p14:tracePt t="111756" x="5057775" y="5259388"/>
          <p14:tracePt t="111766" x="5057775" y="5265738"/>
          <p14:tracePt t="111785" x="5057775" y="5278438"/>
          <p14:tracePt t="111788" x="5057775" y="5297488"/>
          <p14:tracePt t="111799" x="5057775" y="5308600"/>
          <p14:tracePt t="111802" x="5057775" y="5327650"/>
          <p14:tracePt t="111815" x="5057775" y="5340350"/>
          <p14:tracePt t="111821" x="5057775" y="5359400"/>
          <p14:tracePt t="111831" x="5057775" y="5370513"/>
          <p14:tracePt t="111837" x="5057775" y="5389563"/>
          <p14:tracePt t="111852" x="5057775" y="5432425"/>
          <p14:tracePt t="111868" x="5057775" y="5464175"/>
          <p14:tracePt t="111883" x="5057775" y="5526088"/>
          <p14:tracePt t="111901" x="5064125" y="5581650"/>
          <p14:tracePt t="111916" x="5076825" y="5637213"/>
          <p14:tracePt t="111932" x="5094288" y="5681663"/>
          <p14:tracePt t="111948" x="5113338" y="5724525"/>
          <p14:tracePt t="111967" x="5132388" y="5767388"/>
          <p14:tracePt t="111975" x="5132388" y="5792788"/>
          <p14:tracePt t="111984" x="5132388" y="5810250"/>
          <p14:tracePt t="111992" x="5132388" y="5816600"/>
          <p14:tracePt t="112002" x="5132388" y="5822950"/>
          <p14:tracePt t="112013" x="5132388" y="5829300"/>
          <p14:tracePt t="112022" x="5132388" y="5835650"/>
          <p14:tracePt t="112035" x="5132388" y="5842000"/>
          <p14:tracePt t="112146" x="5138738" y="5842000"/>
          <p14:tracePt t="112166" x="5145088" y="5842000"/>
          <p14:tracePt t="112185" x="5168900" y="5810250"/>
          <p14:tracePt t="112198" x="5175250" y="5786438"/>
          <p14:tracePt t="112205" x="5194300" y="5754688"/>
          <p14:tracePt t="112214" x="5230813" y="5711825"/>
          <p14:tracePt t="112224" x="5262563" y="5668963"/>
          <p14:tracePt t="112231" x="5281613" y="5643563"/>
          <p14:tracePt t="112249" x="5380038" y="5538788"/>
          <p14:tracePt t="112252" x="5411788" y="5513388"/>
          <p14:tracePt t="112266" x="5435600" y="5494338"/>
          <p14:tracePt t="112269" x="5467350" y="5476875"/>
          <p14:tracePt t="112274" x="5491163" y="5464175"/>
          <p14:tracePt t="112285" x="5510213" y="5457825"/>
          <p14:tracePt t="112299" x="5535613" y="5451475"/>
          <p14:tracePt t="112319" x="5546725" y="5445125"/>
          <p14:tracePt t="112333" x="5553075" y="5438775"/>
          <p14:tracePt t="112349" x="5565775" y="5438775"/>
          <p14:tracePt t="112357" x="5565775" y="5427663"/>
          <p14:tracePt t="112679" x="5565775" y="5432425"/>
          <p14:tracePt t="112689" x="5565775" y="5438775"/>
          <p14:tracePt t="112703" x="5565775" y="5445125"/>
          <p14:tracePt t="112735" x="5565775" y="5451475"/>
          <p14:tracePt t="112759" x="5565775" y="5457825"/>
          <p14:tracePt t="112769" x="5559425" y="5464175"/>
          <p14:tracePt t="112783" x="5546725" y="5483225"/>
          <p14:tracePt t="112790" x="5541963" y="5489575"/>
          <p14:tracePt t="112797" x="5535613" y="5494338"/>
          <p14:tracePt t="112815" x="5516563" y="5507038"/>
          <p14:tracePt t="112825" x="5510213" y="5513388"/>
          <p14:tracePt t="112831" x="5510213" y="5519738"/>
          <p14:tracePt t="112835" x="5503863" y="5519738"/>
          <p14:tracePt t="112845" x="5503863" y="5532438"/>
          <p14:tracePt t="112852" x="5503863" y="5538788"/>
          <p14:tracePt t="112867" x="5497513" y="5538788"/>
          <p14:tracePt t="112884" x="5497513" y="5545138"/>
          <p14:tracePt t="112886" x="5491163" y="5545138"/>
          <p14:tracePt t="113110" x="5491163" y="5551488"/>
          <p14:tracePt t="113122" x="5484813" y="5551488"/>
          <p14:tracePt t="113133" x="5484813" y="5556250"/>
          <p14:tracePt t="113318" x="5480050" y="5556250"/>
          <p14:tracePt t="113341" x="5467350" y="5562600"/>
          <p14:tracePt t="113356" x="5461000" y="5568950"/>
          <p14:tracePt t="113368" x="5454650" y="5581650"/>
          <p14:tracePt t="113376" x="5448300" y="5581650"/>
          <p14:tracePt t="113388" x="5448300" y="5588000"/>
          <p14:tracePt t="113398" x="5441950" y="5588000"/>
          <p14:tracePt t="113435" x="5435600" y="5588000"/>
          <p14:tracePt t="113541" x="5429250" y="5588000"/>
          <p14:tracePt t="113555" x="5411788" y="5588000"/>
          <p14:tracePt t="113570" x="5399088" y="5588000"/>
          <p14:tracePt t="113584" x="5386388" y="5588000"/>
          <p14:tracePt t="113590" x="5373688" y="5588000"/>
          <p14:tracePt t="113605" x="5360988" y="5588000"/>
          <p14:tracePt t="113612" x="5354638" y="5588000"/>
          <p14:tracePt t="113629" x="5349875" y="5594350"/>
          <p14:tracePt t="113635" x="5343525" y="5594350"/>
          <p14:tracePt t="113652" x="5337175" y="5594350"/>
          <p14:tracePt t="113664" x="5324475" y="5600700"/>
          <p14:tracePt t="113669" x="5318125" y="5600700"/>
          <p14:tracePt t="113675" x="5318125" y="5607050"/>
          <p14:tracePt t="113682" x="5311775" y="5607050"/>
          <p14:tracePt t="113698" x="5305425" y="5607050"/>
          <p14:tracePt t="113742" x="5299075" y="5607050"/>
          <p14:tracePt t="113943" x="5292725" y="5607050"/>
          <p14:tracePt t="113956" x="5286375" y="5607050"/>
          <p14:tracePt t="113972" x="5281613" y="5600700"/>
          <p14:tracePt t="113988" x="5256213" y="5594350"/>
          <p14:tracePt t="114004" x="5237163" y="5594350"/>
          <p14:tracePt t="114023" x="5219700" y="5594350"/>
          <p14:tracePt t="114036" x="5207000" y="5588000"/>
          <p14:tracePt t="114246" x="5194300" y="5575300"/>
          <p14:tracePt t="114260" x="5168900" y="5562600"/>
          <p14:tracePt t="114281" x="5145088" y="5526088"/>
          <p14:tracePt t="114291" x="5113338" y="5483225"/>
          <p14:tracePt t="114300" x="5106988" y="5457825"/>
          <p14:tracePt t="114316" x="5089525" y="5402263"/>
          <p14:tracePt t="114326" x="5076825" y="5376863"/>
          <p14:tracePt t="114338" x="5076825" y="5359400"/>
          <p14:tracePt t="114344" x="5070475" y="5334000"/>
          <p14:tracePt t="114353" x="5070475" y="5302250"/>
          <p14:tracePt t="114365" x="5064125" y="5291138"/>
          <p14:tracePt t="114375" x="5064125" y="5284788"/>
          <p14:tracePt t="114382" x="5064125" y="5278438"/>
          <p14:tracePt t="114397" x="5064125" y="5272088"/>
          <p14:tracePt t="114405" x="5064125" y="5253038"/>
          <p14:tracePt t="114422" x="5064125" y="5240338"/>
          <p14:tracePt t="114437" x="5064125" y="5235575"/>
          <p14:tracePt t="114509" x="5070475" y="5235575"/>
          <p14:tracePt t="114522" x="5076825" y="5235575"/>
          <p14:tracePt t="114528" x="5083175" y="5235575"/>
          <p14:tracePt t="114536" x="5094288" y="5235575"/>
          <p14:tracePt t="114550" x="5106988" y="5246688"/>
          <p14:tracePt t="114556" x="5113338" y="5253038"/>
          <p14:tracePt t="114564" x="5119688" y="5253038"/>
          <p14:tracePt t="114580" x="5138738" y="5272088"/>
          <p14:tracePt t="114584" x="5145088" y="5278438"/>
          <p14:tracePt t="114589" x="5151438" y="5297488"/>
          <p14:tracePt t="114609" x="5175250" y="5327650"/>
          <p14:tracePt t="114615" x="5187950" y="5346700"/>
          <p14:tracePt t="114621" x="5187950" y="5353050"/>
          <p14:tracePt t="114628" x="5194300" y="5359400"/>
          <p14:tracePt t="114636" x="5194300" y="5370513"/>
          <p14:tracePt t="114646" x="5200650" y="5383213"/>
          <p14:tracePt t="114655" x="5200650" y="5389563"/>
          <p14:tracePt t="114661" x="5207000" y="5408613"/>
          <p14:tracePt t="114670" x="5207000" y="5414963"/>
          <p14:tracePt t="114682" x="5207000" y="5427663"/>
          <p14:tracePt t="114688" x="5207000" y="5432425"/>
          <p14:tracePt t="114700" x="5207000" y="5457825"/>
          <p14:tracePt t="114717" x="5207000" y="5483225"/>
          <p14:tracePt t="114734" x="5207000" y="5494338"/>
          <p14:tracePt t="114749" x="5207000" y="5513388"/>
          <p14:tracePt t="114766" x="5207000" y="5519738"/>
          <p14:tracePt t="114783" x="5207000" y="5532438"/>
          <p14:tracePt t="114834" x="5207000" y="5538788"/>
          <p14:tracePt t="114848" x="5200650" y="5538788"/>
          <p14:tracePt t="114878" x="5194300" y="5538788"/>
          <p14:tracePt t="114893" x="5187950" y="5538788"/>
          <p14:tracePt t="114901" x="5181600" y="5538788"/>
          <p14:tracePt t="114916" x="5162550" y="5538788"/>
          <p14:tracePt t="114934" x="5151438" y="5538788"/>
          <p14:tracePt t="114948" x="5138738" y="5538788"/>
          <p14:tracePt t="114972" x="5094288" y="5513388"/>
          <p14:tracePt t="114988" x="5083175" y="5500688"/>
          <p14:tracePt t="114996" x="5076825" y="5500688"/>
          <p14:tracePt t="115015" x="5057775" y="5483225"/>
          <p14:tracePt t="115024" x="5051425" y="5483225"/>
          <p14:tracePt t="115032" x="5051425" y="5476875"/>
          <p14:tracePt t="115044" x="5045075" y="5476875"/>
          <p14:tracePt t="115052" x="5045075" y="5464175"/>
          <p14:tracePt t="115062" x="5038725" y="5445125"/>
          <p14:tracePt t="115072" x="5038725" y="5438775"/>
          <p14:tracePt t="115083" x="5038725" y="5432425"/>
          <p14:tracePt t="115088" x="5032375" y="5421313"/>
          <p14:tracePt t="115098" x="5032375" y="5383213"/>
          <p14:tracePt t="115119" x="5032375" y="5370513"/>
          <p14:tracePt t="115135" x="5032375" y="5365750"/>
          <p14:tracePt t="115142" x="5038725" y="5365750"/>
          <p14:tracePt t="115153" x="5045075" y="5359400"/>
          <p14:tracePt t="115166" x="5051425" y="5359400"/>
          <p14:tracePt t="115183" x="5057775" y="5359400"/>
          <p14:tracePt t="115188" x="5064125" y="5359400"/>
          <p14:tracePt t="115199" x="5076825" y="5359400"/>
          <p14:tracePt t="115203" x="5083175" y="5359400"/>
          <p14:tracePt t="115222" x="5113338" y="5370513"/>
          <p14:tracePt t="115237" x="5145088" y="5408613"/>
          <p14:tracePt t="115246" x="5156200" y="5414963"/>
          <p14:tracePt t="115254" x="5162550" y="5421313"/>
          <p14:tracePt t="115261" x="5175250" y="5438775"/>
          <p14:tracePt t="115268" x="5194300" y="5457825"/>
          <p14:tracePt t="115291" x="5237163" y="5483225"/>
          <p14:tracePt t="115294" x="5243513" y="5489575"/>
          <p14:tracePt t="115300" x="5262563" y="5507038"/>
          <p14:tracePt t="115308" x="5281613" y="5513388"/>
          <p14:tracePt t="115316" x="5286375" y="5519738"/>
          <p14:tracePt t="115335" x="5299075" y="5526088"/>
          <p14:tracePt t="115350" x="5305425" y="5538788"/>
          <p14:tracePt t="115666" x="5311775" y="5538788"/>
          <p14:tracePt t="115676" x="5324475" y="5538788"/>
          <p14:tracePt t="115685" x="5324475" y="5532438"/>
          <p14:tracePt t="115703" x="5337175" y="5526088"/>
          <p14:tracePt t="115718" x="5343525" y="5519738"/>
          <p14:tracePt t="115743" x="5349875" y="5489575"/>
          <p14:tracePt t="115752" x="5349875" y="5427663"/>
          <p14:tracePt t="115765" x="5349875" y="5389563"/>
          <p14:tracePt t="115773" x="5349875" y="5327650"/>
          <p14:tracePt t="115782" x="5349875" y="5297488"/>
          <p14:tracePt t="115800" x="5349875" y="5265738"/>
          <p14:tracePt t="115804" x="5349875" y="5259388"/>
          <p14:tracePt t="115817" x="5349875" y="5253038"/>
          <p14:tracePt t="115836" x="5343525" y="5229225"/>
          <p14:tracePt t="115852" x="5343525" y="5222875"/>
          <p14:tracePt t="115952" x="5337175" y="5222875"/>
          <p14:tracePt t="115966" x="5324475" y="5222875"/>
          <p14:tracePt t="115976" x="5318125" y="5235575"/>
          <p14:tracePt t="115988" x="5305425" y="5246688"/>
          <p14:tracePt t="116007" x="5286375" y="5291138"/>
          <p14:tracePt t="116024" x="5281613" y="5321300"/>
          <p14:tracePt t="116032" x="5275263" y="5346700"/>
          <p14:tracePt t="116049" x="5262563" y="5389563"/>
          <p14:tracePt t="116067" x="5256213" y="5427663"/>
          <p14:tracePt t="116072" x="5256213" y="5451475"/>
          <p14:tracePt t="116080" x="5243513" y="5476875"/>
          <p14:tracePt t="116088" x="5243513" y="5494338"/>
          <p14:tracePt t="116096" x="5237163" y="5519738"/>
          <p14:tracePt t="116103" x="5237163" y="5538788"/>
          <p14:tracePt t="116111" x="5224463" y="5556250"/>
          <p14:tracePt t="116128" x="5219700" y="5575300"/>
          <p14:tracePt t="116137" x="5213350" y="5588000"/>
          <p14:tracePt t="116141" x="5213350" y="5600700"/>
          <p14:tracePt t="116150" x="5213350" y="5607050"/>
          <p14:tracePt t="116166" x="5207000" y="5619750"/>
          <p14:tracePt t="116182" x="5207000" y="5630863"/>
          <p14:tracePt t="116199" x="5200650" y="5637213"/>
          <p14:tracePt t="116320" x="5187950" y="5637213"/>
          <p14:tracePt t="116332" x="5181600" y="5637213"/>
          <p14:tracePt t="116347" x="5162550" y="5637213"/>
          <p14:tracePt t="116351" x="5145088" y="5643563"/>
          <p14:tracePt t="116355" x="5138738" y="5643563"/>
          <p14:tracePt t="116363" x="5132388" y="5643563"/>
          <p14:tracePt t="116373" x="5126038" y="5643563"/>
          <p14:tracePt t="116504" x="5132388" y="5630863"/>
          <p14:tracePt t="116513" x="5145088" y="5624513"/>
          <p14:tracePt t="116526" x="5175250" y="5594350"/>
          <p14:tracePt t="116548" x="5237163" y="5551488"/>
          <p14:tracePt t="116557" x="5256213" y="5545138"/>
          <p14:tracePt t="116566" x="5268913" y="5545138"/>
          <p14:tracePt t="116576" x="5275263" y="5532438"/>
          <p14:tracePt t="116588" x="5286375" y="5532438"/>
          <p14:tracePt t="116599" x="5292725" y="5532438"/>
          <p14:tracePt t="116726" x="5281613" y="5532438"/>
          <p14:tracePt t="116770" x="5275263" y="5538788"/>
          <p14:tracePt t="116783" x="5268913" y="5545138"/>
          <p14:tracePt t="116789" x="5262563" y="5545138"/>
          <p14:tracePt t="116795" x="5256213" y="5545138"/>
          <p14:tracePt t="116812" x="5249863" y="5551488"/>
          <p14:tracePt t="116833" x="5243513" y="5551488"/>
          <p14:tracePt t="116840" x="5237163" y="5551488"/>
          <p14:tracePt t="116850" x="5224463" y="5556250"/>
          <p14:tracePt t="116860" x="5207000" y="5562600"/>
          <p14:tracePt t="116868" x="5200650" y="5568950"/>
          <p14:tracePt t="116879" x="5187950" y="5568950"/>
          <p14:tracePt t="116889" x="5187950" y="5581650"/>
          <p14:tracePt t="116892" x="5181600" y="5581650"/>
          <p14:tracePt t="116899" x="5175250" y="5588000"/>
          <p14:tracePt t="116917" x="5168900" y="5588000"/>
          <p14:tracePt t="116940" x="5162550" y="5588000"/>
          <p14:tracePt t="117038" x="5162550" y="5575300"/>
          <p14:tracePt t="117055" x="5162550" y="5562600"/>
          <p14:tracePt t="117060" x="5168900" y="5556250"/>
          <p14:tracePt t="117070" x="5175250" y="5551488"/>
          <p14:tracePt t="117086" x="5213350" y="5532438"/>
          <p14:tracePt t="117092" x="5237163" y="5526088"/>
          <p14:tracePt t="117101" x="5262563" y="5513388"/>
          <p14:tracePt t="117118" x="5330825" y="5494338"/>
          <p14:tracePt t="117125" x="5354638" y="5489575"/>
          <p14:tracePt t="117134" x="5386388" y="5489575"/>
          <p14:tracePt t="117148" x="5473700" y="5476875"/>
          <p14:tracePt t="117166" x="5516563" y="5476875"/>
          <p14:tracePt t="117176" x="5529263" y="5476875"/>
          <p14:tracePt t="117184" x="5546725" y="5476875"/>
          <p14:tracePt t="117193" x="5559425" y="5476875"/>
          <p14:tracePt t="117199" x="5578475" y="5476875"/>
          <p14:tracePt t="117215" x="5597525" y="5483225"/>
          <p14:tracePt t="117225" x="5627688" y="5483225"/>
          <p14:tracePt t="117232" x="5634038" y="5483225"/>
          <p14:tracePt t="117361" x="5610225" y="5494338"/>
          <p14:tracePt t="117373" x="5484813" y="5532438"/>
          <p14:tracePt t="117383" x="5435600" y="5538788"/>
          <p14:tracePt t="117389" x="5399088" y="5551488"/>
          <p14:tracePt t="117395" x="5311775" y="5575300"/>
          <p14:tracePt t="117407" x="5187950" y="5600700"/>
          <p14:tracePt t="117416" x="5057775" y="5630863"/>
          <p14:tracePt t="117436" x="4791075" y="5656263"/>
          <p14:tracePt t="117446" x="4537075" y="5692775"/>
          <p14:tracePt t="117459" x="4302125" y="5718175"/>
          <p14:tracePt t="117469" x="4202113" y="5730875"/>
          <p14:tracePt t="117484" x="4016375" y="5743575"/>
          <p14:tracePt t="117501" x="3967163" y="5743575"/>
          <p14:tracePt t="117522" x="3917950" y="5754688"/>
          <p14:tracePt t="117575" x="3911600" y="5754688"/>
          <p14:tracePt t="117589" x="3898900" y="5754688"/>
          <p14:tracePt t="117600" x="3892550" y="5748338"/>
          <p14:tracePt t="117605" x="3873500" y="5730875"/>
          <p14:tracePt t="117610" x="3867150" y="5724525"/>
          <p14:tracePt t="117622" x="3849688" y="5705475"/>
          <p14:tracePt t="117636" x="3781425" y="5637213"/>
          <p14:tracePt t="117644" x="3736975" y="5600700"/>
          <p14:tracePt t="117651" x="3694113" y="5568950"/>
          <p14:tracePt t="117662" x="3632200" y="5532438"/>
          <p14:tracePt t="117675" x="3576638" y="5500688"/>
          <p14:tracePt t="117681" x="3533775" y="5483225"/>
          <p14:tracePt t="117691" x="3433763" y="5427663"/>
          <p14:tracePt t="117704" x="3408363" y="5395913"/>
          <p14:tracePt t="117717" x="3346450" y="5346700"/>
          <p14:tracePt t="117736" x="3316288" y="5321300"/>
          <p14:tracePt t="117739" x="3297238" y="5302250"/>
          <p14:tracePt t="117749" x="3284538" y="5284788"/>
          <p14:tracePt t="117772" x="3248025" y="5253038"/>
          <p14:tracePt t="117788" x="3241675" y="5240338"/>
          <p14:tracePt t="117800" x="3235325" y="5240338"/>
          <p14:tracePt t="117817" x="3235325" y="5235575"/>
          <p14:tracePt t="117833" x="3228975" y="5229225"/>
          <p14:tracePt t="117838" x="3216275" y="5222875"/>
          <p14:tracePt t="117843" x="3205163" y="5210175"/>
          <p14:tracePt t="117856" x="3198813" y="5203825"/>
          <p14:tracePt t="117868" x="3173413" y="5191125"/>
          <p14:tracePt t="117885" x="3148013" y="5173663"/>
          <p14:tracePt t="117901" x="3130550" y="5160963"/>
          <p14:tracePt t="117921" x="3105150" y="5135563"/>
          <p14:tracePt t="117933" x="3079750" y="5111750"/>
          <p14:tracePt t="117949" x="3068638" y="5105400"/>
          <p14:tracePt t="117966" x="3062288" y="5105400"/>
          <p14:tracePt t="117972" x="3062288" y="5099050"/>
          <p14:tracePt t="117990" x="3055938" y="5099050"/>
          <p14:tracePt t="118004" x="3055938" y="5092700"/>
          <p14:tracePt t="118020" x="3049588" y="5092700"/>
          <p14:tracePt t="118024" x="3024188" y="5092700"/>
          <p14:tracePt t="118027" x="3006725" y="5086350"/>
          <p14:tracePt t="118037" x="3000375" y="5073650"/>
          <p14:tracePt t="118051" x="2974975" y="5060950"/>
          <p14:tracePt t="118056" x="2968625" y="5054600"/>
          <p14:tracePt t="118065" x="2951163" y="5043488"/>
          <p14:tracePt t="118072" x="2938463" y="5037138"/>
          <p14:tracePt t="118086" x="2913063" y="5024438"/>
          <p14:tracePt t="118101" x="2906713" y="5011738"/>
          <p14:tracePt t="118141" x="2906713" y="5018088"/>
          <p14:tracePt t="118150" x="2906713" y="5024438"/>
          <p14:tracePt t="118167" x="2955925" y="5111750"/>
          <p14:tracePt t="118184" x="3024188" y="5229225"/>
          <p14:tracePt t="118189" x="3030538" y="5253038"/>
          <p14:tracePt t="118199" x="3055938" y="5297488"/>
          <p14:tracePt t="118206" x="3086100" y="5353050"/>
          <p14:tracePt t="118215" x="3098800" y="5370513"/>
          <p14:tracePt t="118225" x="3117850" y="5395913"/>
          <p14:tracePt t="118231" x="3130550" y="5414963"/>
          <p14:tracePt t="118237" x="3160713" y="5445125"/>
          <p14:tracePt t="118246" x="3205163" y="5489575"/>
          <p14:tracePt t="118255" x="3235325" y="5507038"/>
          <p14:tracePt t="118267" x="3248025" y="5513388"/>
          <p14:tracePt t="118283" x="3260725" y="5513388"/>
          <p14:tracePt t="118387" x="3254375" y="5513388"/>
          <p14:tracePt t="118397" x="3248025" y="5500688"/>
          <p14:tracePt t="118413" x="3235325" y="5476875"/>
          <p14:tracePt t="118421" x="3222625" y="5451475"/>
          <p14:tracePt t="118429" x="3209925" y="5432425"/>
          <p14:tracePt t="118436" x="3198813" y="5414963"/>
          <p14:tracePt t="118445" x="3179763" y="5389563"/>
          <p14:tracePt t="118452" x="3179763" y="5383213"/>
          <p14:tracePt t="118464" x="3173413" y="5383213"/>
          <p14:tracePt t="118491" x="3192463" y="5389563"/>
          <p14:tracePt t="118502" x="3222625" y="5421313"/>
          <p14:tracePt t="118521" x="3284538" y="5507038"/>
          <p14:tracePt t="118535" x="3414713" y="5675313"/>
          <p14:tracePt t="118547" x="3495675" y="5780088"/>
          <p14:tracePt t="118552" x="3557588" y="5854700"/>
          <p14:tracePt t="118558" x="3619500" y="5929313"/>
          <p14:tracePt t="118563" x="3681413" y="5991225"/>
          <p14:tracePt t="118575" x="3725863" y="6040438"/>
          <p14:tracePt t="118582" x="3756025" y="6064250"/>
          <p14:tracePt t="118601" x="3817938" y="6115050"/>
          <p14:tracePt t="118616" x="3843338" y="6127750"/>
          <p14:tracePt t="118619" x="3867150" y="6145213"/>
          <p14:tracePt t="118630" x="3886200" y="6151563"/>
          <p14:tracePt t="118636" x="3911600" y="6151563"/>
          <p14:tracePt t="118643" x="3929063" y="6151563"/>
          <p14:tracePt t="118654" x="3948113" y="6151563"/>
          <p14:tracePt t="118657" x="3960813" y="6151563"/>
          <p14:tracePt t="118666" x="3967163" y="6151563"/>
          <p14:tracePt t="118700" x="3973513" y="6145213"/>
          <p14:tracePt t="118708" x="3973513" y="6138863"/>
          <p14:tracePt t="118719" x="3986213" y="6138863"/>
          <p14:tracePt t="118724" x="3990975" y="6127750"/>
          <p14:tracePt t="118732" x="3997325" y="6121400"/>
          <p14:tracePt t="118744" x="4010025" y="6108700"/>
          <p14:tracePt t="118752" x="4029075" y="6096000"/>
          <p14:tracePt t="118768" x="4071938" y="6083300"/>
          <p14:tracePt t="118772" x="4110038" y="6070600"/>
          <p14:tracePt t="118781" x="4152900" y="6064250"/>
          <p14:tracePt t="118799" x="4257675" y="6027738"/>
          <p14:tracePt t="118806" x="4295775" y="6027738"/>
          <p14:tracePt t="118815" x="4332288" y="6021388"/>
          <p14:tracePt t="118831" x="4387850" y="5997575"/>
          <p14:tracePt t="118838" x="4500563" y="5978525"/>
          <p14:tracePt t="118844" x="4556125" y="5953125"/>
          <p14:tracePt t="118851" x="4611688" y="5940425"/>
          <p14:tracePt t="118864" x="4660900" y="5929313"/>
          <p14:tracePt t="118875" x="4741863" y="5910263"/>
          <p14:tracePt t="118888" x="4778375" y="5903913"/>
          <p14:tracePt t="118900" x="4884738" y="5891213"/>
          <p14:tracePt t="118918" x="4964113" y="5878513"/>
          <p14:tracePt t="118930" x="4995863" y="5878513"/>
          <p14:tracePt t="118936" x="5032375" y="5878513"/>
          <p14:tracePt t="118945" x="5057775" y="5873750"/>
          <p14:tracePt t="118951" x="5094288" y="5873750"/>
          <p14:tracePt t="118955" x="5113338" y="5861050"/>
          <p14:tracePt t="118964" x="5126038" y="5861050"/>
          <p14:tracePt t="118974" x="5156200" y="5854700"/>
          <p14:tracePt t="118984" x="5175250" y="5848350"/>
          <p14:tracePt t="118988" x="5187950" y="5835650"/>
          <p14:tracePt t="119001" x="5219700" y="5829300"/>
          <p14:tracePt t="119021" x="5299075" y="5780088"/>
          <p14:tracePt t="119027" x="5337175" y="5773738"/>
          <p14:tracePt t="119041" x="5373688" y="5761038"/>
          <p14:tracePt t="119045" x="5429250" y="5743575"/>
          <p14:tracePt t="119053" x="5461000" y="5730875"/>
          <p14:tracePt t="119068" x="5516563" y="5711825"/>
          <p14:tracePt t="119088" x="5535613" y="5705475"/>
          <p14:tracePt t="119100" x="5553075" y="5699125"/>
          <p14:tracePt t="119116" x="5565775" y="5686425"/>
          <p14:tracePt t="119134" x="5591175" y="5675313"/>
          <p14:tracePt t="119151" x="5614988" y="5649913"/>
          <p14:tracePt t="119156" x="5621338" y="5643563"/>
          <p14:tracePt t="119176" x="5640388" y="5630863"/>
          <p14:tracePt t="119189" x="5646738" y="5624513"/>
          <p14:tracePt t="119199" x="5659438" y="5624513"/>
          <p14:tracePt t="119206" x="5659438" y="5619750"/>
          <p14:tracePt t="119222" x="5665788" y="5607050"/>
          <p14:tracePt t="119235" x="5672138" y="5607050"/>
          <p14:tracePt t="119251" x="5672138" y="5600700"/>
          <p14:tracePt t="119351" x="5646738" y="5619750"/>
          <p14:tracePt t="119364" x="5603875" y="5649913"/>
          <p14:tracePt t="119371" x="5565775" y="5668963"/>
          <p14:tracePt t="119377" x="5522913" y="5681663"/>
          <p14:tracePt t="119386" x="5454650" y="5705475"/>
          <p14:tracePt t="119398" x="5281613" y="5754688"/>
          <p14:tracePt t="119414" x="5126038" y="5792788"/>
          <p14:tracePt t="119423" x="4829175" y="5848350"/>
          <p14:tracePt t="119434" x="4692650" y="5861050"/>
          <p14:tracePt t="119438" x="4543425" y="5873750"/>
          <p14:tracePt t="119447" x="4425950" y="5891213"/>
          <p14:tracePt t="119459" x="4227513" y="5903913"/>
          <p14:tracePt t="119470" x="4159250" y="5903913"/>
          <p14:tracePt t="119484" x="4103688" y="5903913"/>
          <p14:tracePt t="119582" x="4121150" y="5891213"/>
          <p14:tracePt t="119594" x="4146550" y="5873750"/>
          <p14:tracePt t="119606" x="4189413" y="5835650"/>
          <p14:tracePt t="119618" x="4233863" y="5816600"/>
          <p14:tracePt t="119635" x="4500563" y="5705475"/>
          <p14:tracePt t="119652" x="4641850" y="5656263"/>
          <p14:tracePt t="119664" x="4710113" y="5643563"/>
          <p14:tracePt t="119673" x="4778375" y="5630863"/>
          <p14:tracePt t="119677" x="4803775" y="5630863"/>
          <p14:tracePt t="119687" x="4833938" y="5630863"/>
          <p14:tracePt t="119701" x="4884738" y="5630863"/>
          <p14:tracePt t="119717" x="4891088" y="5630863"/>
          <p14:tracePt t="119789" x="4884738" y="5637213"/>
          <p14:tracePt t="119803" x="4852988" y="5662613"/>
          <p14:tracePt t="119808" x="4829175" y="5675313"/>
          <p14:tracePt t="119812" x="4784725" y="5705475"/>
          <p14:tracePt t="119819" x="4760913" y="5724525"/>
          <p14:tracePt t="119828" x="4703763" y="5743575"/>
          <p14:tracePt t="119837" x="4637088" y="5767388"/>
          <p14:tracePt t="119850" x="4562475" y="5805488"/>
          <p14:tracePt t="119853" x="4494213" y="5816600"/>
          <p14:tracePt t="119859" x="4462463" y="5822950"/>
          <p14:tracePt t="119869" x="4438650" y="5822950"/>
          <p14:tracePt t="119884" x="4406900" y="5835650"/>
          <p14:tracePt t="119900" x="4394200" y="5835650"/>
          <p14:tracePt t="119960" x="4400550" y="5835650"/>
          <p14:tracePt t="119973" x="4456113" y="5822950"/>
          <p14:tracePt t="119979" x="4524375" y="5780088"/>
          <p14:tracePt t="119989" x="4598988" y="5743575"/>
          <p14:tracePt t="120000" x="4654550" y="5718175"/>
          <p14:tracePt t="120006" x="4710113" y="5692775"/>
          <p14:tracePt t="120022" x="4902200" y="5630863"/>
          <p14:tracePt t="120037" x="5156200" y="5551488"/>
          <p14:tracePt t="120042" x="5275263" y="5526088"/>
          <p14:tracePt t="120052" x="5380038" y="5500688"/>
          <p14:tracePt t="120067" x="5497513" y="5476875"/>
          <p14:tracePt t="120084" x="5621338" y="5464175"/>
          <p14:tracePt t="120100" x="5634038" y="5464175"/>
          <p14:tracePt t="120182" x="5634038" y="5451475"/>
          <p14:tracePt t="120194" x="5627688" y="5451475"/>
          <p14:tracePt t="120208" x="5584825" y="5476875"/>
          <p14:tracePt t="120212" x="5522913" y="5494338"/>
          <p14:tracePt t="120225" x="5448300" y="5532438"/>
          <p14:tracePt t="120235" x="5324475" y="5568950"/>
          <p14:tracePt t="120255" x="5162550" y="5619750"/>
          <p14:tracePt t="120265" x="5094288" y="5624513"/>
          <p14:tracePt t="120276" x="4895850" y="5649913"/>
          <p14:tracePt t="120286" x="4791075" y="5668963"/>
          <p14:tracePt t="120295" x="4703763" y="5675313"/>
          <p14:tracePt t="120301" x="4624388" y="5686425"/>
          <p14:tracePt t="120306" x="4537075" y="5699125"/>
          <p14:tracePt t="120318" x="4449763" y="5711825"/>
          <p14:tracePt t="120334" x="4394200" y="5724525"/>
          <p14:tracePt t="120339" x="4381500" y="5724525"/>
          <p14:tracePt t="120351" x="4376738" y="5724525"/>
          <p14:tracePt t="120375" x="4376738" y="5730875"/>
          <p14:tracePt t="120462" x="4381500" y="5730875"/>
          <p14:tracePt t="120475" x="4413250" y="5718175"/>
          <p14:tracePt t="120482" x="4449763" y="5686425"/>
          <p14:tracePt t="120494" x="4530725" y="5656263"/>
          <p14:tracePt t="120506" x="4618038" y="5619750"/>
          <p14:tracePt t="120516" x="4692650" y="5581650"/>
          <p14:tracePt t="120526" x="4852988" y="5519738"/>
          <p14:tracePt t="120541" x="4946650" y="5489575"/>
          <p14:tracePt t="120556" x="5008563" y="5483225"/>
          <p14:tracePt t="120576" x="5064125" y="5470525"/>
          <p14:tracePt t="120586" x="5070475" y="5470525"/>
          <p14:tracePt t="120595" x="5076825" y="5470525"/>
          <p14:tracePt t="120638" x="5076825" y="5464175"/>
          <p14:tracePt t="120679" x="5051425" y="5464175"/>
          <p14:tracePt t="120692" x="4959350" y="5519738"/>
          <p14:tracePt t="120714" x="4829175" y="5575300"/>
          <p14:tracePt t="120719" x="4760913" y="5600700"/>
          <p14:tracePt t="120732" x="4686300" y="5637213"/>
          <p14:tracePt t="120736" x="4648200" y="5649913"/>
          <p14:tracePt t="120751" x="4562475" y="5681663"/>
          <p14:tracePt t="120760" x="4511675" y="5699125"/>
          <p14:tracePt t="120768" x="4456113" y="5711825"/>
          <p14:tracePt t="120785" x="4325938" y="5754688"/>
          <p14:tracePt t="120800" x="4246563" y="5780088"/>
          <p14:tracePt t="120804" x="4233863" y="5786438"/>
          <p14:tracePt t="120819" x="4214813" y="5786438"/>
          <p14:tracePt t="120835" x="4208463" y="5792788"/>
          <p14:tracePt t="120927" x="4227513" y="5780088"/>
          <p14:tracePt t="120941" x="4270375" y="5730875"/>
          <p14:tracePt t="120958" x="4370388" y="5662613"/>
          <p14:tracePt t="120968" x="4432300" y="5624513"/>
          <p14:tracePt t="120973" x="4456113" y="5607050"/>
          <p14:tracePt t="120977" x="4500563" y="5575300"/>
          <p14:tracePt t="120989" x="4556125" y="5545138"/>
          <p14:tracePt t="120997" x="4579938" y="5532438"/>
          <p14:tracePt t="121003" x="4618038" y="5526088"/>
          <p14:tracePt t="121012" x="4648200" y="5513388"/>
          <p14:tracePt t="121022" x="4673600" y="5513388"/>
          <p14:tracePt t="121027" x="4703763" y="5507038"/>
          <p14:tracePt t="121035" x="4716463" y="5507038"/>
          <p14:tracePt t="121045" x="4735513" y="5507038"/>
          <p14:tracePt t="121052" x="4741863" y="5507038"/>
          <p14:tracePt t="121161" x="4729163" y="5507038"/>
          <p14:tracePt t="121176" x="4699000" y="5545138"/>
          <p14:tracePt t="121190" x="4667250" y="5568950"/>
          <p14:tracePt t="121198" x="4660900" y="5575300"/>
          <p14:tracePt t="121203" x="4654550" y="5581650"/>
          <p14:tracePt t="121214" x="4648200" y="5588000"/>
          <p14:tracePt t="121225" x="4641850" y="5594350"/>
          <p14:tracePt t="121232" x="4641850" y="5607050"/>
          <p14:tracePt t="121238" x="4637088" y="5613400"/>
          <p14:tracePt t="121252" x="4637088" y="5619750"/>
          <p14:tracePt t="121260" x="4637088" y="5624513"/>
          <p14:tracePt t="121269" x="4637088" y="5630863"/>
          <p14:tracePt t="121285" x="4637088" y="5643563"/>
          <p14:tracePt t="121307" x="4637088" y="5656263"/>
          <p14:tracePt t="121312" x="4637088" y="5662613"/>
          <p14:tracePt t="121318" x="4648200" y="5668963"/>
          <p14:tracePt t="121327" x="4660900" y="5668963"/>
          <p14:tracePt t="121335" x="4673600" y="5668963"/>
          <p14:tracePt t="121339" x="4692650" y="5668963"/>
          <p14:tracePt t="121359" x="4710113" y="5668963"/>
          <p14:tracePt t="121368" x="4716463" y="5668963"/>
          <p14:tracePt t="121375" x="4735513" y="5649913"/>
          <p14:tracePt t="121384" x="4754563" y="5643563"/>
          <p14:tracePt t="121390" x="4767263" y="5624513"/>
          <p14:tracePt t="121398" x="4778375" y="5600700"/>
          <p14:tracePt t="121406" x="4784725" y="5581650"/>
          <p14:tracePt t="121411" x="4797425" y="5551488"/>
          <p14:tracePt t="121422" x="4803775" y="5526088"/>
          <p14:tracePt t="121435" x="4816475" y="5470525"/>
          <p14:tracePt t="121451" x="4816475" y="5445125"/>
          <p14:tracePt t="121468" x="4822825" y="5353050"/>
          <p14:tracePt t="121485" x="4822825" y="5340350"/>
          <p14:tracePt t="121501" x="4822825" y="5334000"/>
          <p14:tracePt t="121519" x="4822825" y="5327650"/>
          <p14:tracePt t="121630" x="4816475" y="5327650"/>
          <p14:tracePt t="121644" x="4791075" y="5327650"/>
          <p14:tracePt t="121650" x="4784725" y="5327650"/>
          <p14:tracePt t="121657" x="4767263" y="5327650"/>
          <p14:tracePt t="121669" x="4735513" y="5321300"/>
          <p14:tracePt t="121678" x="4716463" y="5308600"/>
          <p14:tracePt t="121685" x="4703763" y="5302250"/>
          <p14:tracePt t="121701" x="4686300" y="5291138"/>
          <p14:tracePt t="121713" x="4660900" y="5265738"/>
          <p14:tracePt t="121717" x="4641850" y="5246688"/>
          <p14:tracePt t="121726" x="4637088" y="5222875"/>
          <p14:tracePt t="121735" x="4618038" y="5197475"/>
          <p14:tracePt t="121752" x="4598988" y="5116513"/>
          <p14:tracePt t="121756" x="4598988" y="5080000"/>
          <p14:tracePt t="121770" x="4586288" y="5030788"/>
          <p14:tracePt t="121777" x="4586288" y="4992688"/>
          <p14:tracePt t="121791" x="4586288" y="4943475"/>
          <p14:tracePt t="121806" x="4586288" y="4887913"/>
          <p14:tracePt t="121824" x="4618038" y="4845050"/>
          <p14:tracePt t="121837" x="4637088" y="4819650"/>
          <p14:tracePt t="121852" x="4654550" y="4806950"/>
          <p14:tracePt t="121860" x="4667250" y="4806950"/>
          <p14:tracePt t="121870" x="4686300" y="4794250"/>
          <p14:tracePt t="121885" x="4703763" y="4789488"/>
          <p14:tracePt t="121901" x="4760913" y="4789488"/>
          <p14:tracePt t="121918" x="4829175" y="4813300"/>
          <p14:tracePt t="121936" x="4859338" y="4838700"/>
          <p14:tracePt t="121945" x="4878388" y="4857750"/>
          <p14:tracePt t="121952" x="4891088" y="4881563"/>
          <p14:tracePt t="121957" x="4914900" y="4913313"/>
          <p14:tracePt t="121968" x="4927600" y="4937125"/>
          <p14:tracePt t="121971" x="4946650" y="4968875"/>
          <p14:tracePt t="121985" x="4964113" y="4992688"/>
          <p14:tracePt t="122001" x="5002213" y="5048250"/>
          <p14:tracePt t="122006" x="5008563" y="5080000"/>
          <p14:tracePt t="122022" x="5021263" y="5122863"/>
          <p14:tracePt t="122032" x="5021263" y="5129213"/>
          <p14:tracePt t="122043" x="5021263" y="5135563"/>
          <p14:tracePt t="122050" x="5021263" y="5141913"/>
          <p14:tracePt t="122073" x="5008563" y="5167313"/>
          <p14:tracePt t="122087" x="4976813" y="5191125"/>
          <p14:tracePt t="122094" x="4953000" y="5216525"/>
          <p14:tracePt t="122102" x="4908550" y="5240338"/>
          <p14:tracePt t="122108" x="4852988" y="5259388"/>
          <p14:tracePt t="122117" x="4797425" y="5284788"/>
          <p14:tracePt t="122136" x="4729163" y="5314950"/>
          <p14:tracePt t="122140" x="4692650" y="5321300"/>
          <p14:tracePt t="122150" x="4654550" y="5334000"/>
          <p14:tracePt t="122175" x="4592638" y="5334000"/>
          <p14:tracePt t="122198" x="4586288" y="5334000"/>
          <p14:tracePt t="122207" x="4579938" y="5334000"/>
          <p14:tracePt t="122220" x="4579938" y="5314950"/>
          <p14:tracePt t="122235" x="4579938" y="5253038"/>
          <p14:tracePt t="122255" x="4579938" y="5197475"/>
          <p14:tracePt t="122262" x="4579938" y="5173663"/>
          <p14:tracePt t="122267" x="4579938" y="5135563"/>
          <p14:tracePt t="122276" x="4598988" y="5105400"/>
          <p14:tracePt t="122285" x="4611688" y="5080000"/>
          <p14:tracePt t="122295" x="4630738" y="5048250"/>
          <p14:tracePt t="122301" x="4648200" y="5030788"/>
          <p14:tracePt t="122311" x="4654550" y="5018088"/>
          <p14:tracePt t="122316" x="4673600" y="5005388"/>
          <p14:tracePt t="122327" x="4679950" y="4999038"/>
          <p14:tracePt t="122340" x="4692650" y="4999038"/>
          <p14:tracePt t="122350" x="4703763" y="4992688"/>
          <p14:tracePt t="122369" x="4729163" y="4992688"/>
          <p14:tracePt t="122374" x="4760913" y="4992688"/>
          <p14:tracePt t="122385" x="4797425" y="5018088"/>
          <p14:tracePt t="122395" x="4829175" y="5024438"/>
          <p14:tracePt t="122402" x="4891088" y="5067300"/>
          <p14:tracePt t="122406" x="4927600" y="5111750"/>
          <p14:tracePt t="122410" x="4983163" y="5148263"/>
          <p14:tracePt t="122419" x="4989513" y="5167313"/>
          <p14:tracePt t="122435" x="5021263" y="5191125"/>
          <p14:tracePt t="122452" x="5070475" y="5291138"/>
          <p14:tracePt t="122472" x="5070475" y="5321300"/>
          <p14:tracePt t="122478" x="5070475" y="5340350"/>
          <p14:tracePt t="122485" x="5070475" y="5346700"/>
          <p14:tracePt t="122498" x="5070475" y="5353050"/>
          <p14:tracePt t="122509" x="5051425" y="5376863"/>
          <p14:tracePt t="122523" x="5008563" y="5402263"/>
          <p14:tracePt t="122534" x="4983163" y="5414963"/>
          <p14:tracePt t="122551" x="4914900" y="5421313"/>
          <p14:tracePt t="122569" x="4829175" y="5421313"/>
          <p14:tracePt t="122573" x="4803775" y="5421313"/>
          <p14:tracePt t="122587" x="4735513" y="5421313"/>
          <p14:tracePt t="122602" x="4722813" y="5421313"/>
          <p14:tracePt t="122606" x="4703763" y="5408613"/>
          <p14:tracePt t="122609" x="4699000" y="5395913"/>
          <p14:tracePt t="122623" x="4686300" y="5376863"/>
          <p14:tracePt t="122635" x="4679950" y="5334000"/>
          <p14:tracePt t="122648" x="4679950" y="5314950"/>
          <p14:tracePt t="122651" x="4679950" y="5278438"/>
          <p14:tracePt t="122661" x="4679950" y="5240338"/>
          <p14:tracePt t="122670" x="4679950" y="5216525"/>
          <p14:tracePt t="122675" x="4692650" y="5178425"/>
          <p14:tracePt t="122685" x="4710113" y="5122863"/>
          <p14:tracePt t="122695" x="4748213" y="5067300"/>
          <p14:tracePt t="122705" x="4810125" y="4986338"/>
          <p14:tracePt t="122718" x="4927600" y="4894263"/>
          <p14:tracePt t="122735" x="5057775" y="4832350"/>
          <p14:tracePt t="122741" x="5100638" y="4813300"/>
          <p14:tracePt t="122760" x="5162550" y="4794250"/>
          <p14:tracePt t="122766" x="5219700" y="4794250"/>
          <p14:tracePt t="122776" x="5268913" y="4794250"/>
          <p14:tracePt t="122785" x="5318125" y="4794250"/>
          <p14:tracePt t="122798" x="5386388" y="4806950"/>
          <p14:tracePt t="122805" x="5422900" y="4826000"/>
          <p14:tracePt t="122812" x="5467350" y="4875213"/>
          <p14:tracePt t="122825" x="5497513" y="4913313"/>
          <p14:tracePt t="122833" x="5565775" y="4992688"/>
          <p14:tracePt t="122838" x="5597525" y="5037138"/>
          <p14:tracePt t="122851" x="5614988" y="5054600"/>
          <p14:tracePt t="122869" x="5676900" y="5203825"/>
          <p14:tracePt t="122885" x="5689600" y="5253038"/>
          <p14:tracePt t="122896" x="5689600" y="5272088"/>
          <p14:tracePt t="122901" x="5689600" y="5284788"/>
          <p14:tracePt t="122907" x="5689600" y="5302250"/>
          <p14:tracePt t="122923" x="5676900" y="5314950"/>
          <p14:tracePt t="122934" x="5676900" y="5321300"/>
          <p14:tracePt t="122944" x="5646738" y="5353050"/>
          <p14:tracePt t="122950" x="5603875" y="5370513"/>
          <p14:tracePt t="122957" x="5546725" y="5408613"/>
          <p14:tracePt t="122967" x="5473700" y="5438775"/>
          <p14:tracePt t="122972" x="5435600" y="5451475"/>
          <p14:tracePt t="122982" x="5367338" y="5464175"/>
          <p14:tracePt t="122992" x="5292725" y="5476875"/>
          <p14:tracePt t="123000" x="5213350" y="5489575"/>
          <p14:tracePt t="123005" x="5126038" y="5500688"/>
          <p14:tracePt t="123021" x="4970463" y="5500688"/>
          <p14:tracePt t="123027" x="4859338" y="5500688"/>
          <p14:tracePt t="123046" x="4654550" y="5494338"/>
          <p14:tracePt t="123054" x="4568825" y="5470525"/>
          <p14:tracePt t="123062" x="4500563" y="5445125"/>
          <p14:tracePt t="123071" x="4425950" y="5408613"/>
          <p14:tracePt t="123085" x="4325938" y="5340350"/>
          <p14:tracePt t="123102" x="4270375" y="5259388"/>
          <p14:tracePt t="123118" x="4251325" y="5178425"/>
          <p14:tracePt t="123122" x="4251325" y="5154613"/>
          <p14:tracePt t="123135" x="4251325" y="5129213"/>
          <p14:tracePt t="123138" x="4251325" y="5099050"/>
          <p14:tracePt t="123150" x="4264025" y="5073650"/>
          <p14:tracePt t="123167" x="4313238" y="5011738"/>
          <p14:tracePt t="123172" x="4332288" y="4992688"/>
          <p14:tracePt t="123192" x="4387850" y="4962525"/>
          <p14:tracePt t="123201" x="4443413" y="4930775"/>
          <p14:tracePt t="123220" x="4506913" y="4913313"/>
          <p14:tracePt t="123236" x="4573588" y="4894263"/>
          <p14:tracePt t="123254" x="4618038" y="4894263"/>
          <p14:tracePt t="123271" x="4654550" y="4894263"/>
          <p14:tracePt t="123288" x="4703763" y="4913313"/>
          <p14:tracePt t="123304" x="4772025" y="4975225"/>
          <p14:tracePt t="123312" x="4803775" y="5005388"/>
          <p14:tracePt t="123321" x="4833938" y="5048250"/>
          <p14:tracePt t="123329" x="4865688" y="5073650"/>
          <p14:tracePt t="123335" x="4891088" y="5105400"/>
          <p14:tracePt t="123338" x="4908550" y="5122863"/>
          <p14:tracePt t="123348" x="4921250" y="5148263"/>
          <p14:tracePt t="123358" x="4933950" y="5167313"/>
          <p14:tracePt t="123367" x="4953000" y="5191125"/>
          <p14:tracePt t="123371" x="4964113" y="5222875"/>
          <p14:tracePt t="123384" x="4964113" y="5235575"/>
          <p14:tracePt t="123388" x="4964113" y="5246688"/>
          <p14:tracePt t="123395" x="4964113" y="5259388"/>
          <p14:tracePt t="123410" x="4964113" y="5265738"/>
          <p14:tracePt t="123418" x="4964113" y="5278438"/>
          <p14:tracePt t="123435" x="4964113" y="5297488"/>
          <p14:tracePt t="123443" x="4940300" y="5327650"/>
          <p14:tracePt t="123450" x="4927600" y="5346700"/>
          <p14:tracePt t="123457" x="4914900" y="5353050"/>
          <p14:tracePt t="123468" x="4902200" y="5353050"/>
          <p14:tracePt t="123477" x="4902200" y="5359400"/>
          <p14:tracePt t="123486" x="4895850" y="5359400"/>
          <p14:tracePt t="123502" x="4891088" y="5359400"/>
          <p14:tracePt t="123518" x="4884738" y="5359400"/>
          <p14:tracePt t="123565" x="4884738" y="5334000"/>
          <p14:tracePt t="123572" x="4878388" y="5308600"/>
          <p14:tracePt t="123584" x="4878388" y="5284788"/>
          <p14:tracePt t="123588" x="4878388" y="5253038"/>
          <p14:tracePt t="123597" x="4878388" y="5216525"/>
          <p14:tracePt t="123602" x="4878388" y="5167313"/>
          <p14:tracePt t="123614" x="4878388" y="5099050"/>
          <p14:tracePt t="123620" x="4891088" y="5060950"/>
          <p14:tracePt t="123635" x="4921250" y="5005388"/>
          <p14:tracePt t="123651" x="4976813" y="4949825"/>
          <p14:tracePt t="123667" x="5021263" y="4930775"/>
          <p14:tracePt t="123684" x="5051425" y="4913313"/>
          <p14:tracePt t="123717" x="5156200" y="4913313"/>
          <p14:tracePt t="123722" x="5194300" y="4913313"/>
          <p14:tracePt t="123726" x="5230813" y="4913313"/>
          <p14:tracePt t="123732" x="5256213" y="4913313"/>
          <p14:tracePt t="123742" x="5299075" y="4937125"/>
          <p14:tracePt t="123751" x="5337175" y="4956175"/>
          <p14:tracePt t="123755" x="5367338" y="4975225"/>
          <p14:tracePt t="123768" x="5392738" y="4999038"/>
          <p14:tracePt t="123772" x="5411788" y="5030788"/>
          <p14:tracePt t="123784" x="5429250" y="5054600"/>
          <p14:tracePt t="123788" x="5441950" y="5086350"/>
          <p14:tracePt t="123805" x="5448300" y="5129213"/>
          <p14:tracePt t="123820" x="5448300" y="5160963"/>
          <p14:tracePt t="123827" x="5448300" y="5178425"/>
          <p14:tracePt t="123835" x="5448300" y="5184775"/>
          <p14:tracePt t="123842" x="5448300" y="5191125"/>
          <p14:tracePt t="123853" x="5448300" y="5197475"/>
          <p14:tracePt t="123868" x="5441950" y="5203825"/>
          <p14:tracePt t="123885" x="5411788" y="5229225"/>
          <p14:tracePt t="123901" x="5311775" y="5284788"/>
          <p14:tracePt t="123918" x="5187950" y="5340350"/>
          <p14:tracePt t="123938" x="5076825" y="5383213"/>
          <p14:tracePt t="123944" x="5038725" y="5395913"/>
          <p14:tracePt t="123951" x="5002213" y="5395913"/>
          <p14:tracePt t="123958" x="4940300" y="5402263"/>
          <p14:tracePt t="123964" x="4884738" y="5402263"/>
          <p14:tracePt t="123974" x="4803775" y="5402263"/>
          <p14:tracePt t="123987" x="4703763" y="5402263"/>
          <p14:tracePt t="124001" x="4648200" y="5395913"/>
          <p14:tracePt t="124018" x="4592638" y="5365750"/>
          <p14:tracePt t="124040" x="4537075" y="5265738"/>
          <p14:tracePt t="124050" x="4524375" y="5229225"/>
          <p14:tracePt t="124055" x="4511675" y="5191125"/>
          <p14:tracePt t="124061" x="4511675" y="5154613"/>
          <p14:tracePt t="124073" x="4511675" y="5105400"/>
          <p14:tracePt t="124082" x="4511675" y="5067300"/>
          <p14:tracePt t="124086" x="4530725" y="5024438"/>
          <p14:tracePt t="124090" x="4549775" y="4986338"/>
          <p14:tracePt t="124100" x="4579938" y="4956175"/>
          <p14:tracePt t="124109" x="4598988" y="4930775"/>
          <p14:tracePt t="124117" x="4637088" y="4906963"/>
          <p14:tracePt t="124135" x="4735513" y="4838700"/>
          <p14:tracePt t="124139" x="4778375" y="4819650"/>
          <p14:tracePt t="124153" x="4816475" y="4813300"/>
          <p14:tracePt t="124168" x="4891088" y="4789488"/>
          <p14:tracePt t="124175" x="4921250" y="4789488"/>
          <p14:tracePt t="124184" x="4959350" y="4789488"/>
          <p14:tracePt t="124195" x="4989513" y="4789488"/>
          <p14:tracePt t="124202" x="5026025" y="4789488"/>
          <p14:tracePt t="124211" x="5051425" y="4800600"/>
          <p14:tracePt t="124220" x="5083175" y="4819650"/>
          <p14:tracePt t="124236" x="5138738" y="4868863"/>
          <p14:tracePt t="124253" x="5181600" y="4924425"/>
          <p14:tracePt t="124271" x="5213350" y="4962525"/>
          <p14:tracePt t="124287" x="5219700" y="5005388"/>
          <p14:tracePt t="124315" x="5224463" y="5073650"/>
          <p14:tracePt t="124321" x="5224463" y="5086350"/>
          <p14:tracePt t="124332" x="5213350" y="5135563"/>
          <p14:tracePt t="124348" x="5181600" y="5178425"/>
          <p14:tracePt t="124363" x="5132388" y="5222875"/>
          <p14:tracePt t="124372" x="5106988" y="5240338"/>
          <p14:tracePt t="124384" x="5089525" y="5253038"/>
          <p14:tracePt t="124390" x="5064125" y="5259388"/>
          <p14:tracePt t="124396" x="5045075" y="5272088"/>
          <p14:tracePt t="124411" x="5002213" y="5272088"/>
          <p14:tracePt t="124427" x="4976813" y="5272088"/>
          <p14:tracePt t="124441" x="4921250" y="5272088"/>
          <p14:tracePt t="124446" x="4895850" y="5272088"/>
          <p14:tracePt t="124453" x="4872038" y="5272088"/>
          <p14:tracePt t="124469" x="4833938" y="5246688"/>
          <p14:tracePt t="124485" x="4803775" y="5222875"/>
          <p14:tracePt t="124505" x="4784725" y="5178425"/>
          <p14:tracePt t="124516" x="4772025" y="5154613"/>
          <p14:tracePt t="124521" x="4772025" y="5105400"/>
          <p14:tracePt t="124527" x="4772025" y="5067300"/>
          <p14:tracePt t="124535" x="4772025" y="5037138"/>
          <p14:tracePt t="124550" x="4772025" y="4999038"/>
          <p14:tracePt t="124562" x="4778375" y="4956175"/>
          <p14:tracePt t="124567" x="4797425" y="4930775"/>
          <p14:tracePt t="124582" x="4852988" y="4862513"/>
          <p14:tracePt t="124599" x="4914900" y="4813300"/>
          <p14:tracePt t="124608" x="4953000" y="4806950"/>
          <p14:tracePt t="124630" x="5057775" y="4764088"/>
          <p14:tracePt t="124646" x="5106988" y="4764088"/>
          <p14:tracePt t="124653" x="5151438" y="4770438"/>
          <p14:tracePt t="124660" x="5207000" y="4800600"/>
          <p14:tracePt t="124668" x="5249863" y="4851400"/>
          <p14:tracePt t="124680" x="5281613" y="4868863"/>
          <p14:tracePt t="124694" x="5354638" y="4962525"/>
          <p14:tracePt t="124698" x="5373688" y="5005388"/>
          <p14:tracePt t="124711" x="5392738" y="5030788"/>
          <p14:tracePt t="124717" x="5405438" y="5060950"/>
          <p14:tracePt t="124735" x="5411788" y="5122863"/>
          <p14:tracePt t="124752" x="5411788" y="5197475"/>
          <p14:tracePt t="124756" x="5411788" y="5210175"/>
          <p14:tracePt t="124771" x="5399088" y="5246688"/>
          <p14:tracePt t="124782" x="5380038" y="5265738"/>
          <p14:tracePt t="124793" x="5354638" y="5297488"/>
          <p14:tracePt t="124801" x="5311775" y="5314950"/>
          <p14:tracePt t="124805" x="5286375" y="5334000"/>
          <p14:tracePt t="124809" x="5243513" y="5346700"/>
          <p14:tracePt t="124819" x="5207000" y="5353050"/>
          <p14:tracePt t="124836" x="5089525" y="5376863"/>
          <p14:tracePt t="124851" x="5045075" y="5389563"/>
          <p14:tracePt t="124869" x="4884738" y="5389563"/>
          <p14:tracePt t="124888" x="4784725" y="5383213"/>
          <p14:tracePt t="124902" x="4716463" y="5346700"/>
          <p14:tracePt t="124918" x="4673600" y="5308600"/>
          <p14:tracePt t="124935" x="4637088" y="5253038"/>
          <p14:tracePt t="124942" x="4611688" y="5203825"/>
          <p14:tracePt t="124958" x="4605338" y="5160963"/>
          <p14:tracePt t="124969" x="4605338" y="5122863"/>
          <p14:tracePt t="124972" x="4605338" y="5099050"/>
          <p14:tracePt t="124987" x="4605338" y="5067300"/>
          <p14:tracePt t="124991" x="4605338" y="5054600"/>
          <p14:tracePt t="125002" x="4624388" y="4999038"/>
          <p14:tracePt t="125023" x="4673600" y="4956175"/>
          <p14:tracePt t="125032" x="4699000" y="4937125"/>
          <p14:tracePt t="125036" x="4729163" y="4919663"/>
          <p14:tracePt t="125048" x="4754563" y="4900613"/>
          <p14:tracePt t="125058" x="4810125" y="4868863"/>
          <p14:tracePt t="125071" x="4833938" y="4868863"/>
          <p14:tracePt t="125075" x="4865688" y="4862513"/>
          <p14:tracePt t="125087" x="4891088" y="4851400"/>
          <p14:tracePt t="125101" x="4933950" y="4851400"/>
          <p14:tracePt t="125118" x="4964113" y="4857750"/>
          <p14:tracePt t="125124" x="4995863" y="4875213"/>
          <p14:tracePt t="125146" x="5057775" y="4943475"/>
          <p14:tracePt t="125151" x="5070475" y="4962525"/>
          <p14:tracePt t="125155" x="5100638" y="5005388"/>
          <p14:tracePt t="125164" x="5126038" y="5043488"/>
          <p14:tracePt t="125171" x="5145088" y="5086350"/>
          <p14:tracePt t="125185" x="5162550" y="5111750"/>
          <p14:tracePt t="125191" x="5200650" y="5178425"/>
          <p14:tracePt t="125202" x="5219700" y="5210175"/>
          <p14:tracePt t="125219" x="5237163" y="5253038"/>
          <p14:tracePt t="125237" x="5237163" y="5284788"/>
          <p14:tracePt t="125252" x="5237163" y="5314950"/>
          <p14:tracePt t="125270" x="5230813" y="5321300"/>
          <p14:tracePt t="125273" x="5224463" y="5334000"/>
          <p14:tracePt t="125279" x="5213350" y="5340350"/>
          <p14:tracePt t="125291" x="5207000" y="5346700"/>
          <p14:tracePt t="125302" x="5200650" y="5353050"/>
          <p14:tracePt t="125319" x="5181600" y="5359400"/>
          <p14:tracePt t="125325" x="5168900" y="5359400"/>
          <p14:tracePt t="125332" x="5156200" y="5359400"/>
          <p14:tracePt t="125350" x="5126038" y="5359400"/>
          <p14:tracePt t="125361" x="5106988" y="5359400"/>
          <p14:tracePt t="125368" x="5083175" y="5359400"/>
          <p14:tracePt t="125371" x="5064125" y="5359400"/>
          <p14:tracePt t="125381" x="5038725" y="5340350"/>
          <p14:tracePt t="125391" x="5021263" y="5321300"/>
          <p14:tracePt t="125401" x="4989513" y="5302250"/>
          <p14:tracePt t="125406" x="4970463" y="5272088"/>
          <p14:tracePt t="125419" x="4940300" y="5229225"/>
          <p14:tracePt t="125436" x="4914900" y="5154613"/>
          <p14:tracePt t="125445" x="4914900" y="5135563"/>
          <p14:tracePt t="125456" x="4914900" y="5099050"/>
          <p14:tracePt t="125468" x="4914900" y="5048250"/>
          <p14:tracePt t="125480" x="4921250" y="4975225"/>
          <p14:tracePt t="125486" x="4946650" y="4919663"/>
          <p14:tracePt t="125493" x="4964113" y="4875213"/>
          <p14:tracePt t="125500" x="4983163" y="4857750"/>
          <p14:tracePt t="125509" x="4995863" y="4851400"/>
          <p14:tracePt t="125521" x="5014913" y="4832350"/>
          <p14:tracePt t="125527" x="5032375" y="4826000"/>
          <p14:tracePt t="125541" x="5064125" y="4806950"/>
          <p14:tracePt t="125551" x="5076825" y="4806950"/>
          <p14:tracePt t="125555" x="5089525" y="4806950"/>
          <p14:tracePt t="125573" x="5132388" y="4800600"/>
          <p14:tracePt t="125578" x="5151438" y="4800600"/>
          <p14:tracePt t="125592" x="5162550" y="4813300"/>
          <p14:tracePt t="125601" x="5207000" y="4845050"/>
          <p14:tracePt t="125606" x="5224463" y="4857750"/>
          <p14:tracePt t="125619" x="5292725" y="4975225"/>
          <p14:tracePt t="125629" x="5311775" y="5011738"/>
          <p14:tracePt t="125635" x="5324475" y="5043488"/>
          <p14:tracePt t="125648" x="5330825" y="5080000"/>
          <p14:tracePt t="125659" x="5330825" y="5129213"/>
          <p14:tracePt t="125669" x="5330825" y="5160963"/>
          <p14:tracePt t="125683" x="5330825" y="5184775"/>
          <p14:tracePt t="125699" x="5330825" y="5216525"/>
          <p14:tracePt t="125710" x="5330825" y="5229225"/>
          <p14:tracePt t="125719" x="5305425" y="5253038"/>
          <p14:tracePt t="125724" x="5268913" y="5272088"/>
          <p14:tracePt t="125735" x="5224463" y="5291138"/>
          <p14:tracePt t="125739" x="5200650" y="5302250"/>
          <p14:tracePt t="125750" x="5162550" y="5308600"/>
          <p14:tracePt t="125758" x="5089525" y="5321300"/>
          <p14:tracePt t="125769" x="5021263" y="5334000"/>
          <p14:tracePt t="125774" x="4933950" y="5346700"/>
          <p14:tracePt t="125789" x="4767263" y="5359400"/>
          <p14:tracePt t="125795" x="4699000" y="5359400"/>
          <p14:tracePt t="125804" x="4648200" y="5359400"/>
          <p14:tracePt t="125814" x="4592638" y="5353050"/>
          <p14:tracePt t="125823" x="4568825" y="5327650"/>
          <p14:tracePt t="125827" x="4549775" y="5308600"/>
          <p14:tracePt t="125835" x="4543425" y="5291138"/>
          <p14:tracePt t="125847" x="4511675" y="5246688"/>
          <p14:tracePt t="125856" x="4500563" y="5235575"/>
          <p14:tracePt t="125867" x="4494213" y="5178425"/>
          <p14:tracePt t="125885" x="4494213" y="5116513"/>
          <p14:tracePt t="125901" x="4524375" y="5037138"/>
          <p14:tracePt t="125918" x="4573588" y="4975225"/>
          <p14:tracePt t="125935" x="4637088" y="4937125"/>
          <p14:tracePt t="125942" x="4660900" y="4906963"/>
          <p14:tracePt t="125948" x="4692650" y="4900613"/>
          <p14:tracePt t="125963" x="4754563" y="4887913"/>
          <p14:tracePt t="125975" x="4772025" y="4887913"/>
          <p14:tracePt t="125985" x="4784725" y="4887913"/>
          <p14:tracePt t="125990" x="4803775" y="4887913"/>
          <p14:tracePt t="125995" x="4829175" y="4900613"/>
          <p14:tracePt t="126011" x="4914900" y="4962525"/>
          <p14:tracePt t="126020" x="4940300" y="4992688"/>
          <p14:tracePt t="126036" x="5021263" y="5080000"/>
          <p14:tracePt t="126053" x="5070475" y="5148263"/>
          <p14:tracePt t="126068" x="5094288" y="5197475"/>
          <p14:tracePt t="126085" x="5094288" y="5229225"/>
          <p14:tracePt t="126101" x="5094288" y="5253038"/>
          <p14:tracePt t="126118" x="5089525" y="5265738"/>
          <p14:tracePt t="126135" x="5045075" y="5291138"/>
          <p14:tracePt t="126139" x="5021263" y="5297488"/>
          <p14:tracePt t="126147" x="5002213" y="5308600"/>
          <p14:tracePt t="126161" x="4976813" y="5314950"/>
          <p14:tracePt t="126165" x="4959350" y="5314950"/>
          <p14:tracePt t="126175" x="4933950" y="5314950"/>
          <p14:tracePt t="126185" x="4914900" y="5314950"/>
          <p14:tracePt t="126189" x="4895850" y="5314950"/>
          <p14:tracePt t="126195" x="4872038" y="5297488"/>
          <p14:tracePt t="126206" x="4865688" y="5291138"/>
          <p14:tracePt t="126220" x="4822825" y="5246688"/>
          <p14:tracePt t="126224" x="4791075" y="5216525"/>
          <p14:tracePt t="126235" x="4784725" y="5160963"/>
          <p14:tracePt t="126240" x="4772025" y="5148263"/>
          <p14:tracePt t="126252" x="4767263" y="5111750"/>
          <p14:tracePt t="126270" x="4767263" y="5054600"/>
          <p14:tracePt t="126288" x="4791075" y="4975225"/>
          <p14:tracePt t="126294" x="4822825" y="4919663"/>
          <p14:tracePt t="126307" x="4895850" y="4857750"/>
          <p14:tracePt t="126318" x="4940300" y="4826000"/>
          <p14:tracePt t="126324" x="4964113" y="4813300"/>
          <p14:tracePt t="126335" x="5002213" y="4794250"/>
          <p14:tracePt t="126339" x="5045075" y="4776788"/>
          <p14:tracePt t="126345" x="5100638" y="4764088"/>
          <p14:tracePt t="126356" x="5126038" y="4764088"/>
          <p14:tracePt t="126367" x="5187950" y="4764088"/>
          <p14:tracePt t="126371" x="5256213" y="4770438"/>
          <p14:tracePt t="126384" x="5311775" y="4783138"/>
          <p14:tracePt t="126388" x="5373688" y="4832350"/>
          <p14:tracePt t="126395" x="5416550" y="4862513"/>
          <p14:tracePt t="126411" x="5461000" y="4919663"/>
          <p14:tracePt t="126424" x="5491163" y="4956175"/>
          <p14:tracePt t="126436" x="5522913" y="5024438"/>
          <p14:tracePt t="126445" x="5529263" y="5054600"/>
          <p14:tracePt t="126451" x="5541963" y="5080000"/>
          <p14:tracePt t="126460" x="5541963" y="5116513"/>
          <p14:tracePt t="126475" x="5541963" y="5160963"/>
          <p14:tracePt t="126482" x="5541963" y="5173663"/>
          <p14:tracePt t="126494" x="5529263" y="5184775"/>
          <p14:tracePt t="126506" x="5516563" y="5197475"/>
          <p14:tracePt t="126511" x="5503863" y="5210175"/>
          <p14:tracePt t="126519" x="5473700" y="5229225"/>
          <p14:tracePt t="126536" x="5354638" y="5278438"/>
          <p14:tracePt t="126556" x="5256213" y="5297488"/>
          <p14:tracePt t="126563" x="5219700" y="5297488"/>
          <p14:tracePt t="126574" x="5181600" y="5297488"/>
          <p14:tracePt t="126580" x="5145088" y="5297488"/>
          <p14:tracePt t="126588" x="5113338" y="5297488"/>
          <p14:tracePt t="126599" x="5076825" y="5265738"/>
          <p14:tracePt t="126605" x="5057775" y="5253038"/>
          <p14:tracePt t="126615" x="5026025" y="5229225"/>
          <p14:tracePt t="126628" x="4940300" y="5167313"/>
          <p14:tracePt t="126636" x="4921250" y="5148263"/>
          <p14:tracePt t="126650" x="4895850" y="5116513"/>
          <p14:tracePt t="126665" x="4859338" y="5060950"/>
          <p14:tracePt t="126674" x="4829175" y="4992688"/>
          <p14:tracePt t="126697" x="4822825" y="4930775"/>
          <p14:tracePt t="126716" x="4810125" y="4875213"/>
          <p14:tracePt t="126724" x="4810125" y="4868863"/>
          <p14:tracePt t="126731" x="4810125" y="4851400"/>
          <p14:tracePt t="126740" x="4822825" y="4845050"/>
          <p14:tracePt t="126750" x="4829175" y="4838700"/>
          <p14:tracePt t="126758" x="4840288" y="4838700"/>
          <p14:tracePt t="126769" x="4846638" y="4832350"/>
          <p14:tracePt t="126772" x="4865688" y="4832350"/>
          <p14:tracePt t="126782" x="4872038" y="4832350"/>
          <p14:tracePt t="126788" x="4884738" y="4832350"/>
          <p14:tracePt t="126795" x="4891088" y="4832350"/>
          <p14:tracePt t="126803" x="4908550" y="4832350"/>
          <p14:tracePt t="126813" x="4933950" y="4851400"/>
          <p14:tracePt t="126820" x="4964113" y="4881563"/>
          <p14:tracePt t="126836" x="5038725" y="4949825"/>
          <p14:tracePt t="126856" x="5132388" y="5080000"/>
          <p14:tracePt t="126869" x="5168900" y="5141913"/>
          <p14:tracePt t="126885" x="5200650" y="5210175"/>
          <p14:tracePt t="126901" x="5207000" y="5259388"/>
          <p14:tracePt t="126908" x="5219700" y="5291138"/>
          <p14:tracePt t="126914" x="5219700" y="5302250"/>
          <p14:tracePt t="126932" x="5219700" y="5308600"/>
          <p14:tracePt t="126941" x="5219700" y="5314950"/>
          <p14:tracePt t="126952" x="5194300" y="5327650"/>
          <p14:tracePt t="126956" x="5162550" y="5334000"/>
          <p14:tracePt t="126966" x="5126038" y="5353050"/>
          <p14:tracePt t="126972" x="5100638" y="5353050"/>
          <p14:tracePt t="126979" x="5045075" y="5365750"/>
          <p14:tracePt t="126990" x="4995863" y="5376863"/>
          <p14:tracePt t="126998" x="4921250" y="5389563"/>
          <p14:tracePt t="127006" x="4859338" y="5389563"/>
          <p14:tracePt t="127011" x="4803775" y="5389563"/>
          <p14:tracePt t="127023" x="4735513" y="5383213"/>
          <p14:tracePt t="127045" x="4598988" y="5321300"/>
          <p14:tracePt t="127053" x="4568825" y="5291138"/>
          <p14:tracePt t="127062" x="4549775" y="5259388"/>
          <p14:tracePt t="127069" x="4530725" y="5222875"/>
          <p14:tracePt t="127078" x="4530725" y="5197475"/>
          <p14:tracePt t="127085" x="4524375" y="5167313"/>
          <p14:tracePt t="127095" x="4524375" y="5129213"/>
          <p14:tracePt t="127106" x="4524375" y="5080000"/>
          <p14:tracePt t="127117" x="4524375" y="5043488"/>
          <p14:tracePt t="127135" x="4562475" y="4986338"/>
          <p14:tracePt t="127140" x="4605338" y="4943475"/>
          <p14:tracePt t="127151" x="4630738" y="4924425"/>
          <p14:tracePt t="127159" x="4660900" y="4906963"/>
          <p14:tracePt t="127170" x="4729163" y="4881563"/>
          <p14:tracePt t="127190" x="4791075" y="4862513"/>
          <p14:tracePt t="127197" x="4829175" y="4862513"/>
          <p14:tracePt t="127204" x="4865688" y="4862513"/>
          <p14:tracePt t="127216" x="4902200" y="4862513"/>
          <p14:tracePt t="127228" x="5002213" y="4919663"/>
          <p14:tracePt t="127240" x="5089525" y="4968875"/>
          <p14:tracePt t="127253" x="5132388" y="4999038"/>
          <p14:tracePt t="127270" x="5224463" y="5105400"/>
          <p14:tracePt t="127287" x="5268913" y="5160963"/>
          <p14:tracePt t="127292" x="5286375" y="5191125"/>
          <p14:tracePt t="127304" x="5292725" y="5222875"/>
          <p14:tracePt t="127320" x="5292725" y="5246688"/>
          <p14:tracePt t="127331" x="5292725" y="5253038"/>
          <p14:tracePt t="127342" x="5292725" y="5259388"/>
          <p14:tracePt t="127352" x="5268913" y="5297488"/>
          <p14:tracePt t="127358" x="5224463" y="5314950"/>
          <p14:tracePt t="127364" x="5200650" y="5321300"/>
          <p14:tracePt t="127370" x="5145088" y="5359400"/>
          <p14:tracePt t="127381" x="5070475" y="5376863"/>
          <p14:tracePt t="127392" x="5032375" y="5376863"/>
          <p14:tracePt t="127403" x="4953000" y="5376863"/>
          <p14:tracePt t="127412" x="4921250" y="5376863"/>
          <p14:tracePt t="127419" x="4884738" y="5376863"/>
          <p14:tracePt t="127434" x="4829175" y="5340350"/>
          <p14:tracePt t="127442" x="4803775" y="5321300"/>
          <p14:tracePt t="127449" x="4772025" y="5291138"/>
          <p14:tracePt t="127463" x="4754563" y="5265738"/>
          <p14:tracePt t="127475" x="4735513" y="5229225"/>
          <p14:tracePt t="127488" x="4729163" y="5203825"/>
          <p14:tracePt t="127508" x="4729163" y="5148263"/>
          <p14:tracePt t="127519" x="4729163" y="5116513"/>
          <p14:tracePt t="127525" x="4748213" y="5092700"/>
          <p14:tracePt t="127533" x="4778375" y="5048250"/>
          <p14:tracePt t="127542" x="4797425" y="5030788"/>
          <p14:tracePt t="127552" x="4829175" y="5011738"/>
          <p14:tracePt t="127557" x="4840288" y="4999038"/>
          <p14:tracePt t="127565" x="4872038" y="4986338"/>
          <p14:tracePt t="127576" x="4891088" y="4981575"/>
          <p14:tracePt t="127580" x="4914900" y="4962525"/>
          <p14:tracePt t="127600" x="4946650" y="4949825"/>
          <p14:tracePt t="127607" x="4953000" y="4949825"/>
          <p14:tracePt t="127615" x="4970463" y="4943475"/>
          <p14:tracePt t="127625" x="5002213" y="4943475"/>
          <p14:tracePt t="127646" x="5045075" y="4949825"/>
          <p14:tracePt t="127658" x="5089525" y="4975225"/>
          <p14:tracePt t="127668" x="5156200" y="5037138"/>
          <p14:tracePt t="127686" x="5224463" y="5141913"/>
          <p14:tracePt t="127693" x="5237163" y="5167313"/>
          <p14:tracePt t="127711" x="5275263" y="5235575"/>
          <p14:tracePt t="127722" x="5275263" y="5265738"/>
          <p14:tracePt t="127734" x="5275263" y="5278438"/>
          <p14:tracePt t="127745" x="5286375" y="5302250"/>
          <p14:tracePt t="127752" x="5286375" y="5314950"/>
          <p14:tracePt t="127759" x="5275263" y="5334000"/>
          <p14:tracePt t="127776" x="5262563" y="5346700"/>
          <p14:tracePt t="127790" x="5224463" y="5365750"/>
          <p14:tracePt t="127799" x="5213350" y="5370513"/>
          <p14:tracePt t="127807" x="5168900" y="5383213"/>
          <p14:tracePt t="127812" x="5132388" y="5395913"/>
          <p14:tracePt t="127818" x="5106988" y="5395913"/>
          <p14:tracePt t="127823" x="5045075" y="5395913"/>
          <p14:tracePt t="127834" x="5008563" y="5395913"/>
          <p14:tracePt t="127846" x="4970463" y="5395913"/>
          <p14:tracePt t="127852" x="4946650" y="5395913"/>
          <p14:tracePt t="127870" x="4878388" y="5370513"/>
          <p14:tracePt t="127885" x="4833938" y="5334000"/>
          <p14:tracePt t="127891" x="4816475" y="5308600"/>
          <p14:tracePt t="127902" x="4797425" y="5278438"/>
          <p14:tracePt t="127919" x="4767263" y="5222875"/>
          <p14:tracePt t="127925" x="4760913" y="5184775"/>
          <p14:tracePt t="127931" x="4748213" y="5129213"/>
          <p14:tracePt t="127945" x="4748213" y="5092700"/>
          <p14:tracePt t="127956" x="4748213" y="5030788"/>
          <p14:tracePt t="127965" x="4748213" y="5005388"/>
          <p14:tracePt t="127974" x="4748213" y="4986338"/>
          <p14:tracePt t="127991" x="4772025" y="4949825"/>
          <p14:tracePt t="127998" x="4791075" y="4943475"/>
          <p14:tracePt t="128007" x="4797425" y="4924425"/>
          <p14:tracePt t="128014" x="4816475" y="4919663"/>
          <p14:tracePt t="128022" x="4840288" y="4913313"/>
          <p14:tracePt t="128036" x="4865688" y="4906963"/>
          <p14:tracePt t="128048" x="4878388" y="4906963"/>
          <p14:tracePt t="128059" x="4921250" y="4906963"/>
          <p14:tracePt t="128070" x="5002213" y="4949825"/>
          <p14:tracePt t="128096" x="5076825" y="4999038"/>
          <p14:tracePt t="128105" x="5113338" y="5030788"/>
          <p14:tracePt t="128118" x="5175250" y="5099050"/>
          <p14:tracePt t="128128" x="5224463" y="5160963"/>
          <p14:tracePt t="128136" x="5262563" y="5216525"/>
          <p14:tracePt t="128152" x="5275263" y="5246688"/>
          <p14:tracePt t="128165" x="5286375" y="5265738"/>
          <p14:tracePt t="128175" x="5286375" y="5291138"/>
          <p14:tracePt t="128186" x="5286375" y="5308600"/>
          <p14:tracePt t="128192" x="5286375" y="5321300"/>
          <p14:tracePt t="128198" x="5281613" y="5353050"/>
          <p14:tracePt t="128203" x="5262563" y="5365750"/>
          <p14:tracePt t="128211" x="5256213" y="5383213"/>
          <p14:tracePt t="128224" x="5219700" y="5402263"/>
          <p14:tracePt t="128238" x="5151438" y="5438775"/>
          <p14:tracePt t="128247" x="5113338" y="5451475"/>
          <p14:tracePt t="128254" x="5057775" y="5464175"/>
          <p14:tracePt t="128261" x="5032375" y="5464175"/>
          <p14:tracePt t="128280" x="4964113" y="5464175"/>
          <p14:tracePt t="128292" x="4921250" y="5457825"/>
          <p14:tracePt t="128301" x="4908550" y="5445125"/>
          <p14:tracePt t="128309" x="4878388" y="5427663"/>
          <p14:tracePt t="128318" x="4859338" y="5408613"/>
          <p14:tracePt t="128324" x="4852988" y="5376863"/>
          <p14:tracePt t="128330" x="4840288" y="5353050"/>
          <p14:tracePt t="128335" x="4833938" y="5334000"/>
          <p14:tracePt t="128353" x="4822825" y="5235575"/>
          <p14:tracePt t="128362" x="4822825" y="5173663"/>
          <p14:tracePt t="128370" x="4822825" y="5135563"/>
          <p14:tracePt t="128381" x="4829175" y="5086350"/>
          <p14:tracePt t="128393" x="4846638" y="5054600"/>
          <p14:tracePt t="128404" x="4921250" y="4956175"/>
          <p14:tracePt t="128423" x="4953000" y="4930775"/>
          <p14:tracePt t="128437" x="5064125" y="4868863"/>
          <p14:tracePt t="128453" x="5100638" y="4851400"/>
          <p14:tracePt t="128461" x="5162550" y="4838700"/>
          <p14:tracePt t="128475" x="5200650" y="4838700"/>
          <p14:tracePt t="128481" x="5249863" y="4838700"/>
          <p14:tracePt t="128489" x="5305425" y="4838700"/>
          <p14:tracePt t="128493" x="5354638" y="4838700"/>
          <p14:tracePt t="128504" x="5422900" y="4857750"/>
          <p14:tracePt t="128512" x="5497513" y="4906963"/>
          <p14:tracePt t="128523" x="5572125" y="4956175"/>
          <p14:tracePt t="128534" x="5665788" y="5060950"/>
          <p14:tracePt t="128541" x="5695950" y="5092700"/>
          <p14:tracePt t="128547" x="5721350" y="5148263"/>
          <p14:tracePt t="128554" x="5727700" y="5173663"/>
          <p14:tracePt t="128570" x="5727700" y="5191125"/>
          <p14:tracePt t="128586" x="5727700" y="5246688"/>
          <p14:tracePt t="128592" x="5695950" y="5278438"/>
          <p14:tracePt t="128602" x="5665788" y="5297488"/>
          <p14:tracePt t="128609" x="5640388" y="5321300"/>
          <p14:tracePt t="128622" x="5578475" y="5359400"/>
          <p14:tracePt t="128636" x="5454650" y="5408613"/>
          <p14:tracePt t="128653" x="5367338" y="5414963"/>
          <p14:tracePt t="128671" x="5268913" y="5414963"/>
          <p14:tracePt t="128678" x="5213350" y="5414963"/>
          <p14:tracePt t="128694" x="5138738" y="5402263"/>
          <p14:tracePt t="128712" x="4995863" y="5340350"/>
          <p14:tracePt t="128721" x="4970463" y="5321300"/>
          <p14:tracePt t="128728" x="4940300" y="5291138"/>
          <p14:tracePt t="128740" x="4921250" y="5265738"/>
          <p14:tracePt t="128754" x="4908550" y="5246688"/>
          <p14:tracePt t="128760" x="4895850" y="5222875"/>
          <p14:tracePt t="128767" x="4891088" y="5178425"/>
          <p14:tracePt t="128773" x="4878388" y="5154613"/>
          <p14:tracePt t="128783" x="4878388" y="5129213"/>
          <p14:tracePt t="128789" x="4878388" y="5092700"/>
          <p14:tracePt t="128798" x="4878388" y="5060950"/>
          <p14:tracePt t="128805" x="4891088" y="5011738"/>
          <p14:tracePt t="128813" x="4908550" y="4992688"/>
          <p14:tracePt t="128820" x="4921250" y="4975225"/>
          <p14:tracePt t="128831" x="4946650" y="4949825"/>
          <p14:tracePt t="128840" x="4995863" y="4906963"/>
          <p14:tracePt t="128853" x="5076825" y="4845050"/>
          <p14:tracePt t="128868" x="5187950" y="4794250"/>
          <p14:tracePt t="128885" x="5275263" y="4789488"/>
          <p14:tracePt t="128904" x="5386388" y="4776788"/>
          <p14:tracePt t="128914" x="5429250" y="4789488"/>
          <p14:tracePt t="128928" x="5473700" y="4826000"/>
          <p14:tracePt t="128941" x="5529263" y="4868863"/>
          <p14:tracePt t="128955" x="5591175" y="4949825"/>
          <p14:tracePt t="128971" x="5646738" y="5030788"/>
          <p14:tracePt t="128977" x="5672138" y="5080000"/>
          <p14:tracePt t="128993" x="5672138" y="5116513"/>
          <p14:tracePt t="129007" x="5672138" y="5148263"/>
          <p14:tracePt t="129027" x="5653088" y="5178425"/>
          <p14:tracePt t="129031" x="5634038" y="5210175"/>
          <p14:tracePt t="129040" x="5591175" y="5265738"/>
          <p14:tracePt t="129049" x="5546725" y="5297488"/>
          <p14:tracePt t="129056" x="5503863" y="5327650"/>
          <p14:tracePt t="129065" x="5448300" y="5353050"/>
          <p14:tracePt t="129070" x="5405438" y="5383213"/>
          <p14:tracePt t="129075" x="5349875" y="5389563"/>
          <p14:tracePt t="129087" x="5311775" y="5402263"/>
          <p14:tracePt t="129095" x="5243513" y="5414963"/>
          <p14:tracePt t="129105" x="5194300" y="5414963"/>
          <p14:tracePt t="129122" x="5100638" y="5414963"/>
          <p14:tracePt t="129141" x="5038725" y="5408613"/>
          <p14:tracePt t="129149" x="4995863" y="5376863"/>
          <p14:tracePt t="129159" x="4976813" y="5365750"/>
          <p14:tracePt t="129163" x="4959350" y="5340350"/>
          <p14:tracePt t="129182" x="4921250" y="5284788"/>
          <p14:tracePt t="129196" x="4921250" y="5229225"/>
          <p14:tracePt t="129204" x="4921250" y="5178425"/>
          <p14:tracePt t="129220" x="4921250" y="5105400"/>
          <p14:tracePt t="129230" x="4946650" y="5054600"/>
          <p14:tracePt t="129238" x="4964113" y="5024438"/>
          <p14:tracePt t="129252" x="5014913" y="4981575"/>
          <p14:tracePt t="129261" x="5051425" y="4962525"/>
          <p14:tracePt t="129272" x="5106988" y="4924425"/>
          <p14:tracePt t="129278" x="5162550" y="4924425"/>
          <p14:tracePt t="129295" x="5237163" y="4913313"/>
          <p14:tracePt t="129301" x="5305425" y="4919663"/>
          <p14:tracePt t="129312" x="5343525" y="4930775"/>
          <p14:tracePt t="129321" x="5405438" y="4981575"/>
          <p14:tracePt t="129326" x="5467350" y="5024438"/>
          <p14:tracePt t="129337" x="5510213" y="5086350"/>
          <p14:tracePt t="129343" x="5541963" y="5111750"/>
          <p14:tracePt t="129349" x="5591175" y="5191125"/>
          <p14:tracePt t="129355" x="5610225" y="5246688"/>
          <p14:tracePt t="129360" x="5621338" y="5259388"/>
          <p14:tracePt t="129382" x="5640388" y="5340350"/>
          <p14:tracePt t="129388" x="5653088" y="5365750"/>
          <p14:tracePt t="129401" x="5653088" y="5383213"/>
          <p14:tracePt t="129404" x="5653088" y="5395913"/>
          <p14:tracePt t="129417" x="5653088" y="5414963"/>
          <p14:tracePt t="129427" x="5621338" y="5457825"/>
          <p14:tracePt t="129438" x="5578475" y="5483225"/>
          <p14:tracePt t="129454" x="5522913" y="5519738"/>
          <p14:tracePt t="129461" x="5484813" y="5538788"/>
          <p14:tracePt t="129470" x="5441950" y="5545138"/>
          <p14:tracePt t="129486" x="5367338" y="5568950"/>
          <p14:tracePt t="129504" x="5292725" y="5575300"/>
          <p14:tracePt t="129509" x="5275263" y="5575300"/>
          <p14:tracePt t="129529" x="5237163" y="5575300"/>
          <p14:tracePt t="129534" x="5219700" y="5575300"/>
          <p14:tracePt t="129541" x="5200650" y="5575300"/>
          <p14:tracePt t="129546" x="5194300" y="5568950"/>
          <p14:tracePt t="129554" x="5181600" y="5556250"/>
          <p14:tracePt t="129570" x="5156200" y="5538788"/>
          <p14:tracePt t="129587" x="5145088" y="5513388"/>
          <p14:tracePt t="129598" x="5145088" y="5494338"/>
          <p14:tracePt t="129617" x="5132388" y="5476875"/>
          <p14:tracePt t="129624" x="5132388" y="5451475"/>
          <p14:tracePt t="129631" x="5132388" y="5438775"/>
          <p14:tracePt t="129647" x="5132388" y="5408613"/>
          <p14:tracePt t="129655" x="5138738" y="5395913"/>
          <p14:tracePt t="129662" x="5145088" y="5376863"/>
          <p14:tracePt t="129672" x="5151438" y="5370513"/>
          <p14:tracePt t="129678" x="5151438" y="5365750"/>
          <p14:tracePt t="129685" x="5156200" y="5359400"/>
          <p14:tracePt t="129699" x="5168900" y="5359400"/>
          <p14:tracePt t="129781" x="5175250" y="5359400"/>
          <p14:tracePt t="130176" x="5181600" y="5359400"/>
          <p14:tracePt t="130615" x="5168900" y="5340350"/>
          <p14:tracePt t="130631" x="5126038" y="5314950"/>
          <p14:tracePt t="130640" x="5100638" y="5314950"/>
          <p14:tracePt t="130656" x="5045075" y="5353050"/>
          <p14:tracePt t="130664" x="4921250" y="5489575"/>
          <p14:tracePt t="130671" x="4872038" y="5562600"/>
          <p14:tracePt t="130678" x="4852988" y="5588000"/>
          <p14:tracePt t="130693" x="4816475" y="5643563"/>
          <p14:tracePt t="130699" x="4772025" y="5692775"/>
          <p14:tracePt t="130719" x="4667250" y="5767388"/>
          <p14:tracePt t="130725" x="4624388" y="5805488"/>
          <p14:tracePt t="130730" x="4524375" y="5829300"/>
          <p14:tracePt t="130736" x="4419600" y="5854700"/>
          <p14:tracePt t="130754" x="4251325" y="5867400"/>
          <p14:tracePt t="130766" x="3892550" y="5861050"/>
          <p14:tracePt t="130775" x="3700463" y="5816600"/>
          <p14:tracePt t="130779" x="3551238" y="5773738"/>
          <p14:tracePt t="130790" x="3397250" y="5705475"/>
          <p14:tracePt t="130804" x="3024188" y="5519738"/>
          <p14:tracePt t="130809" x="2887663" y="5438775"/>
          <p14:tracePt t="130816" x="2746375" y="5321300"/>
          <p14:tracePt t="130831" x="2633663" y="5229225"/>
          <p14:tracePt t="130838" x="2560638" y="5135563"/>
          <p14:tracePt t="130853" x="2441575" y="4924425"/>
          <p14:tracePt t="130871" x="2373313" y="4702175"/>
          <p14:tracePt t="130875" x="2373313" y="4676775"/>
          <p14:tracePt t="130891" x="2386013" y="4621213"/>
          <p14:tracePt t="130902" x="2405063" y="4591050"/>
          <p14:tracePt t="130907" x="2447925" y="4559300"/>
          <p14:tracePt t="130919" x="2486025" y="4529138"/>
          <p14:tracePt t="130924" x="2528888" y="4522788"/>
          <p14:tracePt t="130928" x="2578100" y="4510088"/>
          <p14:tracePt t="130943" x="2622550" y="4497388"/>
          <p14:tracePt t="130953" x="2671763" y="4491038"/>
          <p14:tracePt t="130958" x="2727325" y="4478338"/>
          <p14:tracePt t="130971" x="2789238" y="4478338"/>
          <p14:tracePt t="130987" x="2825750" y="4478338"/>
          <p14:tracePt t="130992" x="2832100" y="4478338"/>
          <p14:tracePt t="131003" x="2838450" y="4478338"/>
          <p14:tracePt t="131020" x="2844800" y="4478338"/>
          <p14:tracePt t="131040" x="2857500" y="4478338"/>
          <p14:tracePt t="131055" x="2894013" y="4503738"/>
          <p14:tracePt t="131063" x="2906713" y="4510088"/>
          <p14:tracePt t="131073" x="2913063" y="4516438"/>
          <p14:tracePt t="131086" x="2913063" y="4535488"/>
          <p14:tracePt t="131102" x="2913063" y="4540250"/>
          <p14:tracePt t="131119" x="2900363" y="4546600"/>
          <p14:tracePt t="131124" x="2894013" y="4546600"/>
          <p14:tracePt t="131136" x="2887663" y="4552950"/>
          <p14:tracePt t="131152" x="2882900" y="4552950"/>
          <p14:tracePt t="131169" x="2876550" y="4552950"/>
          <p14:tracePt t="131187" x="2870200" y="4552950"/>
          <p14:tracePt t="131191" x="2863850" y="4559300"/>
          <p14:tracePt t="131204" x="2844800" y="4565650"/>
          <p14:tracePt t="131220" x="2789238" y="4584700"/>
          <p14:tracePt t="131238" x="2757488" y="4591050"/>
          <p14:tracePt t="131253" x="2684463" y="4603750"/>
          <p14:tracePt t="131269" x="2659063" y="4603750"/>
          <p14:tracePt t="131286" x="2640013" y="4603750"/>
          <p14:tracePt t="131302" x="2622550" y="4603750"/>
          <p14:tracePt t="131319" x="2616200" y="4603750"/>
          <p14:tracePt t="131322" x="2609850" y="4603750"/>
          <p14:tracePt t="131336" x="2609850" y="4597400"/>
          <p14:tracePt t="131510" x="2622550" y="4597400"/>
          <p14:tracePt t="131521" x="2652713" y="4597400"/>
          <p14:tracePt t="131529" x="2684463" y="4597400"/>
          <p14:tracePt t="131541" x="2720975" y="4597400"/>
          <p14:tracePt t="131552" x="2757488" y="4597400"/>
          <p14:tracePt t="131557" x="2795588" y="4597400"/>
          <p14:tracePt t="131564" x="2844800" y="4584700"/>
          <p14:tracePt t="131573" x="2900363" y="4584700"/>
          <p14:tracePt t="131586" x="2981325" y="4572000"/>
          <p14:tracePt t="131602" x="3043238" y="4572000"/>
          <p14:tracePt t="131609" x="3079750" y="4572000"/>
          <p14:tracePt t="131616" x="3130550" y="4572000"/>
          <p14:tracePt t="131630" x="3198813" y="4572000"/>
          <p14:tracePt t="131641" x="3248025" y="4572000"/>
          <p14:tracePt t="131653" x="3322638" y="4572000"/>
          <p14:tracePt t="131672" x="3397250" y="4572000"/>
          <p14:tracePt t="131677" x="3421063" y="4572000"/>
          <p14:tracePt t="131687" x="3446463" y="4572000"/>
          <p14:tracePt t="131695" x="3465513" y="4572000"/>
          <p14:tracePt t="131707" x="3508375" y="4578350"/>
          <p14:tracePt t="131719" x="3527425" y="4578350"/>
          <p14:tracePt t="131738" x="3551238" y="4578350"/>
          <p14:tracePt t="131754" x="3563938" y="4578350"/>
          <p14:tracePt t="131772" x="3570288" y="4578350"/>
          <p14:tracePt t="131796" x="3576638" y="4578350"/>
          <p14:tracePt t="131818" x="3582988" y="4578350"/>
          <p14:tracePt t="131871" x="3589338" y="4578350"/>
          <p14:tracePt t="131884" x="3589338" y="4572000"/>
          <p14:tracePt t="131892" x="3595688" y="4572000"/>
          <p14:tracePt t="131905" x="3595688" y="4565650"/>
          <p14:tracePt t="131920" x="3600450" y="4559300"/>
          <p14:tracePt t="131940" x="3606800" y="4559300"/>
          <p14:tracePt t="131973" x="3619500" y="4559300"/>
          <p14:tracePt t="131989" x="3619500" y="4552950"/>
          <p14:tracePt t="132002" x="3625850" y="4552950"/>
          <p14:tracePt t="132012" x="3632200" y="4552950"/>
          <p14:tracePt t="132025" x="3638550" y="4552950"/>
          <p14:tracePt t="132041" x="3644900" y="4552950"/>
          <p14:tracePt t="132056" x="3657600" y="4552950"/>
          <p14:tracePt t="132072" x="3668713" y="4552950"/>
          <p14:tracePt t="132095" x="3687763" y="4552950"/>
          <p14:tracePt t="132102" x="3694113" y="4552950"/>
          <p14:tracePt t="132118" x="3713163" y="4552950"/>
          <p14:tracePt t="132122" x="3725863" y="4552950"/>
          <p14:tracePt t="132135" x="3736975" y="4552950"/>
          <p14:tracePt t="132151" x="3756025" y="4552950"/>
          <p14:tracePt t="132158" x="3768725" y="4552950"/>
          <p14:tracePt t="132161" x="3775075" y="4552950"/>
          <p14:tracePt t="132171" x="3781425" y="4552950"/>
          <p14:tracePt t="132201" x="3787775" y="4552950"/>
          <p14:tracePt t="132222" x="3798888" y="4552950"/>
          <p14:tracePt t="132241" x="3805238" y="4559300"/>
          <p14:tracePt t="132247" x="3811588" y="4559300"/>
          <p14:tracePt t="132254" x="3817938" y="4559300"/>
          <p14:tracePt t="132261" x="3824288" y="4559300"/>
          <p14:tracePt t="132273" x="3830638" y="4565650"/>
          <p14:tracePt t="132288" x="3860800" y="4565650"/>
          <p14:tracePt t="132292" x="3879850" y="4565650"/>
          <p14:tracePt t="132303" x="3886200" y="4565650"/>
          <p14:tracePt t="132321" x="3922713" y="4565650"/>
          <p14:tracePt t="132339" x="3941763" y="4565650"/>
          <p14:tracePt t="132353" x="3954463" y="4565650"/>
          <p14:tracePt t="132356" x="3973513" y="4565650"/>
          <p14:tracePt t="132371" x="3990975" y="4565650"/>
          <p14:tracePt t="132380" x="4010025" y="4565650"/>
          <p14:tracePt t="132387" x="4022725" y="4565650"/>
          <p14:tracePt t="132396" x="4029075" y="4565650"/>
          <p14:tracePt t="132409" x="4041775" y="4565650"/>
          <p14:tracePt t="132415" x="4052888" y="4565650"/>
          <p14:tracePt t="132439" x="4059238" y="4565650"/>
          <p14:tracePt t="132460" x="4065588" y="4565650"/>
          <p14:tracePt t="132488" x="4071938" y="4565650"/>
          <p14:tracePt t="132506" x="4078288" y="4565650"/>
          <p14:tracePt t="132514" x="4090988" y="4565650"/>
          <p14:tracePt t="132521" x="4097338" y="4565650"/>
          <p14:tracePt t="132531" x="4103688" y="4565650"/>
          <p14:tracePt t="132542" x="4116388" y="4565650"/>
          <p14:tracePt t="132550" x="4121150" y="4565650"/>
          <p14:tracePt t="132558" x="4133850" y="4565650"/>
          <p14:tracePt t="132571" x="4140200" y="4565650"/>
          <p14:tracePt t="132575" x="4146550" y="4565650"/>
          <p14:tracePt t="132579" x="4152900" y="4565650"/>
          <p14:tracePt t="132586" x="4159250" y="4565650"/>
          <p14:tracePt t="132605" x="4183063" y="4565650"/>
          <p14:tracePt t="132624" x="4195763" y="4565650"/>
          <p14:tracePt t="132631" x="4202113" y="4565650"/>
          <p14:tracePt t="132645" x="4208463" y="4565650"/>
          <p14:tracePt t="132655" x="4214813" y="4565650"/>
          <p14:tracePt t="132662" x="4221163" y="4565650"/>
          <p14:tracePt t="132671" x="4233863" y="4565650"/>
          <p14:tracePt t="132688" x="4240213" y="4565650"/>
          <p14:tracePt t="132774" x="4246563" y="4565650"/>
          <p14:tracePt t="132810" x="4251325" y="4565650"/>
          <p14:tracePt t="132822" x="4257675" y="4565650"/>
          <p14:tracePt t="132838" x="4264025" y="4565650"/>
          <p14:tracePt t="132844" x="4270375" y="4565650"/>
          <p14:tracePt t="132854" x="4289425" y="4565650"/>
          <p14:tracePt t="132862" x="4295775" y="4565650"/>
          <p14:tracePt t="132870" x="4302125" y="4565650"/>
          <p14:tracePt t="132875" x="4308475" y="4565650"/>
          <p14:tracePt t="132899" x="4325938" y="4565650"/>
          <p14:tracePt t="132905" x="4332288" y="4565650"/>
          <p14:tracePt t="132915" x="4351338" y="4578350"/>
          <p14:tracePt t="132927" x="4357688" y="4578350"/>
          <p14:tracePt t="132939" x="4376738" y="4578350"/>
          <p14:tracePt t="132949" x="4381500" y="4578350"/>
          <p14:tracePt t="132957" x="4387850" y="4578350"/>
          <p14:tracePt t="132974" x="4413250" y="4578350"/>
          <p14:tracePt t="132983" x="4419600" y="4578350"/>
          <p14:tracePt t="132990" x="4425950" y="4578350"/>
          <p14:tracePt t="133000" x="4432300" y="4578350"/>
          <p14:tracePt t="133016" x="4438650" y="4578350"/>
          <p14:tracePt t="133031" x="4443413" y="4578350"/>
          <p14:tracePt t="133038" x="4462463" y="4578350"/>
          <p14:tracePt t="133054" x="4468813" y="4578350"/>
          <p14:tracePt t="133058" x="4481513" y="4578350"/>
          <p14:tracePt t="133070" x="4506913" y="4578350"/>
          <p14:tracePt t="133088" x="4518025" y="4578350"/>
          <p14:tracePt t="133095" x="4524375" y="4578350"/>
          <p14:tracePt t="133104" x="4543425" y="4578350"/>
          <p14:tracePt t="133116" x="4556125" y="4578350"/>
          <p14:tracePt t="133125" x="4586288" y="4578350"/>
          <p14:tracePt t="133142" x="4611688" y="4578350"/>
          <p14:tracePt t="133146" x="4630738" y="4578350"/>
          <p14:tracePt t="133152" x="4641850" y="4572000"/>
          <p14:tracePt t="133163" x="4660900" y="4572000"/>
          <p14:tracePt t="133171" x="4673600" y="4572000"/>
          <p14:tracePt t="133187" x="4692650" y="4572000"/>
          <p14:tracePt t="133204" x="4741863" y="4559300"/>
          <p14:tracePt t="133208" x="4760913" y="4559300"/>
          <p14:tracePt t="133220" x="4772025" y="4546600"/>
          <p14:tracePt t="133238" x="4816475" y="4546600"/>
          <p14:tracePt t="133243" x="4833938" y="4546600"/>
          <p14:tracePt t="133255" x="4846638" y="4546600"/>
          <p14:tracePt t="133271" x="4872038" y="4546600"/>
          <p14:tracePt t="133275" x="4878388" y="4546600"/>
          <p14:tracePt t="133288" x="4884738" y="4546600"/>
          <p14:tracePt t="133291" x="4891088" y="4546600"/>
          <p14:tracePt t="133304" x="4895850" y="4546600"/>
          <p14:tracePt t="133320" x="4908550" y="4546600"/>
          <p14:tracePt t="133339" x="4921250" y="4546600"/>
          <p14:tracePt t="133361" x="4927600" y="4546600"/>
          <p14:tracePt t="133369" x="4933950" y="4546600"/>
          <p14:tracePt t="133387" x="4946650" y="4546600"/>
          <p14:tracePt t="133391" x="4959350" y="4546600"/>
          <p14:tracePt t="133412" x="4964113" y="4546600"/>
          <p14:tracePt t="133421" x="4970463" y="4546600"/>
          <p14:tracePt t="133445" x="5002213" y="4546600"/>
          <p14:tracePt t="133452" x="5014913" y="4559300"/>
          <p14:tracePt t="133460" x="5021263" y="4559300"/>
          <p14:tracePt t="133469" x="5038725" y="4559300"/>
          <p14:tracePt t="133475" x="5045075" y="4559300"/>
          <p14:tracePt t="133478" x="5057775" y="4559300"/>
          <p14:tracePt t="133492" x="5076825" y="4559300"/>
          <p14:tracePt t="133500" x="5089525" y="4559300"/>
          <p14:tracePt t="133507" x="5106988" y="4559300"/>
          <p14:tracePt t="133519" x="5119688" y="4559300"/>
          <p14:tracePt t="133521" x="5151438" y="4559300"/>
          <p14:tracePt t="133538" x="5194300" y="4559300"/>
          <p14:tracePt t="133546" x="5219700" y="4559300"/>
          <p14:tracePt t="133554" x="5230813" y="4559300"/>
          <p14:tracePt t="133562" x="5262563" y="4559300"/>
          <p14:tracePt t="133575" x="5275263" y="4559300"/>
          <p14:tracePt t="133589" x="5318125" y="4559300"/>
          <p14:tracePt t="133609" x="5360988" y="4559300"/>
          <p14:tracePt t="133615" x="5367338" y="4559300"/>
          <p14:tracePt t="133621" x="5373688" y="4559300"/>
          <p14:tracePt t="133637" x="5399088" y="4559300"/>
          <p14:tracePt t="133655" x="5429250" y="4552950"/>
          <p14:tracePt t="133659" x="5441950" y="4552950"/>
          <p14:tracePt t="133662" x="5461000" y="4552950"/>
          <p14:tracePt t="133672" x="5473700" y="4552950"/>
          <p14:tracePt t="133689" x="5491163" y="4552950"/>
          <p14:tracePt t="133694" x="5510213" y="4552950"/>
          <p14:tracePt t="133705" x="5522913" y="4552950"/>
          <p14:tracePt t="133716" x="5541963" y="4552950"/>
          <p14:tracePt t="133721" x="5584825" y="4546600"/>
          <p14:tracePt t="133730" x="5597525" y="4546600"/>
          <p14:tracePt t="133741" x="5614988" y="4546600"/>
          <p14:tracePt t="133756" x="5659438" y="4546600"/>
          <p14:tracePt t="133770" x="5672138" y="4546600"/>
          <p14:tracePt t="133773" x="5695950" y="4546600"/>
          <p14:tracePt t="133778" x="5715000" y="4546600"/>
          <p14:tracePt t="133788" x="5734050" y="4546600"/>
          <p14:tracePt t="133804" x="5751513" y="4546600"/>
          <p14:tracePt t="133821" x="5795963" y="4540250"/>
          <p14:tracePt t="133827" x="5807075" y="4540250"/>
          <p14:tracePt t="133839" x="5838825" y="4529138"/>
          <p14:tracePt t="133845" x="5851525" y="4529138"/>
          <p14:tracePt t="133853" x="5857875" y="4529138"/>
          <p14:tracePt t="133861" x="5864225" y="4529138"/>
          <p14:tracePt t="133865" x="5881688" y="4529138"/>
          <p14:tracePt t="133875" x="5894388" y="4529138"/>
          <p14:tracePt t="133887" x="5907088" y="4529138"/>
          <p14:tracePt t="133906" x="5926138" y="4529138"/>
          <p14:tracePt t="133910" x="5932488" y="4529138"/>
          <p14:tracePt t="133921" x="5937250" y="4529138"/>
          <p14:tracePt t="133938" x="5943600" y="4529138"/>
          <p14:tracePt t="133956" x="5956300" y="4529138"/>
          <p14:tracePt t="133972" x="5962650" y="4529138"/>
          <p14:tracePt t="133990" x="5975350" y="4540250"/>
          <p14:tracePt t="134005" x="5981700" y="4540250"/>
          <p14:tracePt t="134020" x="5988050" y="4540250"/>
          <p14:tracePt t="134026" x="5994400" y="4546600"/>
          <p14:tracePt t="134035" x="6005513" y="4546600"/>
          <p14:tracePt t="134050" x="6011863" y="4546600"/>
          <p14:tracePt t="134070" x="6018213" y="4546600"/>
          <p14:tracePt t="134086" x="6024563" y="4552950"/>
          <p14:tracePt t="134130" x="6030913" y="4552950"/>
          <p14:tracePt t="134152" x="6037263" y="4552950"/>
          <p14:tracePt t="134222" x="6043613" y="4552950"/>
          <p14:tracePt t="134235" x="6056313" y="4552950"/>
          <p14:tracePt t="134252" x="6062663" y="4552950"/>
          <p14:tracePt t="134279" x="6067425" y="4552950"/>
          <p14:tracePt t="134304" x="6073775" y="4552950"/>
          <p14:tracePt t="134361" x="6080125" y="4552950"/>
          <p14:tracePt t="134598" x="6086475" y="4552950"/>
          <p14:tracePt t="134687" x="6092825" y="4552950"/>
          <p14:tracePt t="134698" x="6099175" y="4552950"/>
          <p14:tracePt t="134708" x="6124575" y="4552950"/>
          <p14:tracePt t="134714" x="6129338" y="4552950"/>
          <p14:tracePt t="134720" x="6148388" y="4552950"/>
          <p14:tracePt t="134729" x="6192838" y="4552950"/>
          <p14:tracePt t="134737" x="6216650" y="4552950"/>
          <p14:tracePt t="134746" x="6235700" y="4552950"/>
          <p14:tracePt t="134755" x="6259513" y="4552950"/>
          <p14:tracePt t="134762" x="6272213" y="4552950"/>
          <p14:tracePt t="134766" x="6291263" y="4552950"/>
          <p14:tracePt t="134781" x="6303963" y="4552950"/>
          <p14:tracePt t="134787" x="6316663" y="4552950"/>
          <p14:tracePt t="134804" x="6327775" y="4552950"/>
          <p14:tracePt t="134820" x="6359525" y="4552950"/>
          <p14:tracePt t="134828" x="6365875" y="4552950"/>
          <p14:tracePt t="134836" x="6372225" y="4552950"/>
          <p14:tracePt t="134852" x="6384925" y="4552950"/>
          <p14:tracePt t="134858" x="6389688" y="4552950"/>
          <p14:tracePt t="134871" x="6396038" y="4552950"/>
          <p14:tracePt t="134990" x="6402388" y="4552950"/>
          <p14:tracePt t="135002" x="6408738" y="4552950"/>
          <p14:tracePt t="135013" x="6415088" y="4552950"/>
          <p14:tracePt t="135024" x="6434138" y="4559300"/>
          <p14:tracePt t="135035" x="6440488" y="4559300"/>
          <p14:tracePt t="135045" x="6446838" y="4559300"/>
          <p14:tracePt t="135051" x="6446838" y="4565650"/>
          <p14:tracePt t="135057" x="6453188" y="4565650"/>
          <p14:tracePt t="135068" x="6457950" y="4572000"/>
          <p14:tracePt t="135078" x="6464300" y="4572000"/>
          <p14:tracePt t="135087" x="6470650" y="4572000"/>
          <p14:tracePt t="135105" x="6477000" y="4572000"/>
          <p14:tracePt t="135121" x="6489700" y="4572000"/>
          <p14:tracePt t="135144" x="6502400" y="4572000"/>
          <p14:tracePt t="135166" x="6508750" y="4572000"/>
          <p14:tracePt t="135174" x="6515100" y="4572000"/>
          <p14:tracePt t="135189" x="6526213" y="4572000"/>
          <p14:tracePt t="135194" x="6538913" y="4572000"/>
          <p14:tracePt t="135207" x="6545263" y="4572000"/>
          <p14:tracePt t="135221" x="6551613" y="4572000"/>
          <p14:tracePt t="135238" x="6557963" y="4572000"/>
          <p14:tracePt t="135254" x="6564313" y="4572000"/>
          <p14:tracePt t="135271" x="6570663" y="4572000"/>
          <p14:tracePt t="135291" x="6577013" y="4572000"/>
          <p14:tracePt t="135305" x="6588125" y="4572000"/>
          <p14:tracePt t="135323" x="6594475" y="4565650"/>
          <p14:tracePt t="135330" x="6600825" y="4565650"/>
          <p14:tracePt t="135342" x="6607175" y="4565650"/>
          <p14:tracePt t="135355" x="6613525" y="4565650"/>
          <p14:tracePt t="135365" x="6619875" y="4565650"/>
          <p14:tracePt t="135369" x="6626225" y="4565650"/>
          <p14:tracePt t="135378" x="6645275" y="4565650"/>
          <p14:tracePt t="135387" x="6650038" y="4565650"/>
          <p14:tracePt t="135406" x="6662738" y="4565650"/>
          <p14:tracePt t="135409" x="6669088" y="4565650"/>
          <p14:tracePt t="135420" x="6675438" y="4565650"/>
          <p14:tracePt t="135440" x="6700838" y="4565650"/>
          <p14:tracePt t="135457" x="6707188" y="4565650"/>
          <p14:tracePt t="135471" x="6718300" y="4565650"/>
          <p14:tracePt t="135475" x="6737350" y="4565650"/>
          <p14:tracePt t="135488" x="6743700" y="4565650"/>
          <p14:tracePt t="135505" x="6756400" y="4565650"/>
          <p14:tracePt t="135572" x="6762750" y="4565650"/>
          <p14:tracePt t="135600" x="6769100" y="4565650"/>
          <p14:tracePt t="135620" x="6769100" y="4559300"/>
          <p14:tracePt t="135635" x="6775450" y="4559300"/>
          <p14:tracePt t="135727" x="6786563" y="4559300"/>
          <p14:tracePt t="135824" x="6792913" y="4559300"/>
          <p14:tracePt t="135924" x="6799263" y="4559300"/>
          <p14:tracePt t="136373" x="6805613" y="4559300"/>
          <p14:tracePt t="136386" x="6811963" y="4559300"/>
          <p14:tracePt t="136398" x="6854825" y="4559300"/>
          <p14:tracePt t="136409" x="6892925" y="4559300"/>
          <p14:tracePt t="136422" x="6935788" y="4559300"/>
          <p14:tracePt t="136426" x="6985000" y="4559300"/>
          <p14:tracePt t="136438" x="7010400" y="4559300"/>
          <p14:tracePt t="136456" x="7059613" y="4559300"/>
          <p14:tracePt t="136463" x="7115175" y="4559300"/>
          <p14:tracePt t="136480" x="7153275" y="4559300"/>
          <p14:tracePt t="136495" x="7215188" y="4559300"/>
          <p14:tracePt t="136504" x="7232650" y="4559300"/>
          <p14:tracePt t="136515" x="7245350" y="4559300"/>
          <p14:tracePt t="136524" x="7251700" y="4559300"/>
          <p14:tracePt t="136530" x="7264400" y="4559300"/>
          <p14:tracePt t="136625" x="7270750" y="4559300"/>
          <p14:tracePt t="136638" x="7300913" y="4559300"/>
          <p14:tracePt t="136652" x="7345363" y="4559300"/>
          <p14:tracePt t="136665" x="7413625" y="4559300"/>
          <p14:tracePt t="136673" x="7462838" y="4559300"/>
          <p14:tracePt t="136691" x="7561263" y="4559300"/>
          <p14:tracePt t="136707" x="7635875" y="4559300"/>
          <p14:tracePt t="136713" x="7661275" y="4559300"/>
          <p14:tracePt t="136723" x="7710488" y="4559300"/>
          <p14:tracePt t="136739" x="7797800" y="4559300"/>
          <p14:tracePt t="136757" x="7872413" y="4559300"/>
          <p14:tracePt t="136761" x="7908925" y="4559300"/>
          <p14:tracePt t="136775" x="7945438" y="4559300"/>
          <p14:tracePt t="136782" x="7989888" y="4572000"/>
          <p14:tracePt t="136787" x="8026400" y="4572000"/>
          <p14:tracePt t="136798" x="8064500" y="4578350"/>
          <p14:tracePt t="136807" x="8088313" y="4578350"/>
          <p14:tracePt t="136823" x="8175625" y="4591050"/>
          <p14:tracePt t="136838" x="8274050" y="4591050"/>
          <p14:tracePt t="136841" x="8312150" y="4591050"/>
          <p14:tracePt t="136855" x="8342313" y="4591050"/>
          <p14:tracePt t="136859" x="8404225" y="4591050"/>
          <p14:tracePt t="136872" x="8442325" y="4591050"/>
          <p14:tracePt t="136893" x="8528050" y="4591050"/>
          <p14:tracePt t="136898" x="8566150" y="4591050"/>
          <p14:tracePt t="136905" x="8602663" y="4591050"/>
          <p14:tracePt t="136915" x="8653463" y="4591050"/>
          <p14:tracePt t="136922" x="8702675" y="4591050"/>
          <p14:tracePt t="136936" x="8758238" y="4584700"/>
          <p14:tracePt t="136946" x="8826500" y="4584700"/>
          <p14:tracePt t="136958" x="8931275" y="4572000"/>
          <p14:tracePt t="136972" x="8982075" y="4572000"/>
          <p14:tracePt t="136976" x="9005888" y="4572000"/>
          <p14:tracePt t="136988" x="9031288" y="4572000"/>
          <p14:tracePt t="136992" x="9067800" y="4572000"/>
          <p14:tracePt t="137008" x="9123363" y="4572000"/>
          <p14:tracePt t="137024" x="9167813" y="4572000"/>
          <p14:tracePt t="137035" x="9191625" y="4572000"/>
          <p14:tracePt t="137043" x="9217025" y="4565650"/>
          <p14:tracePt t="137051" x="9247188" y="4565650"/>
          <p14:tracePt t="137060" x="9272588" y="4559300"/>
          <p14:tracePt t="137066" x="9297988" y="4559300"/>
          <p14:tracePt t="137073" x="9315450" y="4559300"/>
          <p14:tracePt t="137078" x="9340850" y="4546600"/>
          <p14:tracePt t="137087" x="9366250" y="4546600"/>
          <p14:tracePt t="137096" x="9396413" y="4546600"/>
          <p14:tracePt t="137105" x="9409113" y="4546600"/>
          <p14:tracePt t="137120" x="9439275" y="4546600"/>
          <p14:tracePt t="137138" x="9458325" y="4546600"/>
          <p14:tracePt t="137157" x="9471025" y="4546600"/>
          <p14:tracePt t="137162" x="9477375" y="4546600"/>
          <p14:tracePt t="137176" x="9483725" y="4546600"/>
          <p14:tracePt t="137192" x="9490075" y="4546600"/>
          <p14:tracePt t="137270" x="9501188" y="4546600"/>
          <p14:tracePt t="137291" x="9507538" y="4546600"/>
          <p14:tracePt t="137307" x="9513888" y="4546600"/>
          <p14:tracePt t="137332" x="9520238" y="4546600"/>
          <p14:tracePt t="137372" x="9526588" y="4546600"/>
          <p14:tracePt t="137411" x="9532938" y="4546600"/>
          <p14:tracePt t="137437" x="9532938" y="4540250"/>
          <p14:tracePt t="137670" x="9539288" y="4540250"/>
          <p14:tracePt t="137712" x="9545638" y="4540250"/>
          <p14:tracePt t="137724" x="9558338" y="4540250"/>
          <p14:tracePt t="137738" x="9564688" y="4540250"/>
          <p14:tracePt t="137757" x="9569450" y="4540250"/>
          <p14:tracePt t="137766" x="9575800" y="4540250"/>
          <p14:tracePt t="137773" x="9588500" y="4540250"/>
          <p14:tracePt t="137779" x="9601200" y="4540250"/>
          <p14:tracePt t="137794" x="9620250" y="4540250"/>
          <p14:tracePt t="137805" x="9637713" y="4540250"/>
          <p14:tracePt t="137809" x="9650413" y="4540250"/>
          <p14:tracePt t="137825" x="9669463" y="4540250"/>
          <p14:tracePt t="137829" x="9675813" y="4540250"/>
          <p14:tracePt t="137832" x="9688513" y="4540250"/>
          <p14:tracePt t="137840" x="9705975" y="4540250"/>
          <p14:tracePt t="137856" x="9737725" y="4540250"/>
          <p14:tracePt t="137871" x="9780588" y="4540250"/>
          <p14:tracePt t="137890" x="9836150" y="4540250"/>
          <p14:tracePt t="137898" x="9861550" y="4540250"/>
          <p14:tracePt t="137904" x="9886950" y="4540250"/>
          <p14:tracePt t="137915" x="9923463" y="4540250"/>
          <p14:tracePt t="137924" x="9948863" y="4540250"/>
          <p14:tracePt t="137942" x="10040938" y="4529138"/>
          <p14:tracePt t="137947" x="10079038" y="4522788"/>
          <p14:tracePt t="137952" x="10115550" y="4522788"/>
          <p14:tracePt t="137962" x="10140950" y="4510088"/>
          <p14:tracePt t="137972" x="10177463" y="4510088"/>
          <p14:tracePt t="137988" x="10233025" y="4503738"/>
          <p14:tracePt t="138005" x="10320338" y="4491038"/>
          <p14:tracePt t="138022" x="10375900" y="4491038"/>
          <p14:tracePt t="138026" x="10401300" y="4491038"/>
          <p14:tracePt t="138029" x="10425113" y="4491038"/>
          <p14:tracePt t="138041" x="10456863" y="4491038"/>
          <p14:tracePt t="138055" x="10480675" y="4491038"/>
          <p14:tracePt t="138061" x="10506075" y="4491038"/>
          <p14:tracePt t="138069" x="10537825" y="4491038"/>
          <p14:tracePt t="138075" x="10548938" y="4491038"/>
          <p14:tracePt t="138084" x="10567988" y="4491038"/>
          <p14:tracePt t="138098" x="10580688" y="4503738"/>
          <p14:tracePt t="138115" x="10587038" y="4503738"/>
          <p14:tracePt t="138124" x="10593388" y="4503738"/>
          <p14:tracePt t="138138" x="10604500" y="4503738"/>
          <p14:tracePt t="138155" x="10617200" y="4503738"/>
          <p14:tracePt t="138172" x="10629900" y="4497388"/>
          <p14:tracePt t="138176" x="10642600" y="4497388"/>
          <p14:tracePt t="138194" x="10668000" y="4491038"/>
          <p14:tracePt t="138200" x="10691813" y="4491038"/>
          <p14:tracePt t="138206" x="10710863" y="4491038"/>
          <p14:tracePt t="138220" x="10717213" y="4484688"/>
          <p14:tracePt t="138229" x="10741025" y="4484688"/>
          <p14:tracePt t="138236" x="10753725" y="4484688"/>
          <p14:tracePt t="138245" x="10785475" y="4484688"/>
          <p14:tracePt t="138258" x="10815638" y="4478338"/>
          <p14:tracePt t="138262" x="10841038" y="4478338"/>
          <p14:tracePt t="138279" x="10847388" y="4478338"/>
          <p14:tracePt t="138288" x="10853738" y="4478338"/>
          <p14:tracePt t="138306" x="10871200" y="4478338"/>
          <p14:tracePt t="138322" x="10877550" y="4478338"/>
          <p14:tracePt t="138340" x="10883900" y="4478338"/>
          <p14:tracePt t="138356" x="10890250" y="4478338"/>
          <p14:tracePt t="138362" x="10896600" y="4478338"/>
          <p14:tracePt t="138371" x="10902950" y="4478338"/>
          <p14:tracePt t="138378" x="10915650" y="4478338"/>
          <p14:tracePt t="138392" x="10926763" y="4478338"/>
          <p14:tracePt t="138406" x="10933113" y="4478338"/>
          <p14:tracePt t="138410" x="10939463" y="4478338"/>
          <p14:tracePt t="138421" x="10945813" y="4478338"/>
          <p14:tracePt t="138438" x="10952163" y="4478338"/>
          <p14:tracePt t="138621" x="10952163" y="4484688"/>
          <p14:tracePt t="138633" x="10945813" y="4491038"/>
          <p14:tracePt t="138643" x="10933113" y="4497388"/>
          <p14:tracePt t="138656" x="10909300" y="4510088"/>
          <p14:tracePt t="138676" x="10877550" y="4522788"/>
          <p14:tracePt t="138697" x="10828338" y="4546600"/>
          <p14:tracePt t="138705" x="10809288" y="4565650"/>
          <p14:tracePt t="138714" x="10798175" y="4578350"/>
          <p14:tracePt t="138721" x="10779125" y="4597400"/>
          <p14:tracePt t="138729" x="10734675" y="4627563"/>
          <p14:tracePt t="138738" x="10717213" y="4659313"/>
          <p14:tracePt t="138756" x="10629900" y="4770438"/>
          <p14:tracePt t="138759" x="10567988" y="4845050"/>
          <p14:tracePt t="138771" x="10474325" y="4924425"/>
          <p14:tracePt t="138789" x="10307638" y="5060950"/>
          <p14:tracePt t="138795" x="10213975" y="5129213"/>
          <p14:tracePt t="138804" x="10140950" y="5178425"/>
          <p14:tracePt t="138813" x="10034588" y="5246688"/>
          <p14:tracePt t="138822" x="9942513" y="5297488"/>
          <p14:tracePt t="138834" x="9836150" y="5365750"/>
          <p14:tracePt t="138842" x="9620250" y="5507038"/>
          <p14:tracePt t="138853" x="9501188" y="5594350"/>
          <p14:tracePt t="138863" x="9223375" y="5743575"/>
          <p14:tracePt t="138872" x="9080500" y="5816600"/>
          <p14:tracePt t="138888" x="8751888" y="5972175"/>
          <p14:tracePt t="138915" x="7989888" y="6232525"/>
          <p14:tracePt t="138920" x="7623175" y="6337300"/>
          <p14:tracePt t="138927" x="7153275" y="6473825"/>
          <p14:tracePt t="138940" x="6650038" y="66103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1155E6-6DB4-4048-98CE-223B9E96E878}"/>
              </a:ext>
            </a:extLst>
          </p:cNvPr>
          <p:cNvSpPr txBox="1">
            <a:spLocks/>
          </p:cNvSpPr>
          <p:nvPr/>
        </p:nvSpPr>
        <p:spPr>
          <a:xfrm>
            <a:off x="372034" y="516778"/>
            <a:ext cx="736993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Low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 converging-diverging supersonic nozzle:</a:t>
            </a:r>
          </a:p>
          <a:p>
            <a:pPr marL="0" marR="0" lvl="0" indent="0" algn="justLow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algn="justLow"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Sonic flow at the nozzle throat.</a:t>
            </a:r>
          </a:p>
          <a:p>
            <a:pPr marL="228600" marR="0" lvl="0" indent="-228600" algn="justLow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Consider only one half of the flow (the centerline is a streamline).</a:t>
            </a:r>
          </a:p>
          <a:p>
            <a:pPr algn="justLow">
              <a:spcBef>
                <a:spcPts val="0"/>
              </a:spcBef>
              <a:spcAft>
                <a:spcPts val="500"/>
              </a:spcAf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 expansion waves (Type I characteristics)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in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the expansion section of the nozzle and are reflected, as characteristics of Type II.</a:t>
            </a:r>
          </a:p>
          <a:p>
            <a:pPr marL="228600" marR="0" lvl="0" indent="-228600" algn="justLow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 waves reflected from the centerline turn the flow back to the horizontal between points e and j.</a:t>
            </a:r>
          </a:p>
          <a:p>
            <a:pPr marL="228600" marR="0" lvl="0" indent="-228600" algn="justLow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The wall contours at points g, h,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and j must turn the flow through the same  as the incident waves so as to cancel those waves. </a:t>
            </a:r>
          </a:p>
          <a:p>
            <a:pPr marL="228600" marR="0" lvl="0" indent="-228600" algn="justLow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9919F-CF99-4758-BEC3-00101251AD7E}"/>
              </a:ext>
            </a:extLst>
          </p:cNvPr>
          <p:cNvSpPr txBox="1"/>
          <p:nvPr/>
        </p:nvSpPr>
        <p:spPr>
          <a:xfrm>
            <a:off x="372035" y="3785929"/>
            <a:ext cx="11458520" cy="216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spcAft>
                <a:spcPts val="500"/>
              </a:spcAft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length nozzles (MLNs):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have no expansion section at all .</a:t>
            </a:r>
          </a:p>
          <a:p>
            <a:pPr defTabSz="914400">
              <a:spcAft>
                <a:spcPts val="500"/>
              </a:spcAft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2- the initial expansion is created by a sharp corner at the nozzle throat.</a:t>
            </a:r>
          </a:p>
          <a:p>
            <a:pPr defTabSz="914400">
              <a:spcAft>
                <a:spcPts val="500"/>
              </a:spcAft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9144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flow is expanded from sonic conditions:</a:t>
            </a:r>
          </a:p>
          <a:p>
            <a:pPr marL="285750" indent="-285750" defTabSz="9144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Type I characteristic between point a and point c:</a:t>
            </a:r>
          </a:p>
          <a:p>
            <a:pPr marL="285750" indent="-285750" defTabSz="9144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point c is on the centerline and a corner point of the test section, </a:t>
            </a:r>
            <a:br>
              <a:rPr 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E38D3A9-E4D5-432E-98C6-996D1A993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929" y="4638103"/>
            <a:ext cx="2084799" cy="460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C4EE44-D70A-4E80-9026-7B83119DF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929" y="5094901"/>
            <a:ext cx="1869818" cy="301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62E533-74DB-4CE6-85ED-501992955A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268" r="16912"/>
          <a:stretch/>
        </p:blipFill>
        <p:spPr>
          <a:xfrm>
            <a:off x="9027459" y="4414523"/>
            <a:ext cx="2851455" cy="2171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7A2B23-410C-4AB1-AA1D-240A52C8E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072" y="6008514"/>
            <a:ext cx="2435545" cy="2896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2B12FE-3CAE-435C-9979-E8313EA11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784" y="5800331"/>
            <a:ext cx="1818703" cy="621021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0C0BB26C-F5A9-42D8-AB2F-84D2E31C9F08}"/>
              </a:ext>
            </a:extLst>
          </p:cNvPr>
          <p:cNvSpPr/>
          <p:nvPr/>
        </p:nvSpPr>
        <p:spPr>
          <a:xfrm>
            <a:off x="5307784" y="4796118"/>
            <a:ext cx="1164053" cy="143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96777AA-D317-47F7-AE2A-F9F99C7361B8}"/>
              </a:ext>
            </a:extLst>
          </p:cNvPr>
          <p:cNvSpPr/>
          <p:nvPr/>
        </p:nvSpPr>
        <p:spPr>
          <a:xfrm>
            <a:off x="5499658" y="5137000"/>
            <a:ext cx="1164053" cy="1434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B007B-35B2-45EE-8199-2F46BF2A2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328" y="452062"/>
            <a:ext cx="3743066" cy="33674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1A2951-956B-4C8A-8366-AE747F6F8CE7}"/>
              </a:ext>
            </a:extLst>
          </p:cNvPr>
          <p:cNvSpPr txBox="1"/>
          <p:nvPr/>
        </p:nvSpPr>
        <p:spPr>
          <a:xfrm>
            <a:off x="8701885" y="2194865"/>
            <a:ext cx="261685" cy="380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D81C7-FD24-40BF-900F-39D7131C4EC4}"/>
              </a:ext>
            </a:extLst>
          </p:cNvPr>
          <p:cNvSpPr txBox="1"/>
          <p:nvPr/>
        </p:nvSpPr>
        <p:spPr>
          <a:xfrm>
            <a:off x="8963570" y="2236664"/>
            <a:ext cx="261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CC8C4A-2AEE-4BCA-8695-67A1860094B9}"/>
              </a:ext>
            </a:extLst>
          </p:cNvPr>
          <p:cNvSpPr/>
          <p:nvPr/>
        </p:nvSpPr>
        <p:spPr>
          <a:xfrm>
            <a:off x="8747603" y="2236664"/>
            <a:ext cx="130843" cy="10906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740E21-F8FD-4D7C-88E1-29FB4E77F509}"/>
              </a:ext>
            </a:extLst>
          </p:cNvPr>
          <p:cNvSpPr/>
          <p:nvPr/>
        </p:nvSpPr>
        <p:spPr>
          <a:xfrm>
            <a:off x="9052404" y="2245628"/>
            <a:ext cx="130843" cy="10906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C48B54-ABCD-4742-A0C1-AE90EECD5A80}"/>
              </a:ext>
            </a:extLst>
          </p:cNvPr>
          <p:cNvSpPr/>
          <p:nvPr/>
        </p:nvSpPr>
        <p:spPr>
          <a:xfrm>
            <a:off x="9393064" y="2263557"/>
            <a:ext cx="130843" cy="10906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EDF1E9-5DBF-4A17-BF93-5B4310A87B78}"/>
              </a:ext>
            </a:extLst>
          </p:cNvPr>
          <p:cNvSpPr txBox="1"/>
          <p:nvPr/>
        </p:nvSpPr>
        <p:spPr>
          <a:xfrm>
            <a:off x="9490662" y="2185415"/>
            <a:ext cx="261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00510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417"/>
    </mc:Choice>
    <mc:Fallback xmlns="">
      <p:transition spd="slow" advTm="269417"/>
    </mc:Fallback>
  </mc:AlternateContent>
  <p:extLst>
    <p:ext uri="{3A86A75C-4F4B-4683-9AE1-C65F6400EC91}">
      <p14:laserTraceLst xmlns:p14="http://schemas.microsoft.com/office/powerpoint/2010/main">
        <p14:tracePtLst>
          <p14:tracePt t="1201" x="6892925" y="68263"/>
          <p14:tracePt t="1210" x="6638925" y="296863"/>
          <p14:tracePt t="1229" x="6372225" y="446088"/>
          <p14:tracePt t="1236" x="6254750" y="501650"/>
          <p14:tracePt t="1245" x="6129338" y="550863"/>
          <p14:tracePt t="1254" x="5994400" y="606425"/>
          <p14:tracePt t="1267" x="5875338" y="650875"/>
          <p14:tracePt t="1277" x="5621338" y="712788"/>
          <p14:tracePt t="1291" x="5429250" y="781050"/>
          <p14:tracePt t="1305" x="5330825" y="804863"/>
          <p14:tracePt t="1318" x="5151438" y="866775"/>
          <p14:tracePt t="1339" x="5051425" y="904875"/>
          <p14:tracePt t="1363" x="5008563" y="922338"/>
          <p14:tracePt t="1381" x="5002213" y="928688"/>
          <p14:tracePt t="1396" x="5002213" y="941388"/>
          <p14:tracePt t="1404" x="5002213" y="990600"/>
          <p14:tracePt t="1411" x="5014913" y="1009650"/>
          <p14:tracePt t="1424" x="5032375" y="1035050"/>
          <p14:tracePt t="1438" x="5070475" y="1077913"/>
          <p14:tracePt t="1456" x="5113338" y="1133475"/>
          <p14:tracePt t="1468" x="5187950" y="1208088"/>
          <p14:tracePt t="1480" x="5213350" y="1227138"/>
          <p14:tracePt t="1486" x="5268913" y="1257300"/>
          <p14:tracePt t="1498" x="5343525" y="1306513"/>
          <p14:tracePt t="1508" x="5386388" y="1331913"/>
          <p14:tracePt t="1524" x="5529263" y="1406525"/>
          <p14:tracePt t="1539" x="5738813" y="1481138"/>
          <p14:tracePt t="1563" x="5962650" y="1585913"/>
          <p14:tracePt t="1568" x="6067425" y="1628775"/>
          <p14:tracePt t="1581" x="6161088" y="1666875"/>
          <p14:tracePt t="1589" x="6303963" y="1709738"/>
          <p14:tracePt t="1597" x="6359525" y="1735138"/>
          <p14:tracePt t="1618" x="6408738" y="1746250"/>
          <p14:tracePt t="1630" x="6464300" y="1752600"/>
          <p14:tracePt t="1639" x="6489700" y="1752600"/>
          <p14:tracePt t="1649" x="6508750" y="1752600"/>
          <p14:tracePt t="1656" x="6515100" y="1752600"/>
          <p14:tracePt t="1759" x="6515100" y="1758950"/>
          <p14:tracePt t="1772" x="6515100" y="1765300"/>
          <p14:tracePt t="1779" x="6515100" y="1778000"/>
          <p14:tracePt t="1793" x="6515100" y="1784350"/>
          <p14:tracePt t="1803" x="6519863" y="1797050"/>
          <p14:tracePt t="1816" x="6519863" y="1803400"/>
          <p14:tracePt t="1822" x="6519863" y="1814513"/>
          <p14:tracePt t="1831" x="6519863" y="1820863"/>
          <p14:tracePt t="1840" x="6526213" y="1827213"/>
          <p14:tracePt t="1853" x="6526213" y="1833563"/>
          <p14:tracePt t="1865" x="6538913" y="1839913"/>
          <p14:tracePt t="1877" x="6551613" y="1852613"/>
          <p14:tracePt t="1895" x="6551613" y="1858963"/>
          <p14:tracePt t="1909" x="6557963" y="1858963"/>
          <p14:tracePt t="1917" x="6557963" y="1871663"/>
          <p14:tracePt t="2054" x="6557963" y="1858963"/>
          <p14:tracePt t="2067" x="6538913" y="1814513"/>
          <p14:tracePt t="2078" x="6526213" y="1797050"/>
          <p14:tracePt t="2089" x="6526213" y="1790700"/>
          <p14:tracePt t="2863" x="6545263" y="1797050"/>
          <p14:tracePt t="2889" x="6638925" y="1865313"/>
          <p14:tracePt t="2896" x="6669088" y="1882775"/>
          <p14:tracePt t="2909" x="6700838" y="1901825"/>
          <p14:tracePt t="2917" x="6707188" y="1920875"/>
          <p14:tracePt t="2929" x="6724650" y="1927225"/>
          <p14:tracePt t="2939" x="6750050" y="1938338"/>
          <p14:tracePt t="2953" x="6762750" y="1957388"/>
          <p14:tracePt t="2968" x="6769100" y="1963738"/>
          <p14:tracePt t="2971" x="6775450" y="1970088"/>
          <p14:tracePt t="2983" x="6775450" y="2000250"/>
          <p14:tracePt t="2987" x="6775450" y="2006600"/>
          <p14:tracePt t="3001" x="6769100" y="2025650"/>
          <p14:tracePt t="3003" x="6750050" y="2032000"/>
          <p14:tracePt t="3012" x="6724650" y="2051050"/>
          <p14:tracePt t="3020" x="6707188" y="2063750"/>
          <p14:tracePt t="3038" x="6662738" y="2087563"/>
          <p14:tracePt t="3051" x="6607175" y="2119313"/>
          <p14:tracePt t="3066" x="6570663" y="2143125"/>
          <p14:tracePt t="3083" x="6434138" y="2181225"/>
          <p14:tracePt t="3102" x="6316663" y="2192338"/>
          <p14:tracePt t="3115" x="6216650" y="2205038"/>
          <p14:tracePt t="3119" x="6118225" y="2217738"/>
          <p14:tracePt t="3141" x="5578475" y="2273300"/>
          <p14:tracePt t="3162" x="5026025" y="2292350"/>
          <p14:tracePt t="3168" x="4754563" y="2292350"/>
          <p14:tracePt t="3180" x="4518025" y="2292350"/>
          <p14:tracePt t="3190" x="4240213" y="2279650"/>
          <p14:tracePt t="3197" x="3986213" y="2249488"/>
          <p14:tracePt t="3209" x="3495675" y="2143125"/>
          <p14:tracePt t="3214" x="3340100" y="2087563"/>
          <p14:tracePt t="3224" x="3205163" y="2019300"/>
          <p14:tracePt t="3232" x="3079750" y="1938338"/>
          <p14:tracePt t="3250" x="2894013" y="1765300"/>
          <p14:tracePt t="3266" x="2776538" y="1585913"/>
          <p14:tracePt t="3271" x="2740025" y="1498600"/>
          <p14:tracePt t="3277" x="2714625" y="1412875"/>
          <p14:tracePt t="3284" x="2701925" y="1325563"/>
          <p14:tracePt t="3309" x="2757488" y="1065213"/>
          <p14:tracePt t="3316" x="2814638" y="979488"/>
          <p14:tracePt t="3324" x="2851150" y="904875"/>
          <p14:tracePt t="3333" x="2913063" y="811213"/>
          <p14:tracePt t="3345" x="2962275" y="755650"/>
          <p14:tracePt t="3352" x="2987675" y="725488"/>
          <p14:tracePt t="3365" x="3024188" y="681038"/>
          <p14:tracePt t="3383" x="3049588" y="663575"/>
          <p14:tracePt t="3405" x="3074988" y="663575"/>
          <p14:tracePt t="3415" x="3086100" y="663575"/>
          <p14:tracePt t="3419" x="3117850" y="663575"/>
          <p14:tracePt t="3425" x="3167063" y="650875"/>
          <p14:tracePt t="3435" x="3205163" y="650875"/>
          <p14:tracePt t="3438" x="3267075" y="650875"/>
          <p14:tracePt t="3450" x="3322638" y="644525"/>
          <p14:tracePt t="3467" x="3403600" y="644525"/>
          <p14:tracePt t="3485" x="3625850" y="644525"/>
          <p14:tracePt t="3492" x="3706813" y="644525"/>
          <p14:tracePt t="3509" x="3817938" y="657225"/>
          <p14:tracePt t="3523" x="3843338" y="663575"/>
          <p14:tracePt t="3526" x="3886200" y="674688"/>
          <p14:tracePt t="3537" x="3922713" y="681038"/>
          <p14:tracePt t="3552" x="3986213" y="712788"/>
          <p14:tracePt t="3565" x="4052888" y="730250"/>
          <p14:tracePt t="3585" x="4097338" y="749300"/>
          <p14:tracePt t="3589" x="4116388" y="755650"/>
          <p14:tracePt t="3600" x="4133850" y="762000"/>
          <p14:tracePt t="3614" x="4140200" y="781050"/>
          <p14:tracePt t="3619" x="4146550" y="787400"/>
          <p14:tracePt t="3628" x="4159250" y="811213"/>
          <p14:tracePt t="3642" x="4171950" y="836613"/>
          <p14:tracePt t="3647" x="4189413" y="855663"/>
          <p14:tracePt t="3658" x="4195763" y="866775"/>
          <p14:tracePt t="3665" x="4202113" y="873125"/>
          <p14:tracePt t="3682" x="4246563" y="917575"/>
          <p14:tracePt t="3704" x="4264025" y="922338"/>
          <p14:tracePt t="3720" x="4289425" y="922338"/>
          <p14:tracePt t="3733" x="4308475" y="928688"/>
          <p14:tracePt t="3750" x="4325938" y="941388"/>
          <p14:tracePt t="3767" x="4332288" y="947738"/>
          <p14:tracePt t="3783" x="4338638" y="947738"/>
          <p14:tracePt t="3802" x="4344988" y="947738"/>
          <p14:tracePt t="4278" x="4344988" y="954088"/>
          <p14:tracePt t="4292" x="4338638" y="966788"/>
          <p14:tracePt t="4683" x="4332288" y="966788"/>
          <p14:tracePt t="4842" x="4319588" y="966788"/>
          <p14:tracePt t="4858" x="4313238" y="966788"/>
          <p14:tracePt t="4870" x="4308475" y="966788"/>
          <p14:tracePt t="4884" x="4302125" y="966788"/>
          <p14:tracePt t="4899" x="4295775" y="960438"/>
          <p14:tracePt t="4919" x="4283075" y="954088"/>
          <p14:tracePt t="4936" x="4276725" y="954088"/>
          <p14:tracePt t="4942" x="4264025" y="954088"/>
          <p14:tracePt t="4947" x="4257675" y="954088"/>
          <p14:tracePt t="4958" x="4251325" y="954088"/>
          <p14:tracePt t="4968" x="4246563" y="954088"/>
          <p14:tracePt t="4982" x="4221163" y="947738"/>
          <p14:tracePt t="4989" x="4214813" y="947738"/>
          <p14:tracePt t="4999" x="4208463" y="935038"/>
          <p14:tracePt t="5015" x="4202113" y="935038"/>
          <p14:tracePt t="5024" x="4195763" y="935038"/>
          <p14:tracePt t="5036" x="4178300" y="928688"/>
          <p14:tracePt t="5054" x="4171950" y="928688"/>
          <p14:tracePt t="5069" x="4165600" y="928688"/>
          <p14:tracePt t="5085" x="4146550" y="928688"/>
          <p14:tracePt t="5106" x="4127500" y="928688"/>
          <p14:tracePt t="5112" x="4121150" y="928688"/>
          <p14:tracePt t="5123" x="4110038" y="928688"/>
          <p14:tracePt t="5132" x="4090988" y="922338"/>
          <p14:tracePt t="5150" x="4078288" y="922338"/>
          <p14:tracePt t="5166" x="4065588" y="922338"/>
          <p14:tracePt t="5185" x="4052888" y="922338"/>
          <p14:tracePt t="5195" x="4041775" y="922338"/>
          <p14:tracePt t="5200" x="4035425" y="922338"/>
          <p14:tracePt t="5209" x="4022725" y="922338"/>
          <p14:tracePt t="5219" x="4016375" y="922338"/>
          <p14:tracePt t="5229" x="3990975" y="922338"/>
          <p14:tracePt t="5239" x="3973513" y="928688"/>
          <p14:tracePt t="5253" x="3929063" y="941388"/>
          <p14:tracePt t="5271" x="3873500" y="960438"/>
          <p14:tracePt t="5285" x="3768725" y="979488"/>
          <p14:tracePt t="5300" x="3687763" y="1009650"/>
          <p14:tracePt t="5316" x="3619500" y="1022350"/>
          <p14:tracePt t="5332" x="3465513" y="1041400"/>
          <p14:tracePt t="5351" x="3378200" y="1041400"/>
          <p14:tracePt t="5359" x="3340100" y="1052513"/>
          <p14:tracePt t="5368" x="3316288" y="1052513"/>
          <p14:tracePt t="5376" x="3278188" y="1052513"/>
          <p14:tracePt t="5385" x="3241675" y="1052513"/>
          <p14:tracePt t="5400" x="3154363" y="1052513"/>
          <p14:tracePt t="5417" x="3017838" y="1052513"/>
          <p14:tracePt t="5422" x="2968625" y="1052513"/>
          <p14:tracePt t="5434" x="2801938" y="1052513"/>
          <p14:tracePt t="5445" x="2714625" y="1052513"/>
          <p14:tracePt t="5451" x="2633663" y="1052513"/>
          <p14:tracePt t="5465" x="2535238" y="1052513"/>
          <p14:tracePt t="5472" x="2435225" y="1052513"/>
          <p14:tracePt t="5483" x="2336800" y="1052513"/>
          <p14:tracePt t="5502" x="2119313" y="1052513"/>
          <p14:tracePt t="5518" x="1965325" y="1047750"/>
          <p14:tracePt t="5543" x="1741488" y="1022350"/>
          <p14:tracePt t="5553" x="1673225" y="1009650"/>
          <p14:tracePt t="5564" x="1587500" y="996950"/>
          <p14:tracePt t="5574" x="1382713" y="973138"/>
          <p14:tracePt t="5583" x="1295400" y="947738"/>
          <p14:tracePt t="5592" x="1208088" y="922338"/>
          <p14:tracePt t="5601" x="1109663" y="898525"/>
          <p14:tracePt t="5618" x="936625" y="849313"/>
          <p14:tracePt t="5624" x="849313" y="823913"/>
          <p14:tracePt t="5628" x="755650" y="787400"/>
          <p14:tracePt t="5639" x="687388" y="749300"/>
          <p14:tracePt t="5651" x="539750" y="687388"/>
          <p14:tracePt t="5667" x="347663" y="612775"/>
          <p14:tracePt t="5675" x="228600" y="569913"/>
          <p14:tracePt t="5684" x="123825" y="544513"/>
          <p14:tracePt t="6293" x="7313613" y="80963"/>
          <p14:tracePt t="6304" x="7369175" y="117475"/>
          <p14:tracePt t="6309" x="7400925" y="142875"/>
          <p14:tracePt t="6317" x="7431088" y="185738"/>
          <p14:tracePt t="6334" x="7469188" y="234950"/>
          <p14:tracePt t="6354" x="7493000" y="296863"/>
          <p14:tracePt t="6359" x="7505700" y="334963"/>
          <p14:tracePt t="6373" x="7512050" y="403225"/>
          <p14:tracePt t="6383" x="7524750" y="471488"/>
          <p14:tracePt t="6389" x="7524750" y="539750"/>
          <p14:tracePt t="6402" x="7524750" y="576263"/>
          <p14:tracePt t="6417" x="7524750" y="650875"/>
          <p14:tracePt t="6420" x="7524750" y="687388"/>
          <p14:tracePt t="6434" x="7512050" y="742950"/>
          <p14:tracePt t="6442" x="7493000" y="787400"/>
          <p14:tracePt t="6449" x="7475538" y="811213"/>
          <p14:tracePt t="6458" x="7456488" y="836613"/>
          <p14:tracePt t="6460" x="7456488" y="855663"/>
          <p14:tracePt t="6469" x="7450138" y="860425"/>
          <p14:tracePt t="6484" x="7437438" y="873125"/>
          <p14:tracePt t="6500" x="7431088" y="898525"/>
          <p14:tracePt t="6519" x="7424738" y="922338"/>
          <p14:tracePt t="6526" x="7407275" y="941388"/>
          <p14:tracePt t="6533" x="7400925" y="954088"/>
          <p14:tracePt t="6540" x="7369175" y="973138"/>
          <p14:tracePt t="6550" x="7351713" y="990600"/>
          <p14:tracePt t="6556" x="7326313" y="1003300"/>
          <p14:tracePt t="6574" x="7270750" y="1041400"/>
          <p14:tracePt t="6589" x="7215188" y="1065213"/>
          <p14:tracePt t="6606" x="7146925" y="1103313"/>
          <p14:tracePt t="6618" x="7053263" y="1133475"/>
          <p14:tracePt t="6635" x="7016750" y="1146175"/>
          <p14:tracePt t="6652" x="6831013" y="1214438"/>
          <p14:tracePt t="6668" x="6750050" y="1227138"/>
          <p14:tracePt t="6683" x="6594475" y="1250950"/>
          <p14:tracePt t="6702" x="6223000" y="1289050"/>
          <p14:tracePt t="6712" x="6124575" y="1301750"/>
          <p14:tracePt t="6719" x="5988050" y="1312863"/>
          <p14:tracePt t="6733" x="5789613" y="1312863"/>
          <p14:tracePt t="6749" x="5689600" y="1312863"/>
          <p14:tracePt t="6756" x="5610225" y="1312863"/>
          <p14:tracePt t="6768" x="5441950" y="1312863"/>
          <p14:tracePt t="6772" x="5373688" y="1312863"/>
          <p14:tracePt t="6789" x="5286375" y="1306513"/>
          <p14:tracePt t="6802" x="5207000" y="1295400"/>
          <p14:tracePt t="6819" x="5051425" y="1270000"/>
          <p14:tracePt t="6829" x="4908550" y="1227138"/>
          <p14:tracePt t="6837" x="4846638" y="1189038"/>
          <p14:tracePt t="6844" x="4822825" y="1158875"/>
          <p14:tracePt t="6854" x="4797425" y="1120775"/>
          <p14:tracePt t="6868" x="4791075" y="1084263"/>
          <p14:tracePt t="6884" x="4791075" y="917575"/>
          <p14:tracePt t="6901" x="4791075" y="849313"/>
          <p14:tracePt t="6918" x="4840288" y="781050"/>
          <p14:tracePt t="6931" x="4872038" y="755650"/>
          <p14:tracePt t="6935" x="4940300" y="719138"/>
          <p14:tracePt t="6944" x="5045075" y="681038"/>
          <p14:tracePt t="6953" x="5181600" y="638175"/>
          <p14:tracePt t="6968" x="5597525" y="563563"/>
          <p14:tracePt t="6985" x="6278563" y="544513"/>
          <p14:tracePt t="6989" x="6662738" y="576263"/>
          <p14:tracePt t="7005" x="7424738" y="762000"/>
          <p14:tracePt t="7014" x="7742238" y="879475"/>
          <p14:tracePt t="7021" x="8026400" y="1016000"/>
          <p14:tracePt t="7031" x="8293100" y="1165225"/>
          <p14:tracePt t="7037" x="8497888" y="1319213"/>
          <p14:tracePt t="7044" x="8647113" y="1436688"/>
          <p14:tracePt t="7059" x="8918575" y="1666875"/>
          <p14:tracePt t="7069" x="9031288" y="1790700"/>
          <p14:tracePt t="7084" x="9105900" y="1882775"/>
          <p14:tracePt t="7089" x="9167813" y="1957388"/>
          <p14:tracePt t="7101" x="9229725" y="2044700"/>
          <p14:tracePt t="7118" x="9236075" y="2100263"/>
          <p14:tracePt t="7126" x="9236075" y="2112963"/>
          <p14:tracePt t="7133" x="9236075" y="2130425"/>
          <p14:tracePt t="7140" x="9223375" y="2149475"/>
          <p14:tracePt t="7147" x="9210675" y="2155825"/>
          <p14:tracePt t="7154" x="9191625" y="2162175"/>
          <p14:tracePt t="7162" x="9167813" y="2162175"/>
          <p14:tracePt t="7171" x="9148763" y="2174875"/>
          <p14:tracePt t="7183" x="9117013" y="2181225"/>
          <p14:tracePt t="7202" x="9080500" y="2217738"/>
          <p14:tracePt t="7219" x="9074150" y="2224088"/>
          <p14:tracePt t="7225" x="9055100" y="2230438"/>
          <p14:tracePt t="7232" x="9048750" y="2236788"/>
          <p14:tracePt t="7237" x="9031288" y="2243138"/>
          <p14:tracePt t="7256" x="8986838" y="2260600"/>
          <p14:tracePt t="7268" x="8882063" y="2292350"/>
          <p14:tracePt t="7290" x="8777288" y="2305050"/>
          <p14:tracePt t="7293" x="8709025" y="2305050"/>
          <p14:tracePt t="7301" x="8683625" y="2305050"/>
          <p14:tracePt t="7319" x="8596313" y="2305050"/>
          <p14:tracePt t="7336" x="8547100" y="2298700"/>
          <p14:tracePt t="7342" x="8528050" y="2292350"/>
          <p14:tracePt t="7351" x="8491538" y="2273300"/>
          <p14:tracePt t="7357" x="8461375" y="2260600"/>
          <p14:tracePt t="7364" x="8455025" y="2254250"/>
          <p14:tracePt t="7371" x="8442325" y="2249488"/>
          <p14:tracePt t="7384" x="8423275" y="2236788"/>
          <p14:tracePt t="7400" x="8416925" y="2230438"/>
          <p14:tracePt t="7403" x="8410575" y="2224088"/>
          <p14:tracePt t="7420" x="8410575" y="2217738"/>
          <p14:tracePt t="7436" x="8404225" y="2211388"/>
          <p14:tracePt t="7469" x="8404225" y="2205038"/>
          <p14:tracePt t="7480" x="8404225" y="2198688"/>
          <p14:tracePt t="7488" x="8404225" y="2181225"/>
          <p14:tracePt t="7492" x="8404225" y="2174875"/>
          <p14:tracePt t="7503" x="8404225" y="2168525"/>
          <p14:tracePt t="7508" x="8404225" y="2149475"/>
          <p14:tracePt t="7517" x="8404225" y="2143125"/>
          <p14:tracePt t="7535" x="8404225" y="2130425"/>
          <p14:tracePt t="7540" x="8404225" y="2125663"/>
          <p14:tracePt t="7555" x="8404225" y="2119313"/>
          <p14:tracePt t="7567" x="8404225" y="2112963"/>
          <p14:tracePt t="7585" x="8404225" y="2093913"/>
          <p14:tracePt t="7601" x="8404225" y="2087563"/>
          <p14:tracePt t="7605" x="8404225" y="2081213"/>
          <p14:tracePt t="7610" x="8410575" y="2074863"/>
          <p14:tracePt t="7620" x="8410575" y="2068513"/>
          <p14:tracePt t="7635" x="8416925" y="2057400"/>
          <p14:tracePt t="7643" x="8416925" y="2038350"/>
          <p14:tracePt t="7655" x="8416925" y="2032000"/>
          <p14:tracePt t="7669" x="8423275" y="2019300"/>
          <p14:tracePt t="7685" x="8429625" y="2012950"/>
          <p14:tracePt t="7690" x="8429625" y="2000250"/>
          <p14:tracePt t="7701" x="8435975" y="2000250"/>
          <p14:tracePt t="7719" x="8442325" y="1995488"/>
          <p14:tracePt t="7857" x="8455025" y="1989138"/>
          <p14:tracePt t="7886" x="8455025" y="1982788"/>
          <p14:tracePt t="7965" x="8455025" y="1976438"/>
          <p14:tracePt t="8030" x="8455025" y="1970088"/>
          <p14:tracePt t="8040" x="8455025" y="1963738"/>
          <p14:tracePt t="8056" x="8455025" y="1951038"/>
          <p14:tracePt t="8061" x="8455025" y="1944688"/>
          <p14:tracePt t="8071" x="8455025" y="1938338"/>
          <p14:tracePt t="8085" x="8448675" y="1933575"/>
          <p14:tracePt t="8103" x="8448675" y="1927225"/>
          <p14:tracePt t="8150" x="8448675" y="1920875"/>
          <p14:tracePt t="8205" x="8461375" y="1927225"/>
          <p14:tracePt t="8217" x="8466138" y="1944688"/>
          <p14:tracePt t="8230" x="8478838" y="1976438"/>
          <p14:tracePt t="8240" x="8485188" y="1995488"/>
          <p14:tracePt t="8244" x="8485188" y="2000250"/>
          <p14:tracePt t="8399" x="8478838" y="1989138"/>
          <p14:tracePt t="8412" x="8472488" y="1970088"/>
          <p14:tracePt t="8428" x="8472488" y="1957388"/>
          <p14:tracePt t="8439" x="8472488" y="1951038"/>
          <p14:tracePt t="8453" x="8461375" y="1944688"/>
          <p14:tracePt t="8463" x="8461375" y="1938338"/>
          <p14:tracePt t="8489" x="8461375" y="1927225"/>
          <p14:tracePt t="8509" x="8461375" y="1920875"/>
          <p14:tracePt t="8516" x="8466138" y="1920875"/>
          <p14:tracePt t="8532" x="8472488" y="1914525"/>
          <p14:tracePt t="8553" x="8478838" y="1914525"/>
          <p14:tracePt t="8558" x="8485188" y="1908175"/>
          <p14:tracePt t="8580" x="8491538" y="1908175"/>
          <p14:tracePt t="8599" x="8491538" y="1901825"/>
          <p14:tracePt t="8956" x="8485188" y="1901825"/>
          <p14:tracePt t="8999" x="8478838" y="1901825"/>
          <p14:tracePt t="9053" x="8472488" y="1901825"/>
          <p14:tracePt t="9082" x="8461375" y="1901825"/>
          <p14:tracePt t="9100" x="8461375" y="1908175"/>
          <p14:tracePt t="9112" x="8461375" y="1957388"/>
          <p14:tracePt t="9121" x="8455025" y="2012950"/>
          <p14:tracePt t="9133" x="8442325" y="2136775"/>
          <p14:tracePt t="9151" x="8429625" y="2243138"/>
          <p14:tracePt t="9169" x="8416925" y="2341563"/>
          <p14:tracePt t="9176" x="8410575" y="2397125"/>
          <p14:tracePt t="9185" x="8410575" y="2465388"/>
          <p14:tracePt t="9189" x="8410575" y="2514600"/>
          <p14:tracePt t="9212" x="8410575" y="2582863"/>
          <p14:tracePt t="9221" x="8410575" y="2601913"/>
          <p14:tracePt t="9434" x="8410575" y="2589213"/>
          <p14:tracePt t="9445" x="8410575" y="2571750"/>
          <p14:tracePt t="9451" x="8410575" y="2565400"/>
          <p14:tracePt t="9459" x="8410575" y="2559050"/>
          <p14:tracePt t="9478" x="8410575" y="2527300"/>
          <p14:tracePt t="9482" x="8410575" y="2520950"/>
          <p14:tracePt t="9499" x="8416925" y="2497138"/>
          <p14:tracePt t="9509" x="8416925" y="2484438"/>
          <p14:tracePt t="9516" x="8416925" y="2478088"/>
          <p14:tracePt t="9521" x="8416925" y="2459038"/>
          <p14:tracePt t="9531" x="8416925" y="2446338"/>
          <p14:tracePt t="9539" x="8416925" y="2428875"/>
          <p14:tracePt t="9551" x="8416925" y="2416175"/>
          <p14:tracePt t="9555" x="8416925" y="2397125"/>
          <p14:tracePt t="9568" x="8429625" y="2384425"/>
          <p14:tracePt t="9571" x="8435975" y="2373313"/>
          <p14:tracePt t="9584" x="8435975" y="2360613"/>
          <p14:tracePt t="9591" x="8442325" y="2360613"/>
          <p14:tracePt t="9603" x="8442325" y="2354263"/>
          <p14:tracePt t="9619" x="8448675" y="2354263"/>
          <p14:tracePt t="10087" x="8455025" y="2354263"/>
          <p14:tracePt t="10100" x="8478838" y="2354263"/>
          <p14:tracePt t="10115" x="8491538" y="2366963"/>
          <p14:tracePt t="10123" x="8547100" y="2384425"/>
          <p14:tracePt t="10136" x="8572500" y="2384425"/>
          <p14:tracePt t="10142" x="8591550" y="2384425"/>
          <p14:tracePt t="10150" x="8615363" y="2384425"/>
          <p14:tracePt t="10154" x="8640763" y="2384425"/>
          <p14:tracePt t="10168" x="8658225" y="2384425"/>
          <p14:tracePt t="10173" x="8683625" y="2384425"/>
          <p14:tracePt t="10182" x="8709025" y="2384425"/>
          <p14:tracePt t="10188" x="8726488" y="2384425"/>
          <p14:tracePt t="10196" x="8739188" y="2384425"/>
          <p14:tracePt t="10206" x="8758238" y="2384425"/>
          <p14:tracePt t="10214" x="8783638" y="2384425"/>
          <p14:tracePt t="10225" x="8801100" y="2384425"/>
          <p14:tracePt t="10229" x="8813800" y="2384425"/>
          <p14:tracePt t="10240" x="8832850" y="2373313"/>
          <p14:tracePt t="10248" x="8851900" y="2373313"/>
          <p14:tracePt t="10261" x="8863013" y="2366963"/>
          <p14:tracePt t="10278" x="8869363" y="2366963"/>
          <p14:tracePt t="10301" x="8875713" y="2366963"/>
          <p14:tracePt t="10725" x="8875713" y="2384425"/>
          <p14:tracePt t="10735" x="8875713" y="2403475"/>
          <p14:tracePt t="10753" x="8888413" y="2446338"/>
          <p14:tracePt t="10760" x="8894763" y="2459038"/>
          <p14:tracePt t="10776" x="8901113" y="2471738"/>
          <p14:tracePt t="10786" x="8907463" y="2471738"/>
          <p14:tracePt t="10807" x="8918575" y="2471738"/>
          <p14:tracePt t="10838" x="8924925" y="2471738"/>
          <p14:tracePt t="10860" x="8950325" y="2465388"/>
          <p14:tracePt t="10869" x="8969375" y="2459038"/>
          <p14:tracePt t="10880" x="8986838" y="2452688"/>
          <p14:tracePt t="10886" x="8999538" y="2452688"/>
          <p14:tracePt t="10894" x="9018588" y="2441575"/>
          <p14:tracePt t="10905" x="9048750" y="2435225"/>
          <p14:tracePt t="10918" x="9093200" y="2422525"/>
          <p14:tracePt t="10936" x="9123363" y="2416175"/>
          <p14:tracePt t="10953" x="9136063" y="2416175"/>
          <p14:tracePt t="10961" x="9142413" y="2416175"/>
          <p14:tracePt t="11320" x="9161463" y="2416175"/>
          <p14:tracePt t="11332" x="9174163" y="2416175"/>
          <p14:tracePt t="11342" x="9223375" y="2435225"/>
          <p14:tracePt t="11351" x="9247188" y="2446338"/>
          <p14:tracePt t="11358" x="9285288" y="2452688"/>
          <p14:tracePt t="11368" x="9309100" y="2452688"/>
          <p14:tracePt t="11379" x="9353550" y="2465388"/>
          <p14:tracePt t="11388" x="9439275" y="2471738"/>
          <p14:tracePt t="11395" x="9477375" y="2471738"/>
          <p14:tracePt t="11404" x="9501188" y="2471738"/>
          <p14:tracePt t="11413" x="9532938" y="2471738"/>
          <p14:tracePt t="11421" x="9558338" y="2471738"/>
          <p14:tracePt t="11435" x="9588500" y="2471738"/>
          <p14:tracePt t="11455" x="9613900" y="2471738"/>
          <p14:tracePt t="11479" x="9613900" y="2465388"/>
          <p14:tracePt t="11846" x="9607550" y="2465388"/>
          <p14:tracePt t="11861" x="9594850" y="2446338"/>
          <p14:tracePt t="11872" x="9588500" y="2422525"/>
          <p14:tracePt t="11885" x="9569450" y="2366963"/>
          <p14:tracePt t="11902" x="9551988" y="2292350"/>
          <p14:tracePt t="11919" x="9520238" y="2168525"/>
          <p14:tracePt t="11924" x="9520238" y="2130425"/>
          <p14:tracePt t="11938" x="9520238" y="2081213"/>
          <p14:tracePt t="11942" x="9507538" y="2057400"/>
          <p14:tracePt t="11947" x="9507538" y="2025650"/>
          <p14:tracePt t="11958" x="9507538" y="2000250"/>
          <p14:tracePt t="11968" x="9513888" y="1976438"/>
          <p14:tracePt t="11989" x="9532938" y="1933575"/>
          <p14:tracePt t="11997" x="9545638" y="1927225"/>
          <p14:tracePt t="12005" x="9558338" y="1901825"/>
          <p14:tracePt t="12010" x="9575800" y="1895475"/>
          <p14:tracePt t="12020" x="9575800" y="1889125"/>
          <p14:tracePt t="12036" x="9607550" y="1852613"/>
          <p14:tracePt t="12052" x="9626600" y="1839913"/>
          <p14:tracePt t="12076" x="9650413" y="1809750"/>
          <p14:tracePt t="12091" x="9656763" y="1797050"/>
          <p14:tracePt t="12110" x="9663113" y="1784350"/>
          <p14:tracePt t="12157" x="9663113" y="1778000"/>
          <p14:tracePt t="12175" x="9663113" y="1771650"/>
          <p14:tracePt t="12276" x="9663113" y="1765300"/>
          <p14:tracePt t="12302" x="9663113" y="1758950"/>
          <p14:tracePt t="12316" x="9656763" y="1758950"/>
          <p14:tracePt t="12328" x="9644063" y="1752600"/>
          <p14:tracePt t="12350" x="9637713" y="1746250"/>
          <p14:tracePt t="12364" x="9637713" y="1741488"/>
          <p14:tracePt t="12370" x="9631363" y="1728788"/>
          <p14:tracePt t="12388" x="9631363" y="1722438"/>
          <p14:tracePt t="12402" x="9631363" y="1709738"/>
          <p14:tracePt t="12419" x="9631363" y="1703388"/>
          <p14:tracePt t="12435" x="9631363" y="1679575"/>
          <p14:tracePt t="12452" x="9631363" y="1666875"/>
          <p14:tracePt t="12469" x="9637713" y="1641475"/>
          <p14:tracePt t="12487" x="9650413" y="1628775"/>
          <p14:tracePt t="12492" x="9650413" y="1622425"/>
          <p14:tracePt t="12497" x="9656763" y="1617663"/>
          <p14:tracePt t="12515" x="9663113" y="1611313"/>
          <p14:tracePt t="12525" x="9669463" y="1604963"/>
          <p14:tracePt t="12535" x="9694863" y="1585913"/>
          <p14:tracePt t="12540" x="9699625" y="1579563"/>
          <p14:tracePt t="12559" x="9744075" y="1560513"/>
          <p14:tracePt t="12570" x="9786938" y="1543050"/>
          <p14:tracePt t="12579" x="9812338" y="1536700"/>
          <p14:tracePt t="12592" x="9842500" y="1524000"/>
          <p14:tracePt t="12602" x="9886950" y="1517650"/>
          <p14:tracePt t="12619" x="9917113" y="1511300"/>
          <p14:tracePt t="12635" x="9929813" y="1498600"/>
          <p14:tracePt t="12665" x="9948863" y="1492250"/>
          <p14:tracePt t="12789" x="9936163" y="1492250"/>
          <p14:tracePt t="12805" x="9929813" y="1511300"/>
          <p14:tracePt t="12814" x="9904413" y="1543050"/>
          <p14:tracePt t="12824" x="9886950" y="1555750"/>
          <p14:tracePt t="12835" x="9867900" y="1566863"/>
          <p14:tracePt t="12849" x="9855200" y="1566863"/>
          <p14:tracePt t="12856" x="9848850" y="1566863"/>
          <p14:tracePt t="12866" x="9842500" y="1573213"/>
          <p14:tracePt t="12879" x="9836150" y="1573213"/>
          <p14:tracePt t="12903" x="9829800" y="1573213"/>
          <p14:tracePt t="12928" x="9825038" y="1573213"/>
          <p14:tracePt t="12981" x="9818688" y="1573213"/>
          <p14:tracePt t="13210" x="9805988" y="1573213"/>
          <p14:tracePt t="13245" x="9799638" y="1573213"/>
          <p14:tracePt t="13258" x="9793288" y="1585913"/>
          <p14:tracePt t="13263" x="9780588" y="1598613"/>
          <p14:tracePt t="13275" x="9750425" y="1635125"/>
          <p14:tracePt t="13285" x="9725025" y="1641475"/>
          <p14:tracePt t="13301" x="9694863" y="1660525"/>
          <p14:tracePt t="13308" x="9663113" y="1666875"/>
          <p14:tracePt t="13329" x="9631363" y="1679575"/>
          <p14:tracePt t="13335" x="9626600" y="1679575"/>
          <p14:tracePt t="13342" x="9607550" y="1679575"/>
          <p14:tracePt t="13357" x="9594850" y="1684338"/>
          <p14:tracePt t="13375" x="9588500" y="1684338"/>
          <p14:tracePt t="13391" x="9588500" y="1690688"/>
          <p14:tracePt t="13505" x="9594850" y="1690688"/>
          <p14:tracePt t="13518" x="9613900" y="1690688"/>
          <p14:tracePt t="13532" x="9644063" y="1690688"/>
          <p14:tracePt t="13548" x="9688513" y="1673225"/>
          <p14:tracePt t="13566" x="9750425" y="1660525"/>
          <p14:tracePt t="13571" x="9756775" y="1654175"/>
          <p14:tracePt t="13582" x="9761538" y="1654175"/>
          <p14:tracePt t="13693" x="9750425" y="1654175"/>
          <p14:tracePt t="13709" x="9737725" y="1654175"/>
          <p14:tracePt t="13715" x="9731375" y="1654175"/>
          <p14:tracePt t="13728" x="9725025" y="1654175"/>
          <p14:tracePt t="13735" x="9718675" y="1666875"/>
          <p14:tracePt t="13755" x="9688513" y="1673225"/>
          <p14:tracePt t="13765" x="9682163" y="1679575"/>
          <p14:tracePt t="13775" x="9663113" y="1679575"/>
          <p14:tracePt t="13788" x="9620250" y="1697038"/>
          <p14:tracePt t="13807" x="9575800" y="1703388"/>
          <p14:tracePt t="13811" x="9551988" y="1709738"/>
          <p14:tracePt t="13822" x="9513888" y="1722438"/>
          <p14:tracePt t="13836" x="9496425" y="1722438"/>
          <p14:tracePt t="13853" x="9471025" y="1728788"/>
          <p14:tracePt t="13869" x="9464675" y="1741488"/>
          <p14:tracePt t="13890" x="9458325" y="1741488"/>
          <p14:tracePt t="13899" x="9458325" y="1746250"/>
          <p14:tracePt t="13907" x="9458325" y="1752600"/>
          <p14:tracePt t="13925" x="9458325" y="1771650"/>
          <p14:tracePt t="13936" x="9458325" y="1790700"/>
          <p14:tracePt t="13952" x="9464675" y="1803400"/>
          <p14:tracePt t="13956" x="9464675" y="1809750"/>
          <p14:tracePt t="13971" x="9477375" y="1814513"/>
          <p14:tracePt t="13975" x="9477375" y="1833563"/>
          <p14:tracePt t="13978" x="9483725" y="1839913"/>
          <p14:tracePt t="13995" x="9490075" y="1846263"/>
          <p14:tracePt t="14003" x="9496425" y="1852613"/>
          <p14:tracePt t="14010" x="9496425" y="1858963"/>
          <p14:tracePt t="14033" x="9501188" y="1858963"/>
          <p14:tracePt t="14054" x="9501188" y="1865313"/>
          <p14:tracePt t="14069" x="9507538" y="1865313"/>
          <p14:tracePt t="14310" x="9507538" y="1858963"/>
          <p14:tracePt t="14323" x="9507538" y="1827213"/>
          <p14:tracePt t="14338" x="9520238" y="1809750"/>
          <p14:tracePt t="14344" x="9520238" y="1784350"/>
          <p14:tracePt t="14354" x="9526588" y="1752600"/>
          <p14:tracePt t="14359" x="9532938" y="1728788"/>
          <p14:tracePt t="14378" x="9582150" y="1654175"/>
          <p14:tracePt t="14400" x="9594850" y="1641475"/>
          <p14:tracePt t="14409" x="9601200" y="1635125"/>
          <p14:tracePt t="14419" x="9607550" y="1635125"/>
          <p14:tracePt t="14428" x="9613900" y="1628775"/>
          <p14:tracePt t="14443" x="9626600" y="1628775"/>
          <p14:tracePt t="14502" x="9631363" y="1628775"/>
          <p14:tracePt t="14519" x="9637713" y="1628775"/>
          <p14:tracePt t="14531" x="9644063" y="1628775"/>
          <p14:tracePt t="14564" x="9650413" y="1628775"/>
          <p14:tracePt t="14571" x="9650413" y="1622425"/>
          <p14:tracePt t="14598" x="9650413" y="1617663"/>
          <p14:tracePt t="14609" x="9656763" y="1617663"/>
          <p14:tracePt t="14622" x="9656763" y="1604963"/>
          <p14:tracePt t="14646" x="9656763" y="1598613"/>
          <p14:tracePt t="14668" x="9656763" y="1592263"/>
          <p14:tracePt t="14693" x="9650413" y="1585913"/>
          <p14:tracePt t="14709" x="9650413" y="1579563"/>
          <p14:tracePt t="14719" x="9644063" y="1579563"/>
          <p14:tracePt t="14813" x="9644063" y="1573213"/>
          <p14:tracePt t="14830" x="9650413" y="1566863"/>
          <p14:tracePt t="14845" x="9656763" y="1555750"/>
          <p14:tracePt t="14862" x="9663113" y="1549400"/>
          <p14:tracePt t="14878" x="9675813" y="1549400"/>
          <p14:tracePt t="14891" x="9675813" y="1543050"/>
          <p14:tracePt t="14901" x="9682163" y="1543050"/>
          <p14:tracePt t="14933" x="9682163" y="1536700"/>
          <p14:tracePt t="15004" x="9688513" y="1536700"/>
          <p14:tracePt t="15041" x="9694863" y="1536700"/>
          <p14:tracePt t="15056" x="9699625" y="1536700"/>
          <p14:tracePt t="15061" x="9705975" y="1530350"/>
          <p14:tracePt t="15078" x="9725025" y="1524000"/>
          <p14:tracePt t="15085" x="9731375" y="1524000"/>
          <p14:tracePt t="15091" x="9737725" y="1524000"/>
          <p14:tracePt t="15101" x="9744075" y="1524000"/>
          <p14:tracePt t="15110" x="9750425" y="1524000"/>
          <p14:tracePt t="15118" x="9756775" y="1517650"/>
          <p14:tracePt t="15136" x="9780588" y="1517650"/>
          <p14:tracePt t="15153" x="9786938" y="1517650"/>
          <p14:tracePt t="15171" x="9793288" y="1517650"/>
          <p14:tracePt t="15185" x="9799638" y="1517650"/>
          <p14:tracePt t="15204" x="9805988" y="1517650"/>
          <p14:tracePt t="15221" x="9825038" y="1517650"/>
          <p14:tracePt t="15239" x="9829800" y="1517650"/>
          <p14:tracePt t="15242" x="9836150" y="1517650"/>
          <p14:tracePt t="15259" x="9848850" y="1504950"/>
          <p14:tracePt t="15281" x="9855200" y="1504950"/>
          <p14:tracePt t="15294" x="9861550" y="1504950"/>
          <p14:tracePt t="15303" x="9861550" y="1498600"/>
          <p14:tracePt t="15308" x="9874250" y="1498600"/>
          <p14:tracePt t="15366" x="9880600" y="1498600"/>
          <p14:tracePt t="15403" x="9886950" y="1498600"/>
          <p14:tracePt t="15445" x="9891713" y="1498600"/>
          <p14:tracePt t="15462" x="9917113" y="1498600"/>
          <p14:tracePt t="15470" x="9923463" y="1492250"/>
          <p14:tracePt t="15479" x="9929813" y="1492250"/>
          <p14:tracePt t="15491" x="9936163" y="1492250"/>
          <p14:tracePt t="15503" x="9942513" y="1492250"/>
          <p14:tracePt t="15520" x="9955213" y="1487488"/>
          <p14:tracePt t="15523" x="9966325" y="1487488"/>
          <p14:tracePt t="15584" x="9972675" y="1487488"/>
          <p14:tracePt t="15613" x="9979025" y="1487488"/>
          <p14:tracePt t="15625" x="9985375" y="1487488"/>
          <p14:tracePt t="15638" x="9991725" y="1481138"/>
          <p14:tracePt t="15647" x="9998075" y="1481138"/>
          <p14:tracePt t="15656" x="10017125" y="1481138"/>
          <p14:tracePt t="15661" x="10021888" y="1474788"/>
          <p14:tracePt t="15669" x="10034588" y="1474788"/>
          <p14:tracePt t="15679" x="10040938" y="1474788"/>
          <p14:tracePt t="15696" x="10047288" y="1474788"/>
          <p14:tracePt t="15706" x="10066338" y="1474788"/>
          <p14:tracePt t="15720" x="10079038" y="1474788"/>
          <p14:tracePt t="15726" x="10090150" y="1468438"/>
          <p14:tracePt t="15739" x="10096500" y="1468438"/>
          <p14:tracePt t="15755" x="10109200" y="1455738"/>
          <p14:tracePt t="15766" x="10115550" y="1455738"/>
          <p14:tracePt t="15776" x="10121900" y="1455738"/>
          <p14:tracePt t="15779" x="10121900" y="1449388"/>
          <p14:tracePt t="15797" x="10140950" y="1449388"/>
          <p14:tracePt t="15811" x="10147300" y="1443038"/>
          <p14:tracePt t="15822" x="10152063" y="1443038"/>
          <p14:tracePt t="15837" x="10158413" y="1436688"/>
          <p14:tracePt t="15860" x="10164763" y="1430338"/>
          <p14:tracePt t="15885" x="10164763" y="1425575"/>
          <p14:tracePt t="15898" x="10171113" y="1425575"/>
          <p14:tracePt t="16346" x="10177463" y="1425575"/>
          <p14:tracePt t="16363" x="10202863" y="1419225"/>
          <p14:tracePt t="16374" x="10220325" y="1406525"/>
          <p14:tracePt t="16388" x="10239375" y="1400175"/>
          <p14:tracePt t="16398" x="10252075" y="1400175"/>
          <p14:tracePt t="16407" x="10258425" y="1400175"/>
          <p14:tracePt t="16419" x="10271125" y="1393825"/>
          <p14:tracePt t="16429" x="10277475" y="1393825"/>
          <p14:tracePt t="16435" x="10282238" y="1393825"/>
          <p14:tracePt t="16444" x="10288588" y="1393825"/>
          <p14:tracePt t="16456" x="10288588" y="1387475"/>
          <p14:tracePt t="16460" x="10294938" y="1387475"/>
          <p14:tracePt t="16475" x="10307638" y="1387475"/>
          <p14:tracePt t="16492" x="10313988" y="1387475"/>
          <p14:tracePt t="16503" x="10313988" y="1381125"/>
          <p14:tracePt t="16520" x="10320338" y="1381125"/>
          <p14:tracePt t="16538" x="10326688" y="1381125"/>
          <p14:tracePt t="16557" x="10326688" y="1368425"/>
          <p14:tracePt t="16565" x="10333038" y="1368425"/>
          <p14:tracePt t="16572" x="10333038" y="1363663"/>
          <p14:tracePt t="16586" x="10339388" y="1363663"/>
          <p14:tracePt t="16603" x="10344150" y="1357313"/>
          <p14:tracePt t="16773" x="10356850" y="1357313"/>
          <p14:tracePt t="16785" x="10363200" y="1357313"/>
          <p14:tracePt t="16798" x="10394950" y="1357313"/>
          <p14:tracePt t="16805" x="10407650" y="1357313"/>
          <p14:tracePt t="16816" x="10425113" y="1357313"/>
          <p14:tracePt t="16822" x="10437813" y="1357313"/>
          <p14:tracePt t="16837" x="10469563" y="1357313"/>
          <p14:tracePt t="16857" x="10512425" y="1357313"/>
          <p14:tracePt t="16870" x="10542588" y="1357313"/>
          <p14:tracePt t="16877" x="10561638" y="1357313"/>
          <p14:tracePt t="16888" x="10580688" y="1357313"/>
          <p14:tracePt t="16900" x="10587038" y="1350963"/>
          <p14:tracePt t="16909" x="10593388" y="1350963"/>
          <p14:tracePt t="16919" x="10599738" y="1350963"/>
          <p14:tracePt t="16931" x="10604500" y="1350963"/>
          <p14:tracePt t="16949" x="10610850" y="1350963"/>
          <p14:tracePt t="16971" x="10617200" y="1350963"/>
          <p14:tracePt t="16989" x="10629900" y="1350963"/>
          <p14:tracePt t="17003" x="10636250" y="1350963"/>
          <p14:tracePt t="17010" x="10642600" y="1350963"/>
          <p14:tracePt t="17028" x="10655300" y="1350963"/>
          <p14:tracePt t="17035" x="10661650" y="1350963"/>
          <p14:tracePt t="17049" x="10668000" y="1350963"/>
          <p14:tracePt t="17055" x="10672763" y="1350963"/>
          <p14:tracePt t="17078" x="10685463" y="1350963"/>
          <p14:tracePt t="17625" x="10691813" y="1350963"/>
          <p14:tracePt t="17645" x="10691813" y="1344613"/>
          <p14:tracePt t="17656" x="10698163" y="1344613"/>
          <p14:tracePt t="17676" x="10698163" y="1338263"/>
          <p14:tracePt t="17949" x="10691813" y="1338263"/>
          <p14:tracePt t="17972" x="10679113" y="1338263"/>
          <p14:tracePt t="17990" x="10668000" y="1368425"/>
          <p14:tracePt t="17999" x="10648950" y="1406525"/>
          <p14:tracePt t="18007" x="10636250" y="1436688"/>
          <p14:tracePt t="18021" x="10610850" y="1468438"/>
          <p14:tracePt t="18029" x="10604500" y="1487488"/>
          <p14:tracePt t="18039" x="10587038" y="1517650"/>
          <p14:tracePt t="18045" x="10567988" y="1530350"/>
          <p14:tracePt t="18053" x="10548938" y="1549400"/>
          <p14:tracePt t="18062" x="10542588" y="1549400"/>
          <p14:tracePt t="18069" x="10537825" y="1549400"/>
          <p14:tracePt t="18074" x="10537825" y="1555750"/>
          <p14:tracePt t="18091" x="10512425" y="1555750"/>
          <p14:tracePt t="18100" x="10499725" y="1555750"/>
          <p14:tracePt t="18109" x="10487025" y="1555750"/>
          <p14:tracePt t="18116" x="10474325" y="1555750"/>
          <p14:tracePt t="18129" x="10456863" y="1555750"/>
          <p14:tracePt t="18136" x="10444163" y="1566863"/>
          <p14:tracePt t="18150" x="10425113" y="1566863"/>
          <p14:tracePt t="18156" x="10394950" y="1566863"/>
          <p14:tracePt t="18165" x="10369550" y="1566863"/>
          <p14:tracePt t="18171" x="10344150" y="1573213"/>
          <p14:tracePt t="18180" x="10288588" y="1585913"/>
          <p14:tracePt t="18190" x="10239375" y="1585913"/>
          <p14:tracePt t="18205" x="10147300" y="1604963"/>
          <p14:tracePt t="18233" x="9985375" y="1628775"/>
          <p14:tracePt t="18239" x="9886950" y="1654175"/>
          <p14:tracePt t="18247" x="9780588" y="1679575"/>
          <p14:tracePt t="18254" x="9682163" y="1703388"/>
          <p14:tracePt t="18262" x="9607550" y="1716088"/>
          <p14:tracePt t="18269" x="9526588" y="1728788"/>
          <p14:tracePt t="18278" x="9451975" y="1752600"/>
          <p14:tracePt t="18285" x="9366250" y="1765300"/>
          <p14:tracePt t="18299" x="9297988" y="1778000"/>
          <p14:tracePt t="18305" x="9229725" y="1778000"/>
          <p14:tracePt t="18308" x="9204325" y="1778000"/>
          <p14:tracePt t="18317" x="9178925" y="1778000"/>
          <p14:tracePt t="18326" x="9161463" y="1778000"/>
          <p14:tracePt t="18338" x="9155113" y="1778000"/>
          <p14:tracePt t="18342" x="9148763" y="1778000"/>
          <p14:tracePt t="18354" x="9148763" y="1752600"/>
          <p14:tracePt t="18373" x="9148763" y="1722438"/>
          <p14:tracePt t="18391" x="9161463" y="1690688"/>
          <p14:tracePt t="18399" x="9178925" y="1654175"/>
          <p14:tracePt t="18406" x="9204325" y="1622425"/>
          <p14:tracePt t="18415" x="9253538" y="1579563"/>
          <p14:tracePt t="18421" x="9328150" y="1517650"/>
          <p14:tracePt t="18426" x="9353550" y="1504950"/>
          <p14:tracePt t="18436" x="9409113" y="1487488"/>
          <p14:tracePt t="18445" x="9496425" y="1449388"/>
          <p14:tracePt t="18452" x="9582150" y="1406525"/>
          <p14:tracePt t="18471" x="9805988" y="1368425"/>
          <p14:tracePt t="18489" x="10021888" y="1344613"/>
          <p14:tracePt t="18494" x="10140950" y="1344613"/>
          <p14:tracePt t="18508" x="10339388" y="1350963"/>
          <p14:tracePt t="18516" x="10407650" y="1363663"/>
          <p14:tracePt t="18531" x="10487025" y="1393825"/>
          <p14:tracePt t="18539" x="10506075" y="1400175"/>
          <p14:tracePt t="18553" x="10525125" y="1430338"/>
          <p14:tracePt t="18564" x="10531475" y="1462088"/>
          <p14:tracePt t="18570" x="10542588" y="1487488"/>
          <p14:tracePt t="18588" x="10542588" y="1549400"/>
          <p14:tracePt t="18606" x="10537825" y="1641475"/>
          <p14:tracePt t="18619" x="10499725" y="1703388"/>
          <p14:tracePt t="18637" x="10437813" y="1790700"/>
          <p14:tracePt t="18653" x="10369550" y="1833563"/>
          <p14:tracePt t="18676" x="10134600" y="1957388"/>
          <p14:tracePt t="18684" x="10047288" y="1995488"/>
          <p14:tracePt t="18692" x="9955213" y="2032000"/>
          <p14:tracePt t="18707" x="9812338" y="2081213"/>
          <p14:tracePt t="18721" x="9694863" y="2093913"/>
          <p14:tracePt t="18726" x="9594850" y="2106613"/>
          <p14:tracePt t="18740" x="9428163" y="2119313"/>
          <p14:tracePt t="18757" x="9309100" y="2119313"/>
          <p14:tracePt t="18771" x="9278938" y="2112963"/>
          <p14:tracePt t="18775" x="9266238" y="2112963"/>
          <p14:tracePt t="18778" x="9247188" y="2106613"/>
          <p14:tracePt t="18787" x="9240838" y="2100263"/>
          <p14:tracePt t="18804" x="9236075" y="2093913"/>
          <p14:tracePt t="18820" x="9236075" y="2081213"/>
          <p14:tracePt t="18869" x="9236075" y="2087563"/>
          <p14:tracePt t="18885" x="9236075" y="2100263"/>
          <p14:tracePt t="18900" x="9236075" y="2198688"/>
          <p14:tracePt t="18908" x="9236075" y="2249488"/>
          <p14:tracePt t="18926" x="9217025" y="2360613"/>
          <p14:tracePt t="18942" x="9197975" y="2416175"/>
          <p14:tracePt t="18953" x="9185275" y="2422525"/>
          <p14:tracePt t="18971" x="9167813" y="2441575"/>
          <p14:tracePt t="18975" x="9155113" y="2446338"/>
          <p14:tracePt t="18980" x="9148763" y="2446338"/>
          <p14:tracePt t="18989" x="9129713" y="2446338"/>
          <p14:tracePt t="19003" x="9099550" y="2452688"/>
          <p14:tracePt t="19010" x="9080500" y="2452688"/>
          <p14:tracePt t="19020" x="9074150" y="2452688"/>
          <p14:tracePt t="19031" x="9067800" y="2452688"/>
          <p14:tracePt t="19036" x="9061450" y="2452688"/>
          <p14:tracePt t="19053" x="9037638" y="2452688"/>
          <p14:tracePt t="19058" x="9031288" y="2452688"/>
          <p14:tracePt t="19070" x="9024938" y="2452688"/>
          <p14:tracePt t="19086" x="9012238" y="2452688"/>
          <p14:tracePt t="19090" x="9005888" y="2452688"/>
          <p14:tracePt t="19100" x="8999538" y="2452688"/>
          <p14:tracePt t="19111" x="8982075" y="2452688"/>
          <p14:tracePt t="19126" x="8950325" y="2446338"/>
          <p14:tracePt t="19134" x="8918575" y="2428875"/>
          <p14:tracePt t="19141" x="8901113" y="2409825"/>
          <p14:tracePt t="19151" x="8882063" y="2390775"/>
          <p14:tracePt t="19159" x="8869363" y="2373313"/>
          <p14:tracePt t="19166" x="8856663" y="2366963"/>
          <p14:tracePt t="19175" x="8832850" y="2341563"/>
          <p14:tracePt t="19179" x="8826500" y="2335213"/>
          <p14:tracePt t="19189" x="8820150" y="2328863"/>
          <p14:tracePt t="19204" x="8794750" y="2305050"/>
          <p14:tracePt t="19222" x="8788400" y="2286000"/>
          <p14:tracePt t="19237" x="8783638" y="2266950"/>
          <p14:tracePt t="19253" x="8777288" y="2249488"/>
          <p14:tracePt t="19271" x="8777288" y="2224088"/>
          <p14:tracePt t="19286" x="8777288" y="2187575"/>
          <p14:tracePt t="19303" x="8788400" y="2112963"/>
          <p14:tracePt t="19309" x="8813800" y="2081213"/>
          <p14:tracePt t="19327" x="8924925" y="1976438"/>
          <p14:tracePt t="19339" x="8993188" y="1938338"/>
          <p14:tracePt t="19349" x="9155113" y="1865313"/>
          <p14:tracePt t="19356" x="9259888" y="1827213"/>
          <p14:tracePt t="19367" x="9396413" y="1771650"/>
          <p14:tracePt t="19377" x="9532938" y="1728788"/>
          <p14:tracePt t="19385" x="9731375" y="1673225"/>
          <p14:tracePt t="19395" x="10053638" y="1573213"/>
          <p14:tracePt t="19403" x="10226675" y="1511300"/>
          <p14:tracePt t="19421" x="10469563" y="1436688"/>
          <p14:tracePt t="19437" x="10574338" y="1400175"/>
          <p14:tracePt t="19444" x="10580688" y="1393825"/>
          <p14:tracePt t="19518" x="10561638" y="1393825"/>
          <p14:tracePt t="19529" x="10542588" y="1393825"/>
          <p14:tracePt t="19538" x="10499725" y="1425575"/>
          <p14:tracePt t="19552" x="10431463" y="1481138"/>
          <p14:tracePt t="19556" x="10401300" y="1511300"/>
          <p14:tracePt t="19571" x="10264775" y="1635125"/>
          <p14:tracePt t="19588" x="10190163" y="1709738"/>
          <p14:tracePt t="19599" x="10134600" y="1765300"/>
          <p14:tracePt t="19609" x="10066338" y="1846263"/>
          <p14:tracePt t="19620" x="9923463" y="2012950"/>
          <p14:tracePt t="19636" x="9786938" y="2149475"/>
          <p14:tracePt t="19649" x="9731375" y="2198688"/>
          <p14:tracePt t="19655" x="9682163" y="2243138"/>
          <p14:tracePt t="19659" x="9656763" y="2260600"/>
          <p14:tracePt t="19672" x="9626600" y="2279650"/>
          <p14:tracePt t="19687" x="9594850" y="2305050"/>
          <p14:tracePt t="19691" x="9564688" y="2322513"/>
          <p14:tracePt t="19704" x="9545638" y="2341563"/>
          <p14:tracePt t="19722" x="9477375" y="2397125"/>
          <p14:tracePt t="19731" x="9458325" y="2416175"/>
          <p14:tracePt t="19741" x="9439275" y="2435225"/>
          <p14:tracePt t="19752" x="9421813" y="2446338"/>
          <p14:tracePt t="19758" x="9415463" y="2459038"/>
          <p14:tracePt t="19774" x="9409113" y="2459038"/>
          <p14:tracePt t="19788" x="9402763" y="2465388"/>
          <p14:tracePt t="19812" x="9390063" y="2465388"/>
          <p14:tracePt t="19870" x="9383713" y="2452688"/>
          <p14:tracePt t="19881" x="9377363" y="2441575"/>
          <p14:tracePt t="19886" x="9377363" y="2409825"/>
          <p14:tracePt t="19900" x="9366250" y="2322513"/>
          <p14:tracePt t="19907" x="9366250" y="2286000"/>
          <p14:tracePt t="19915" x="9359900" y="2236788"/>
          <p14:tracePt t="19921" x="9359900" y="2198688"/>
          <p14:tracePt t="19936" x="9359900" y="2149475"/>
          <p14:tracePt t="19943" x="9359900" y="2081213"/>
          <p14:tracePt t="19954" x="9359900" y="1976438"/>
          <p14:tracePt t="19971" x="9402763" y="1895475"/>
          <p14:tracePt t="19987" x="9428163" y="1858963"/>
          <p14:tracePt t="20004" x="9439275" y="1846263"/>
          <p14:tracePt t="20023" x="9445625" y="1846263"/>
          <p14:tracePt t="20047" x="9439275" y="1871663"/>
          <p14:tracePt t="20054" x="9434513" y="1882775"/>
          <p14:tracePt t="20060" x="9409113" y="1927225"/>
          <p14:tracePt t="20071" x="9390063" y="1963738"/>
          <p14:tracePt t="20087" x="9315450" y="2057400"/>
          <p14:tracePt t="20091" x="9285288" y="2081213"/>
          <p14:tracePt t="20103" x="9229725" y="2119313"/>
          <p14:tracePt t="20108" x="9155113" y="2155825"/>
          <p14:tracePt t="20116" x="9086850" y="2181225"/>
          <p14:tracePt t="20126" x="9012238" y="2198688"/>
          <p14:tracePt t="20136" x="8975725" y="2198688"/>
          <p14:tracePt t="20139" x="8924925" y="2211388"/>
          <p14:tracePt t="20155" x="8851900" y="2211388"/>
          <p14:tracePt t="20163" x="8826500" y="2211388"/>
          <p14:tracePt t="20174" x="8807450" y="2211388"/>
          <p14:tracePt t="20191" x="8777288" y="2211388"/>
          <p14:tracePt t="20204" x="8758238" y="2211388"/>
          <p14:tracePt t="20309" x="8758238" y="2205038"/>
          <p14:tracePt t="20333" x="8758238" y="2198688"/>
          <p14:tracePt t="20367" x="8758238" y="2192338"/>
          <p14:tracePt t="20392" x="8758238" y="2181225"/>
          <p14:tracePt t="20409" x="8758238" y="2174875"/>
          <p14:tracePt t="20429" x="8758238" y="2168525"/>
          <p14:tracePt t="20447" x="8758238" y="2162175"/>
          <p14:tracePt t="20472" x="8777288" y="2174875"/>
          <p14:tracePt t="20485" x="8851900" y="2260600"/>
          <p14:tracePt t="20491" x="8901113" y="2305050"/>
          <p14:tracePt t="20500" x="8975725" y="2379663"/>
          <p14:tracePt t="20508" x="9037638" y="2441575"/>
          <p14:tracePt t="20521" x="9123363" y="2508250"/>
          <p14:tracePt t="20539" x="9223375" y="2582863"/>
          <p14:tracePt t="20551" x="9297988" y="2633663"/>
          <p14:tracePt t="20560" x="9371013" y="2682875"/>
          <p14:tracePt t="20563" x="9445625" y="2732088"/>
          <p14:tracePt t="20570" x="9539288" y="2800350"/>
          <p14:tracePt t="20588" x="9705975" y="2917825"/>
          <p14:tracePt t="20606" x="9780588" y="2954338"/>
          <p14:tracePt t="20622" x="9799638" y="2954338"/>
          <p14:tracePt t="20661" x="9793288" y="2954338"/>
          <p14:tracePt t="20675" x="9756775" y="2930525"/>
          <p14:tracePt t="20685" x="9725025" y="2898775"/>
          <p14:tracePt t="20692" x="9694863" y="2874963"/>
          <p14:tracePt t="20702" x="9682163" y="2855913"/>
          <p14:tracePt t="20719" x="9620250" y="2800350"/>
          <p14:tracePt t="20729" x="9588500" y="2738438"/>
          <p14:tracePt t="20735" x="9558338" y="2713038"/>
          <p14:tracePt t="20744" x="9526588" y="2670175"/>
          <p14:tracePt t="20749" x="9507538" y="2638425"/>
          <p14:tracePt t="20758" x="9490075" y="2614613"/>
          <p14:tracePt t="20771" x="9464675" y="2571750"/>
          <p14:tracePt t="20788" x="9451975" y="2533650"/>
          <p14:tracePt t="20808" x="9451975" y="2527300"/>
          <p14:tracePt t="20854" x="9471025" y="2552700"/>
          <p14:tracePt t="20864" x="9513888" y="2582863"/>
          <p14:tracePt t="20871" x="9558338" y="2627313"/>
          <p14:tracePt t="20887" x="9767888" y="2787650"/>
          <p14:tracePt t="20904" x="10066338" y="2954338"/>
          <p14:tracePt t="20909" x="10202863" y="3022600"/>
          <p14:tracePt t="20923" x="10307638" y="3079750"/>
          <p14:tracePt t="20939" x="10407650" y="3103563"/>
          <p14:tracePt t="20949" x="10567988" y="3152775"/>
          <p14:tracePt t="20955" x="10593388" y="3159125"/>
          <p14:tracePt t="21006" x="10518775" y="3116263"/>
          <p14:tracePt t="21011" x="10444163" y="3054350"/>
          <p14:tracePt t="21036" x="10363200" y="3016250"/>
          <p14:tracePt t="21040" x="10271125" y="2979738"/>
          <p14:tracePt t="21053" x="10028238" y="2825750"/>
          <p14:tracePt t="21059" x="9904413" y="2744788"/>
          <p14:tracePt t="21084" x="9569450" y="2514600"/>
          <p14:tracePt t="21097" x="9477375" y="2435225"/>
          <p14:tracePt t="21101" x="9396413" y="2347913"/>
          <p14:tracePt t="21110" x="9347200" y="2286000"/>
          <p14:tracePt t="21123" x="9236075" y="2136775"/>
          <p14:tracePt t="21138" x="9197975" y="2063750"/>
          <p14:tracePt t="21153" x="9174163" y="2019300"/>
          <p14:tracePt t="21173" x="9174163" y="2012950"/>
          <p14:tracePt t="21205" x="9191625" y="2038350"/>
          <p14:tracePt t="21214" x="9217025" y="2063750"/>
          <p14:tracePt t="21224" x="9278938" y="2136775"/>
          <p14:tracePt t="21237" x="9366250" y="2254250"/>
          <p14:tracePt t="21257" x="9477375" y="2422525"/>
          <p14:tracePt t="21262" x="9545638" y="2527300"/>
          <p14:tracePt t="21271" x="9626600" y="2620963"/>
          <p14:tracePt t="21278" x="9699625" y="2713038"/>
          <p14:tracePt t="21281" x="9799638" y="2806700"/>
          <p14:tracePt t="21292" x="9874250" y="2868613"/>
          <p14:tracePt t="21304" x="9929813" y="2917825"/>
          <p14:tracePt t="21307" x="9948863" y="2924175"/>
          <p14:tracePt t="21353" x="9936163" y="2917825"/>
          <p14:tracePt t="21358" x="9910763" y="2887663"/>
          <p14:tracePt t="21369" x="9861550" y="2819400"/>
          <p14:tracePt t="21378" x="9812338" y="2757488"/>
          <p14:tracePt t="21387" x="9750425" y="2695575"/>
          <p14:tracePt t="21405" x="9631363" y="2576513"/>
          <p14:tracePt t="21422" x="9551988" y="2490788"/>
          <p14:tracePt t="21439" x="9513888" y="2409825"/>
          <p14:tracePt t="21446" x="9501188" y="2379663"/>
          <p14:tracePt t="21453" x="9496425" y="2341563"/>
          <p14:tracePt t="21463" x="9496425" y="2317750"/>
          <p14:tracePt t="21471" x="9496425" y="2266950"/>
          <p14:tracePt t="21489" x="9507538" y="2174875"/>
          <p14:tracePt t="21492" x="9520238" y="2136775"/>
          <p14:tracePt t="21508" x="9588500" y="2006600"/>
          <p14:tracePt t="21525" x="9637713" y="1927225"/>
          <p14:tracePt t="21531" x="9675813" y="1882775"/>
          <p14:tracePt t="21541" x="9731375" y="1820863"/>
          <p14:tracePt t="21557" x="9805988" y="1771650"/>
          <p14:tracePt t="21562" x="9825038" y="1752600"/>
          <p14:tracePt t="21584" x="9848850" y="1741488"/>
          <p14:tracePt t="21630" x="9842500" y="1771650"/>
          <p14:tracePt t="21647" x="9780588" y="1852613"/>
          <p14:tracePt t="21673" x="9620250" y="1995488"/>
          <p14:tracePt t="21685" x="9390063" y="2143125"/>
          <p14:tracePt t="21697" x="9229725" y="2230438"/>
          <p14:tracePt t="21704" x="9112250" y="2279650"/>
          <p14:tracePt t="21711" x="8986838" y="2335213"/>
          <p14:tracePt t="21717" x="8888413" y="2360613"/>
          <p14:tracePt t="21726" x="8813800" y="2384425"/>
          <p14:tracePt t="21731" x="8745538" y="2397125"/>
          <p14:tracePt t="21738" x="8721725" y="2397125"/>
          <p14:tracePt t="21754" x="8715375" y="2397125"/>
          <p14:tracePt t="21764" x="8709025" y="2397125"/>
          <p14:tracePt t="21779" x="8709025" y="2384425"/>
          <p14:tracePt t="21788" x="8709025" y="2366963"/>
          <p14:tracePt t="21804" x="8770938" y="2292350"/>
          <p14:tracePt t="21811" x="8794750" y="2266950"/>
          <p14:tracePt t="21824" x="8845550" y="2205038"/>
          <p14:tracePt t="21838" x="9012238" y="2051050"/>
          <p14:tracePt t="21844" x="9105900" y="1957388"/>
          <p14:tracePt t="21851" x="9217025" y="1846263"/>
          <p14:tracePt t="21858" x="9321800" y="1752600"/>
          <p14:tracePt t="21882" x="9526588" y="1579563"/>
          <p14:tracePt t="21889" x="9551988" y="1560513"/>
          <p14:tracePt t="21906" x="9607550" y="1524000"/>
          <p14:tracePt t="21922" x="9631363" y="1524000"/>
          <p14:tracePt t="21975" x="9631363" y="1530350"/>
          <p14:tracePt t="21988" x="9582150" y="1604963"/>
          <p14:tracePt t="21995" x="9532938" y="1660525"/>
          <p14:tracePt t="22006" x="9496425" y="1716088"/>
          <p14:tracePt t="22013" x="9471025" y="1746250"/>
          <p14:tracePt t="22022" x="9390063" y="1827213"/>
          <p14:tracePt t="22030" x="9334500" y="1882775"/>
          <p14:tracePt t="22038" x="9253538" y="1963738"/>
          <p14:tracePt t="22051" x="9161463" y="2025650"/>
          <p14:tracePt t="22068" x="9074150" y="2093913"/>
          <p14:tracePt t="22079" x="9043988" y="2112963"/>
          <p14:tracePt t="22085" x="9037638" y="2112963"/>
          <p14:tracePt t="22124" x="9037638" y="2093913"/>
          <p14:tracePt t="22134" x="9061450" y="2074863"/>
          <p14:tracePt t="22143" x="9093200" y="2032000"/>
          <p14:tracePt t="22155" x="9185275" y="1957388"/>
          <p14:tracePt t="22176" x="9253538" y="1895475"/>
          <p14:tracePt t="22191" x="9353550" y="1839913"/>
          <p14:tracePt t="22195" x="9409113" y="1814513"/>
          <p14:tracePt t="22203" x="9434513" y="1814513"/>
          <p14:tracePt t="22221" x="9458325" y="1809750"/>
          <p14:tracePt t="22240" x="9464675" y="1809750"/>
          <p14:tracePt t="22269" x="9464675" y="1814513"/>
          <p14:tracePt t="22278" x="9464675" y="1846263"/>
          <p14:tracePt t="22287" x="9451975" y="1895475"/>
          <p14:tracePt t="22291" x="9434513" y="1927225"/>
          <p14:tracePt t="22304" x="9415463" y="1951038"/>
          <p14:tracePt t="22308" x="9383713" y="2019300"/>
          <p14:tracePt t="22314" x="9366250" y="2044700"/>
          <p14:tracePt t="22324" x="9334500" y="2087563"/>
          <p14:tracePt t="22338" x="9272588" y="2149475"/>
          <p14:tracePt t="22351" x="9259888" y="2155825"/>
          <p14:tracePt t="22362" x="9240838" y="2162175"/>
          <p14:tracePt t="22371" x="9236075" y="2162175"/>
          <p14:tracePt t="22387" x="9229725" y="2162175"/>
          <p14:tracePt t="22406" x="9217025" y="2162175"/>
          <p14:tracePt t="22423" x="9204325" y="2162175"/>
          <p14:tracePt t="22430" x="9204325" y="2155825"/>
          <p14:tracePt t="22489" x="9204325" y="2168525"/>
          <p14:tracePt t="22494" x="9229725" y="2192338"/>
          <p14:tracePt t="22502" x="9266238" y="2249488"/>
          <p14:tracePt t="22508" x="9297988" y="2279650"/>
          <p14:tracePt t="22518" x="9340850" y="2341563"/>
          <p14:tracePt t="22526" x="9402763" y="2384425"/>
          <p14:tracePt t="22539" x="9434513" y="2416175"/>
          <p14:tracePt t="22549" x="9564688" y="2514600"/>
          <p14:tracePt t="22556" x="9637713" y="2576513"/>
          <p14:tracePt t="22566" x="9731375" y="2627313"/>
          <p14:tracePt t="22575" x="9805988" y="2676525"/>
          <p14:tracePt t="22587" x="9836150" y="2695575"/>
          <p14:tracePt t="22591" x="9861550" y="2713038"/>
          <p14:tracePt t="22603" x="9886950" y="2732088"/>
          <p14:tracePt t="22621" x="9891713" y="2738438"/>
          <p14:tracePt t="22661" x="9880600" y="2738438"/>
          <p14:tracePt t="22669" x="9842500" y="2738438"/>
          <p14:tracePt t="22679" x="9805988" y="2738438"/>
          <p14:tracePt t="22688" x="9756775" y="2738438"/>
          <p14:tracePt t="22691" x="9718675" y="2738438"/>
          <p14:tracePt t="22704" x="9626600" y="2738438"/>
          <p14:tracePt t="22710" x="9496425" y="2738438"/>
          <p14:tracePt t="22714" x="9328150" y="2751138"/>
          <p14:tracePt t="22722" x="9129713" y="2751138"/>
          <p14:tracePt t="22729" x="8882063" y="2768600"/>
          <p14:tracePt t="22747" x="8342313" y="2768600"/>
          <p14:tracePt t="22754" x="7970838" y="2768600"/>
          <p14:tracePt t="22763" x="7629525" y="2768600"/>
          <p14:tracePt t="22778" x="7227888" y="2768600"/>
          <p14:tracePt t="22788" x="6854825" y="2768600"/>
          <p14:tracePt t="22806" x="5981700" y="2768600"/>
          <p14:tracePt t="22821" x="4537075" y="2644775"/>
          <p14:tracePt t="22840" x="3619500" y="2490788"/>
          <p14:tracePt t="22845" x="3284538" y="2409825"/>
          <p14:tracePt t="22850" x="3013075" y="2322513"/>
          <p14:tracePt t="22862" x="2825750" y="2243138"/>
          <p14:tracePt t="22871" x="2708275" y="2192338"/>
          <p14:tracePt t="22877" x="2565400" y="2093913"/>
          <p14:tracePt t="22882" x="2479675" y="2025650"/>
          <p14:tracePt t="22896" x="2386013" y="1933575"/>
          <p14:tracePt t="22909" x="2255838" y="1752600"/>
          <p14:tracePt t="22914" x="2232025" y="1679575"/>
          <p14:tracePt t="22928" x="2206625" y="1622425"/>
          <p14:tracePt t="22941" x="2193925" y="1530350"/>
          <p14:tracePt t="22947" x="2193925" y="1492250"/>
          <p14:tracePt t="22959" x="2200275" y="1455738"/>
          <p14:tracePt t="22973" x="2219325" y="1387475"/>
          <p14:tracePt t="22991" x="2225675" y="1344613"/>
          <p14:tracePt t="22996" x="2225675" y="1338263"/>
          <p14:tracePt t="23011" x="2225675" y="1325563"/>
          <p14:tracePt t="23056" x="2225675" y="1331913"/>
          <p14:tracePt t="23073" x="2206625" y="1374775"/>
          <p14:tracePt t="23086" x="2181225" y="1430338"/>
          <p14:tracePt t="23096" x="2163763" y="1468438"/>
          <p14:tracePt t="23105" x="2132013" y="1511300"/>
          <p14:tracePt t="23116" x="2095500" y="1555750"/>
          <p14:tracePt t="23125" x="2008188" y="1647825"/>
          <p14:tracePt t="23137" x="1946275" y="1684338"/>
          <p14:tracePt t="23153" x="1852613" y="1716088"/>
          <p14:tracePt t="23163" x="1741488" y="1746250"/>
          <p14:tracePt t="23175" x="1660525" y="1758950"/>
          <p14:tracePt t="23188" x="1587500" y="1771650"/>
          <p14:tracePt t="23205" x="1327150" y="1771650"/>
          <p14:tracePt t="23229" x="1171575" y="1771650"/>
          <p14:tracePt t="23238" x="1022350" y="1771650"/>
          <p14:tracePt t="23244" x="998538" y="1771650"/>
          <p14:tracePt t="23263" x="947738" y="1752600"/>
          <p14:tracePt t="23272" x="936625" y="1741488"/>
          <p14:tracePt t="23278" x="930275" y="1735138"/>
          <p14:tracePt t="23291" x="917575" y="1728788"/>
          <p14:tracePt t="23304" x="911225" y="1722438"/>
          <p14:tracePt t="23323" x="911225" y="1716088"/>
          <p14:tracePt t="23329" x="911225" y="1709738"/>
          <p14:tracePt t="23333" x="911225" y="1703388"/>
          <p14:tracePt t="23349" x="911225" y="1690688"/>
          <p14:tracePt t="23400" x="911225" y="1684338"/>
          <p14:tracePt t="23422" x="911225" y="1679575"/>
          <p14:tracePt t="23435" x="923925" y="1679575"/>
          <p14:tracePt t="23445" x="936625" y="1666875"/>
          <p14:tracePt t="23454" x="941388" y="1666875"/>
          <p14:tracePt t="23475" x="985838" y="1647825"/>
          <p14:tracePt t="23486" x="1004888" y="1641475"/>
          <p14:tracePt t="23500" x="1022350" y="1628775"/>
          <p14:tracePt t="23513" x="1028700" y="1628775"/>
          <p14:tracePt t="23529" x="1035050" y="1628775"/>
          <p14:tracePt t="23565" x="1041400" y="1628775"/>
          <p14:tracePt t="23579" x="1054100" y="1628775"/>
          <p14:tracePt t="23589" x="1060450" y="1628775"/>
          <p14:tracePt t="23600" x="1066800" y="1628775"/>
          <p14:tracePt t="23608" x="1071563" y="1628775"/>
          <p14:tracePt t="23615" x="1084263" y="1628775"/>
          <p14:tracePt t="23621" x="1103313" y="1628775"/>
          <p14:tracePt t="23631" x="1109663" y="1628775"/>
          <p14:tracePt t="23638" x="1128713" y="1622425"/>
          <p14:tracePt t="23649" x="1139825" y="1622425"/>
          <p14:tracePt t="23654" x="1158875" y="1622425"/>
          <p14:tracePt t="23660" x="1165225" y="1622425"/>
          <p14:tracePt t="23670" x="1171575" y="1622425"/>
          <p14:tracePt t="23675" x="1177925" y="1622425"/>
          <p14:tracePt t="23693" x="1184275" y="1622425"/>
          <p14:tracePt t="24262" x="1190625" y="1622425"/>
          <p14:tracePt t="24278" x="1289050" y="1622425"/>
          <p14:tracePt t="24285" x="1314450" y="1622425"/>
          <p14:tracePt t="24297" x="1350963" y="1622425"/>
          <p14:tracePt t="24303" x="1412875" y="1622425"/>
          <p14:tracePt t="24320" x="1581150" y="1628775"/>
          <p14:tracePt t="24329" x="1685925" y="1641475"/>
          <p14:tracePt t="24335" x="1784350" y="1641475"/>
          <p14:tracePt t="24345" x="1871663" y="1654175"/>
          <p14:tracePt t="24354" x="2051050" y="1666875"/>
          <p14:tracePt t="24371" x="2236788" y="1679575"/>
          <p14:tracePt t="24391" x="2305050" y="1679575"/>
          <p14:tracePt t="24396" x="2373313" y="1679575"/>
          <p14:tracePt t="24404" x="2447925" y="1679575"/>
          <p14:tracePt t="24411" x="2466975" y="1679575"/>
          <p14:tracePt t="24422" x="2492375" y="1679575"/>
          <p14:tracePt t="24429" x="2509838" y="1679575"/>
          <p14:tracePt t="24438" x="2516188" y="1679575"/>
          <p14:tracePt t="24456" x="2522538" y="1679575"/>
          <p14:tracePt t="24630" x="2535238" y="1679575"/>
          <p14:tracePt t="24646" x="2640013" y="1679575"/>
          <p14:tracePt t="24659" x="2665413" y="1679575"/>
          <p14:tracePt t="24663" x="2782888" y="1679575"/>
          <p14:tracePt t="24674" x="2962275" y="1679575"/>
          <p14:tracePt t="24688" x="3632200" y="1728788"/>
          <p14:tracePt t="24695" x="4183063" y="1803400"/>
          <p14:tracePt t="24708" x="5399088" y="1989138"/>
          <p14:tracePt t="24722" x="6024563" y="2112963"/>
          <p14:tracePt t="24725" x="6681788" y="2230438"/>
          <p14:tracePt t="24738" x="7896225" y="2422525"/>
          <p14:tracePt t="24755" x="8807450" y="2552700"/>
          <p14:tracePt t="24776" x="9353550" y="2638425"/>
          <p14:tracePt t="24785" x="9539288" y="2657475"/>
          <p14:tracePt t="24794" x="9767888" y="2682875"/>
          <p14:tracePt t="24805" x="9786938" y="2682875"/>
          <p14:tracePt t="24848" x="9774238" y="2682875"/>
          <p14:tracePt t="24857" x="9761538" y="2682875"/>
          <p14:tracePt t="24861" x="9737725" y="2682875"/>
          <p14:tracePt t="24871" x="9705975" y="2689225"/>
          <p14:tracePt t="24877" x="9694863" y="2689225"/>
          <p14:tracePt t="24886" x="9675813" y="2689225"/>
          <p14:tracePt t="24895" x="9669463" y="2689225"/>
          <p14:tracePt t="24909" x="9656763" y="2689225"/>
          <p14:tracePt t="24918" x="9650413" y="2695575"/>
          <p14:tracePt t="24927" x="9637713" y="2695575"/>
          <p14:tracePt t="24936" x="9631363" y="2695575"/>
          <p14:tracePt t="24948" x="9626600" y="2695575"/>
          <p14:tracePt t="24959" x="9620250" y="2695575"/>
          <p14:tracePt t="24972" x="9607550" y="2695575"/>
          <p14:tracePt t="24988" x="9564688" y="2676525"/>
          <p14:tracePt t="25004" x="9490075" y="2608263"/>
          <p14:tracePt t="25021" x="9428163" y="2533650"/>
          <p14:tracePt t="25038" x="9347200" y="2435225"/>
          <p14:tracePt t="25048" x="9315450" y="2390775"/>
          <p14:tracePt t="25055" x="9272588" y="2347913"/>
          <p14:tracePt t="25061" x="9210675" y="2286000"/>
          <p14:tracePt t="25069" x="9148763" y="2224088"/>
          <p14:tracePt t="25079" x="9105900" y="2181225"/>
          <p14:tracePt t="25088" x="9080500" y="2162175"/>
          <p14:tracePt t="25093" x="9061450" y="2149475"/>
          <p14:tracePt t="25098" x="9055100" y="2136775"/>
          <p14:tracePt t="25106" x="9043988" y="2130425"/>
          <p14:tracePt t="25125" x="9037638" y="2119313"/>
          <p14:tracePt t="25135" x="9037638" y="2112963"/>
          <p14:tracePt t="25141" x="9031288" y="2106613"/>
          <p14:tracePt t="25146" x="9024938" y="2106613"/>
          <p14:tracePt t="25158" x="9024938" y="2100263"/>
          <p14:tracePt t="25244" x="9018588" y="2100263"/>
          <p14:tracePt t="25256" x="9012238" y="2100263"/>
          <p14:tracePt t="25269" x="8993188" y="2100263"/>
          <p14:tracePt t="25281" x="8986838" y="2100263"/>
          <p14:tracePt t="25285" x="8982075" y="2100263"/>
          <p14:tracePt t="25302" x="8969375" y="2100263"/>
          <p14:tracePt t="25317" x="8943975" y="2093913"/>
          <p14:tracePt t="25329" x="8924925" y="2087563"/>
          <p14:tracePt t="25336" x="8913813" y="2074863"/>
          <p14:tracePt t="25343" x="8907463" y="2068513"/>
          <p14:tracePt t="25349" x="8869363" y="2051050"/>
          <p14:tracePt t="25362" x="8801100" y="2025650"/>
          <p14:tracePt t="25372" x="8777288" y="2012950"/>
          <p14:tracePt t="25391" x="8739188" y="1982788"/>
          <p14:tracePt t="25395" x="8726488" y="1970088"/>
          <p14:tracePt t="25404" x="8709025" y="1951038"/>
          <p14:tracePt t="25424" x="8683625" y="1938338"/>
          <p14:tracePt t="25445" x="8670925" y="1908175"/>
          <p14:tracePt t="25470" x="8658225" y="1901825"/>
          <p14:tracePt t="25478" x="8658225" y="1889125"/>
          <p14:tracePt t="25485" x="8658225" y="1876425"/>
          <p14:tracePt t="25499" x="8664575" y="1871663"/>
          <p14:tracePt t="25505" x="8664575" y="1858963"/>
          <p14:tracePt t="25509" x="8664575" y="1852613"/>
          <p14:tracePt t="25522" x="8664575" y="1846263"/>
          <p14:tracePt t="25539" x="8664575" y="1833563"/>
          <p14:tracePt t="25552" x="8664575" y="1827213"/>
          <p14:tracePt t="25563" x="8664575" y="1820863"/>
          <p14:tracePt t="25605" x="8664575" y="1814513"/>
          <p14:tracePt t="25693" x="8658225" y="1814513"/>
          <p14:tracePt t="25765" x="8653463" y="1814513"/>
          <p14:tracePt t="25799" x="8647113" y="1814513"/>
          <p14:tracePt t="25861" x="8640763" y="1814513"/>
          <p14:tracePt t="25893" x="8640763" y="1809750"/>
          <p14:tracePt t="25909" x="8634413" y="1809750"/>
          <p14:tracePt t="25956" x="8634413" y="1814513"/>
          <p14:tracePt t="25965" x="8634413" y="1858963"/>
          <p14:tracePt t="25972" x="8621713" y="1889125"/>
          <p14:tracePt t="25991" x="8621713" y="1951038"/>
          <p14:tracePt t="26005" x="8621713" y="2000250"/>
          <p14:tracePt t="26025" x="8621713" y="2044700"/>
          <p14:tracePt t="26029" x="8628063" y="2063750"/>
          <p14:tracePt t="26040" x="8628063" y="2074863"/>
          <p14:tracePt t="26047" x="8634413" y="2106613"/>
          <p14:tracePt t="26055" x="8634413" y="2119313"/>
          <p14:tracePt t="26058" x="8647113" y="2149475"/>
          <p14:tracePt t="26072" x="8647113" y="2162175"/>
          <p14:tracePt t="26088" x="8653463" y="2217738"/>
          <p14:tracePt t="26091" x="8653463" y="2224088"/>
          <p14:tracePt t="26105" x="8653463" y="2249488"/>
          <p14:tracePt t="26109" x="8653463" y="2266950"/>
          <p14:tracePt t="26115" x="8653463" y="2279650"/>
          <p14:tracePt t="26125" x="8653463" y="2305050"/>
          <p14:tracePt t="26132" x="8653463" y="2335213"/>
          <p14:tracePt t="26138" x="8653463" y="2347913"/>
          <p14:tracePt t="26157" x="8653463" y="2403475"/>
          <p14:tracePt t="26165" x="8653463" y="2416175"/>
          <p14:tracePt t="26172" x="8653463" y="2435225"/>
          <p14:tracePt t="26190" x="8664575" y="2465388"/>
          <p14:tracePt t="26194" x="8664575" y="2484438"/>
          <p14:tracePt t="26205" x="8664575" y="2497138"/>
          <p14:tracePt t="26223" x="8670925" y="2520950"/>
          <p14:tracePt t="26228" x="8670925" y="2527300"/>
          <p14:tracePt t="26238" x="8670925" y="2533650"/>
          <p14:tracePt t="26252" x="8670925" y="2540000"/>
          <p14:tracePt t="26256" x="8677275" y="2546350"/>
          <p14:tracePt t="26263" x="8677275" y="2559050"/>
          <p14:tracePt t="26272" x="8677275" y="2565400"/>
          <p14:tracePt t="26276" x="8677275" y="2571750"/>
          <p14:tracePt t="26290" x="8677275" y="2576513"/>
          <p14:tracePt t="26304" x="8677275" y="2582863"/>
          <p14:tracePt t="26308" x="8677275" y="2589213"/>
          <p14:tracePt t="26323" x="8677275" y="2601913"/>
          <p14:tracePt t="26331" x="8677275" y="2614613"/>
          <p14:tracePt t="26347" x="8677275" y="2627313"/>
          <p14:tracePt t="26355" x="8677275" y="2633663"/>
          <p14:tracePt t="26365" x="8677275" y="2644775"/>
          <p14:tracePt t="26379" x="8677275" y="2657475"/>
          <p14:tracePt t="26390" x="8677275" y="2670175"/>
          <p14:tracePt t="26395" x="8677275" y="2676525"/>
          <p14:tracePt t="26409" x="8677275" y="2682875"/>
          <p14:tracePt t="26422" x="8677275" y="2700338"/>
          <p14:tracePt t="26440" x="8677275" y="2706688"/>
          <p14:tracePt t="26444" x="8683625" y="2713038"/>
          <p14:tracePt t="26457" x="8683625" y="2719388"/>
          <p14:tracePt t="26461" x="8683625" y="2725738"/>
          <p14:tracePt t="26477" x="8683625" y="2738438"/>
          <p14:tracePt t="26492" x="8683625" y="2751138"/>
          <p14:tracePt t="26508" x="8683625" y="2757488"/>
          <p14:tracePt t="26526" x="8683625" y="2762250"/>
          <p14:tracePt t="26561" x="8683625" y="2768600"/>
          <p14:tracePt t="26579" x="8683625" y="2774950"/>
          <p14:tracePt t="26933" x="8683625" y="2768600"/>
          <p14:tracePt t="26945" x="8683625" y="2738438"/>
          <p14:tracePt t="26950" x="8670925" y="2713038"/>
          <p14:tracePt t="26966" x="8658225" y="2595563"/>
          <p14:tracePt t="26980" x="8658225" y="2527300"/>
          <p14:tracePt t="26990" x="8658225" y="2484438"/>
          <p14:tracePt t="27000" x="8658225" y="2379663"/>
          <p14:tracePt t="27016" x="8664575" y="2230438"/>
          <p14:tracePt t="27024" x="8677275" y="2143125"/>
          <p14:tracePt t="27030" x="8689975" y="2119313"/>
          <p14:tracePt t="27042" x="8709025" y="2051050"/>
          <p14:tracePt t="27055" x="8709025" y="2038350"/>
          <p14:tracePt t="27059" x="8715375" y="2025650"/>
          <p14:tracePt t="27071" x="8715375" y="2019300"/>
          <p14:tracePt t="27074" x="8715375" y="2012950"/>
          <p14:tracePt t="27181" x="8715375" y="2006600"/>
          <p14:tracePt t="27193" x="8702675" y="2006600"/>
          <p14:tracePt t="27199" x="8696325" y="2006600"/>
          <p14:tracePt t="27210" x="8683625" y="2000250"/>
          <p14:tracePt t="27216" x="8677275" y="2000250"/>
          <p14:tracePt t="27229" x="8658225" y="1989138"/>
          <p14:tracePt t="27238" x="8653463" y="1989138"/>
          <p14:tracePt t="27252" x="8640763" y="1976438"/>
          <p14:tracePt t="27261" x="8640763" y="1970088"/>
          <p14:tracePt t="27274" x="8634413" y="1970088"/>
          <p14:tracePt t="27302" x="8628063" y="1963738"/>
          <p14:tracePt t="27319" x="8621713" y="1957388"/>
          <p14:tracePt t="27331" x="8602663" y="1933575"/>
          <p14:tracePt t="27338" x="8602663" y="1927225"/>
          <p14:tracePt t="27354" x="8596313" y="1914525"/>
          <p14:tracePt t="27366" x="8591550" y="1895475"/>
          <p14:tracePt t="27376" x="8585200" y="1889125"/>
          <p14:tracePt t="27383" x="8585200" y="1882775"/>
          <p14:tracePt t="27395" x="8585200" y="1876425"/>
          <p14:tracePt t="27406" x="8578850" y="1876425"/>
          <p14:tracePt t="27455" x="8591550" y="1933575"/>
          <p14:tracePt t="27470" x="8596313" y="2006600"/>
          <p14:tracePt t="27479" x="8609013" y="2074863"/>
          <p14:tracePt t="27488" x="8621713" y="2143125"/>
          <p14:tracePt t="27506" x="8647113" y="2317750"/>
          <p14:tracePt t="27525" x="8670925" y="2552700"/>
          <p14:tracePt t="27535" x="8677275" y="2608263"/>
          <p14:tracePt t="27541" x="8677275" y="2657475"/>
          <p14:tracePt t="27559" x="8689975" y="2738438"/>
          <p14:tracePt t="27570" x="8689975" y="2751138"/>
          <p14:tracePt t="27582" x="8696325" y="2762250"/>
          <p14:tracePt t="27588" x="8696325" y="2768600"/>
          <p14:tracePt t="27599" x="8696325" y="2774950"/>
          <p14:tracePt t="27612" x="8696325" y="2794000"/>
          <p14:tracePt t="27622" x="8696325" y="2806700"/>
          <p14:tracePt t="27642" x="8696325" y="2825750"/>
          <p14:tracePt t="27647" x="8696325" y="2830513"/>
          <p14:tracePt t="27651" x="8696325" y="2849563"/>
          <p14:tracePt t="27660" x="8696325" y="2855913"/>
          <p14:tracePt t="27675" x="8696325" y="2862263"/>
          <p14:tracePt t="27686" x="8696325" y="2881313"/>
          <p14:tracePt t="27694" x="8696325" y="2898775"/>
          <p14:tracePt t="27697" x="8696325" y="2911475"/>
          <p14:tracePt t="27706" x="8696325" y="2924175"/>
          <p14:tracePt t="27723" x="8702675" y="2943225"/>
          <p14:tracePt t="27738" x="8702675" y="2949575"/>
          <p14:tracePt t="27951" x="8702675" y="2936875"/>
          <p14:tracePt t="27967" x="8702675" y="2868613"/>
          <p14:tracePt t="27974" x="8689975" y="2819400"/>
          <p14:tracePt t="27993" x="8689975" y="2719388"/>
          <p14:tracePt t="28014" x="8677275" y="2465388"/>
          <p14:tracePt t="28023" x="8677275" y="2384425"/>
          <p14:tracePt t="28036" x="8677275" y="2249488"/>
          <p14:tracePt t="28047" x="8677275" y="2198688"/>
          <p14:tracePt t="28053" x="8677275" y="2174875"/>
          <p14:tracePt t="28062" x="8677275" y="2143125"/>
          <p14:tracePt t="28071" x="8683625" y="2106613"/>
          <p14:tracePt t="28089" x="8683625" y="2074863"/>
          <p14:tracePt t="28092" x="8689975" y="2057400"/>
          <p14:tracePt t="28106" x="8689975" y="2051050"/>
          <p14:tracePt t="28110" x="8689975" y="2044700"/>
          <p14:tracePt t="28120" x="8696325" y="2038350"/>
          <p14:tracePt t="28130" x="8696325" y="2032000"/>
          <p14:tracePt t="28141" x="8696325" y="2025650"/>
          <p14:tracePt t="28148" x="8702675" y="2019300"/>
          <p14:tracePt t="28166" x="8702675" y="2006600"/>
          <p14:tracePt t="28189" x="8702675" y="2000250"/>
          <p14:tracePt t="28247" x="8702675" y="1995488"/>
          <p14:tracePt t="28260" x="8702675" y="1989138"/>
          <p14:tracePt t="28275" x="8702675" y="1982788"/>
          <p14:tracePt t="28283" x="8696325" y="1982788"/>
          <p14:tracePt t="28341" x="8689975" y="1982788"/>
          <p14:tracePt t="28350" x="8689975" y="2000250"/>
          <p14:tracePt t="28364" x="8683625" y="2012950"/>
          <p14:tracePt t="28369" x="8670925" y="2032000"/>
          <p14:tracePt t="28380" x="8670925" y="2106613"/>
          <p14:tracePt t="28391" x="8664575" y="2162175"/>
          <p14:tracePt t="28398" x="8664575" y="2211388"/>
          <p14:tracePt t="28406" x="8664575" y="2279650"/>
          <p14:tracePt t="28413" x="8664575" y="2347913"/>
          <p14:tracePt t="28417" x="8664575" y="2397125"/>
          <p14:tracePt t="28426" x="8664575" y="2446338"/>
          <p14:tracePt t="28440" x="8664575" y="2484438"/>
          <p14:tracePt t="28443" x="8664575" y="2533650"/>
          <p14:tracePt t="28459" x="8664575" y="2608263"/>
          <p14:tracePt t="28472" x="8677275" y="2657475"/>
          <p14:tracePt t="28477" x="8683625" y="2689225"/>
          <p14:tracePt t="28485" x="8696325" y="2706688"/>
          <p14:tracePt t="28495" x="8702675" y="2768600"/>
          <p14:tracePt t="28505" x="8715375" y="2806700"/>
          <p14:tracePt t="28511" x="8721725" y="2836863"/>
          <p14:tracePt t="28515" x="8732838" y="2862263"/>
          <p14:tracePt t="28525" x="8739188" y="2887663"/>
          <p14:tracePt t="28539" x="8751888" y="2943225"/>
          <p14:tracePt t="28558" x="8758238" y="2979738"/>
          <p14:tracePt t="28572" x="8764588" y="2998788"/>
          <p14:tracePt t="28589" x="8764588" y="3011488"/>
          <p14:tracePt t="28606" x="8770938" y="3022600"/>
          <p14:tracePt t="28625" x="8770938" y="3035300"/>
          <p14:tracePt t="28645" x="8783638" y="3048000"/>
          <p14:tracePt t="28653" x="8783638" y="3067050"/>
          <p14:tracePt t="28662" x="8783638" y="3073400"/>
          <p14:tracePt t="28670" x="8783638" y="3079750"/>
          <p14:tracePt t="28680" x="8783638" y="3084513"/>
          <p14:tracePt t="28703" x="8783638" y="3090863"/>
          <p14:tracePt t="28831" x="8783638" y="3084513"/>
          <p14:tracePt t="28841" x="8764588" y="3028950"/>
          <p14:tracePt t="28858" x="8745538" y="2954338"/>
          <p14:tracePt t="28864" x="8739188" y="2911475"/>
          <p14:tracePt t="28870" x="8715375" y="2825750"/>
          <p14:tracePt t="28875" x="8683625" y="2725738"/>
          <p14:tracePt t="28884" x="8658225" y="2638425"/>
          <p14:tracePt t="28895" x="8634413" y="2520950"/>
          <p14:tracePt t="28909" x="8585200" y="2298700"/>
          <p14:tracePt t="28917" x="8572500" y="2198688"/>
          <p14:tracePt t="28923" x="8559800" y="2093913"/>
          <p14:tracePt t="28931" x="8547100" y="2012950"/>
          <p14:tracePt t="28941" x="8534400" y="1957388"/>
          <p14:tracePt t="28956" x="8534400" y="1920875"/>
          <p14:tracePt t="28973" x="8534400" y="1901825"/>
          <p14:tracePt t="28993" x="8534400" y="1895475"/>
          <p14:tracePt t="29037" x="8540750" y="1889125"/>
          <p14:tracePt t="29051" x="8547100" y="1889125"/>
          <p14:tracePt t="29069" x="8553450" y="1889125"/>
          <p14:tracePt t="29079" x="8566150" y="1889125"/>
          <p14:tracePt t="29107" x="8566150" y="1901825"/>
          <p14:tracePt t="29116" x="8566150" y="1920875"/>
          <p14:tracePt t="29126" x="8566150" y="1927225"/>
          <p14:tracePt t="29130" x="8566150" y="1938338"/>
          <p14:tracePt t="29140" x="8566150" y="1957388"/>
          <p14:tracePt t="29158" x="8572500" y="2032000"/>
          <p14:tracePt t="29162" x="8572500" y="2068513"/>
          <p14:tracePt t="29172" x="8585200" y="2106613"/>
          <p14:tracePt t="29190" x="8591550" y="2198688"/>
          <p14:tracePt t="29206" x="8591550" y="2260600"/>
          <p14:tracePt t="29211" x="8591550" y="2298700"/>
          <p14:tracePt t="29222" x="8591550" y="2347913"/>
          <p14:tracePt t="29231" x="8591550" y="2397125"/>
          <p14:tracePt t="29239" x="8591550" y="2452688"/>
          <p14:tracePt t="29255" x="8528050" y="2565400"/>
          <p14:tracePt t="29259" x="8497888" y="2620963"/>
          <p14:tracePt t="29272" x="8448675" y="2670175"/>
          <p14:tracePt t="29276" x="8374063" y="2732088"/>
          <p14:tracePt t="29288" x="8286750" y="2781300"/>
          <p14:tracePt t="29298" x="8181975" y="2819400"/>
          <p14:tracePt t="29304" x="8013700" y="2862263"/>
          <p14:tracePt t="29309" x="7772400" y="2911475"/>
          <p14:tracePt t="29324" x="6972300" y="2992438"/>
          <p14:tracePt t="29341" x="5962650" y="3016250"/>
          <p14:tracePt t="29356" x="5354638" y="3016250"/>
          <p14:tracePt t="29373" x="3619500" y="2905125"/>
          <p14:tracePt t="29389" x="2708275" y="2774950"/>
          <p14:tracePt t="29408" x="1914525" y="2608263"/>
          <p14:tracePt t="29419" x="1512888" y="2503488"/>
          <p14:tracePt t="29430" x="1171575" y="2379663"/>
          <p14:tracePt t="29434" x="954088" y="2298700"/>
          <p14:tracePt t="29442" x="738188" y="2198688"/>
          <p14:tracePt t="29449" x="601663" y="2130425"/>
          <p14:tracePt t="29456" x="488950" y="2051050"/>
          <p14:tracePt t="29472" x="439738" y="1976438"/>
          <p14:tracePt t="29476" x="433388" y="1963738"/>
          <p14:tracePt t="29490" x="433388" y="1957388"/>
          <p14:tracePt t="29493" x="433388" y="1944688"/>
          <p14:tracePt t="29507" x="433388" y="1938338"/>
          <p14:tracePt t="29519" x="452438" y="1933575"/>
          <p14:tracePt t="29525" x="465138" y="1933575"/>
          <p14:tracePt t="29533" x="484188" y="1927225"/>
          <p14:tracePt t="29541" x="501650" y="1914525"/>
          <p14:tracePt t="29555" x="514350" y="1908175"/>
          <p14:tracePt t="29563" x="520700" y="1908175"/>
          <p14:tracePt t="29572" x="533400" y="1908175"/>
          <p14:tracePt t="29613" x="539750" y="1908175"/>
          <p14:tracePt t="29628" x="546100" y="1908175"/>
          <p14:tracePt t="29634" x="557213" y="1908175"/>
          <p14:tracePt t="29644" x="576263" y="1908175"/>
          <p14:tracePt t="29659" x="619125" y="1927225"/>
          <p14:tracePt t="29669" x="638175" y="1938338"/>
          <p14:tracePt t="29676" x="676275" y="1944688"/>
          <p14:tracePt t="29696" x="731838" y="1976438"/>
          <p14:tracePt t="29705" x="768350" y="1982788"/>
          <p14:tracePt t="29723" x="904875" y="2038350"/>
          <p14:tracePt t="29740" x="979488" y="2057400"/>
          <p14:tracePt t="29755" x="1022350" y="2074863"/>
          <p14:tracePt t="29773" x="1116013" y="2093913"/>
          <p14:tracePt t="29781" x="1152525" y="2093913"/>
          <p14:tracePt t="29789" x="1184275" y="2106613"/>
          <p14:tracePt t="29804" x="1233488" y="2106613"/>
          <p14:tracePt t="29819" x="1295400" y="2106613"/>
          <p14:tracePt t="29825" x="1314450" y="2106613"/>
          <p14:tracePt t="29834" x="1338263" y="2106613"/>
          <p14:tracePt t="29845" x="1370013" y="2106613"/>
          <p14:tracePt t="29850" x="1376363" y="2106613"/>
          <p14:tracePt t="29860" x="1382713" y="2106613"/>
          <p14:tracePt t="29876" x="1389063" y="2106613"/>
          <p14:tracePt t="29892" x="1393825" y="2093913"/>
          <p14:tracePt t="29916" x="1406525" y="2087563"/>
          <p14:tracePt t="29931" x="1412875" y="2081213"/>
          <p14:tracePt t="29949" x="1419225" y="2081213"/>
          <p14:tracePt t="29959" x="1419225" y="2074863"/>
          <p14:tracePt t="29984" x="1425575" y="2074863"/>
          <p14:tracePt t="29997" x="1425575" y="2068513"/>
          <p14:tracePt t="30014" x="1431925" y="2063750"/>
          <p14:tracePt t="30021" x="1438275" y="2063750"/>
          <p14:tracePt t="30039" x="1457325" y="2044700"/>
          <p14:tracePt t="30055" x="1474788" y="2038350"/>
          <p14:tracePt t="30072" x="1493838" y="2032000"/>
          <p14:tracePt t="30079" x="1500188" y="2032000"/>
          <p14:tracePt t="30093" x="1506538" y="2025650"/>
          <p14:tracePt t="30108" x="1512888" y="2019300"/>
          <p14:tracePt t="30864" x="1519238" y="2019300"/>
          <p14:tracePt t="30889" x="1604963" y="2019300"/>
          <p14:tracePt t="30901" x="1654175" y="2019300"/>
          <p14:tracePt t="30920" x="1803400" y="2019300"/>
          <p14:tracePt t="30930" x="1865313" y="2019300"/>
          <p14:tracePt t="30939" x="2200275" y="2019300"/>
          <p14:tracePt t="30947" x="2311400" y="2019300"/>
          <p14:tracePt t="30957" x="2492375" y="2019300"/>
          <p14:tracePt t="30971" x="2820988" y="2025650"/>
          <p14:tracePt t="30989" x="3173413" y="2025650"/>
          <p14:tracePt t="31006" x="3465513" y="2025650"/>
          <p14:tracePt t="31024" x="3713163" y="2025650"/>
          <p14:tracePt t="31039" x="3948113" y="2051050"/>
          <p14:tracePt t="31045" x="4016375" y="2051050"/>
          <p14:tracePt t="31055" x="4084638" y="2063750"/>
          <p14:tracePt t="31060" x="4133850" y="2063750"/>
          <p14:tracePt t="31072" x="4152900" y="2063750"/>
          <p14:tracePt t="31090" x="4171950" y="2063750"/>
          <p14:tracePt t="31109" x="4178300" y="2063750"/>
          <p14:tracePt t="31422" x="4178300" y="2057400"/>
          <p14:tracePt t="31437" x="4178300" y="2051050"/>
          <p14:tracePt t="31451" x="4178300" y="2044700"/>
          <p14:tracePt t="31461" x="4178300" y="2032000"/>
          <p14:tracePt t="31472" x="4165600" y="2025650"/>
          <p14:tracePt t="31704" x="4159250" y="2019300"/>
          <p14:tracePt t="31722" x="4140200" y="2019300"/>
          <p14:tracePt t="31739" x="4103688" y="2012950"/>
          <p14:tracePt t="31755" x="4059238" y="2000250"/>
          <p14:tracePt t="31760" x="4048125" y="2000250"/>
          <p14:tracePt t="31775" x="3990975" y="2000250"/>
          <p14:tracePt t="31790" x="3917950" y="2000250"/>
          <p14:tracePt t="31806" x="3856038" y="1995488"/>
          <p14:tracePt t="31822" x="3798888" y="1995488"/>
          <p14:tracePt t="31842" x="3762375" y="1995488"/>
          <p14:tracePt t="31859" x="3749675" y="1995488"/>
          <p14:tracePt t="31865" x="3743325" y="1995488"/>
          <p14:tracePt t="31874" x="3736975" y="1995488"/>
          <p14:tracePt t="31891" x="3719513" y="1995488"/>
          <p14:tracePt t="32159" x="3725863" y="1995488"/>
          <p14:tracePt t="32184" x="3730625" y="1995488"/>
          <p14:tracePt t="32198" x="3762375" y="1995488"/>
          <p14:tracePt t="32209" x="3781425" y="1982788"/>
          <p14:tracePt t="32221" x="3798888" y="1982788"/>
          <p14:tracePt t="32240" x="3856038" y="1976438"/>
          <p14:tracePt t="32246" x="3879850" y="1976438"/>
          <p14:tracePt t="32254" x="3935413" y="1963738"/>
          <p14:tracePt t="32261" x="3960813" y="1963738"/>
          <p14:tracePt t="32271" x="3997325" y="1963738"/>
          <p14:tracePt t="32281" x="4035425" y="1963738"/>
          <p14:tracePt t="32292" x="4097338" y="1963738"/>
          <p14:tracePt t="32295" x="4146550" y="1963738"/>
          <p14:tracePt t="32299" x="4233863" y="1963738"/>
          <p14:tracePt t="32309" x="4283075" y="1963738"/>
          <p14:tracePt t="32324" x="4449763" y="1963738"/>
          <p14:tracePt t="32341" x="4568825" y="1970088"/>
          <p14:tracePt t="32350" x="4624388" y="1982788"/>
          <p14:tracePt t="32358" x="4673600" y="1982788"/>
          <p14:tracePt t="32371" x="4729163" y="1989138"/>
          <p14:tracePt t="32375" x="4767263" y="2000250"/>
          <p14:tracePt t="32382" x="4791075" y="2000250"/>
          <p14:tracePt t="32392" x="4829175" y="2000250"/>
          <p14:tracePt t="32407" x="4884738" y="2000250"/>
          <p14:tracePt t="32411" x="4895850" y="2000250"/>
          <p14:tracePt t="32422" x="4927600" y="2000250"/>
          <p14:tracePt t="32443" x="4995863" y="1989138"/>
          <p14:tracePt t="32460" x="5021263" y="1982788"/>
          <p14:tracePt t="32475" x="5051425" y="1963738"/>
          <p14:tracePt t="32484" x="5070475" y="1963738"/>
          <p14:tracePt t="32491" x="5083175" y="1957388"/>
          <p14:tracePt t="32519" x="5126038" y="1957388"/>
          <p14:tracePt t="32524" x="5132388" y="1957388"/>
          <p14:tracePt t="32534" x="5138738" y="1957388"/>
          <p14:tracePt t="32541" x="5145088" y="1957388"/>
          <p14:tracePt t="32563" x="5145088" y="1951038"/>
          <p14:tracePt t="32573" x="5151438" y="1951038"/>
          <p14:tracePt t="32599" x="5156200" y="1951038"/>
          <p14:tracePt t="32613" x="5162550" y="1951038"/>
          <p14:tracePt t="32636" x="5181600" y="1944688"/>
          <p14:tracePt t="32639" x="5194300" y="1933575"/>
          <p14:tracePt t="32650" x="5224463" y="1927225"/>
          <p14:tracePt t="32659" x="5249863" y="1927225"/>
          <p14:tracePt t="32669" x="5324475" y="1908175"/>
          <p14:tracePt t="32674" x="5360988" y="1895475"/>
          <p14:tracePt t="32686" x="5405438" y="1889125"/>
          <p14:tracePt t="32704" x="5454650" y="1889125"/>
          <p14:tracePt t="32710" x="5529263" y="1876425"/>
          <p14:tracePt t="32719" x="5591175" y="1876425"/>
          <p14:tracePt t="32730" x="5614988" y="1876425"/>
          <p14:tracePt t="32732" x="5653088" y="1876425"/>
          <p14:tracePt t="32741" x="5672138" y="1876425"/>
          <p14:tracePt t="32756" x="5715000" y="1876425"/>
          <p14:tracePt t="32774" x="5727700" y="1889125"/>
          <p14:tracePt t="32784" x="5745163" y="1895475"/>
          <p14:tracePt t="32790" x="5751513" y="1901825"/>
          <p14:tracePt t="32807" x="5783263" y="1908175"/>
          <p14:tracePt t="32821" x="5789613" y="1914525"/>
          <p14:tracePt t="32827" x="5789613" y="1927225"/>
          <p14:tracePt t="32830" x="5795963" y="1927225"/>
          <p14:tracePt t="32840" x="5802313" y="1933575"/>
          <p14:tracePt t="32850" x="5813425" y="1933575"/>
          <p14:tracePt t="32868" x="5813425" y="1938338"/>
          <p14:tracePt t="32950" x="5819775" y="1938338"/>
          <p14:tracePt t="32998" x="5832475" y="1938338"/>
          <p14:tracePt t="33010" x="5857875" y="1938338"/>
          <p14:tracePt t="33023" x="5926138" y="1944688"/>
          <p14:tracePt t="33040" x="6056313" y="1970088"/>
          <p14:tracePt t="33049" x="6111875" y="1970088"/>
          <p14:tracePt t="33055" x="6192838" y="1970088"/>
          <p14:tracePt t="33071" x="6594475" y="2000250"/>
          <p14:tracePt t="33080" x="6942138" y="2019300"/>
          <p14:tracePt t="33092" x="7661275" y="2057400"/>
          <p14:tracePt t="33105" x="8075613" y="2074863"/>
          <p14:tracePt t="33113" x="8455025" y="2100263"/>
          <p14:tracePt t="33120" x="8764588" y="2112963"/>
          <p14:tracePt t="33138" x="9451975" y="2155825"/>
          <p14:tracePt t="33154" x="10017125" y="2205038"/>
          <p14:tracePt t="33179" x="10791825" y="2341563"/>
          <p14:tracePt t="33194" x="11026775" y="2390775"/>
          <p14:tracePt t="33209" x="11114088" y="2416175"/>
          <p14:tracePt t="33215" x="11125200" y="2416175"/>
          <p14:tracePt t="33223" x="11144250" y="2422525"/>
          <p14:tracePt t="33301" x="11150600" y="2422525"/>
          <p14:tracePt t="33309" x="11169650" y="2416175"/>
          <p14:tracePt t="33323" x="11182350" y="2409825"/>
          <p14:tracePt t="33340" x="11231563" y="2409825"/>
          <p14:tracePt t="33349" x="11255375" y="2409825"/>
          <p14:tracePt t="33356" x="11287125" y="2397125"/>
          <p14:tracePt t="33367" x="11312525" y="2397125"/>
          <p14:tracePt t="33378" x="11336338" y="2397125"/>
          <p14:tracePt t="33394" x="11380788" y="2397125"/>
          <p14:tracePt t="33410" x="11404600" y="2397125"/>
          <p14:tracePt t="33429" x="11410950" y="2397125"/>
          <p14:tracePt t="33487" x="11398250" y="2397125"/>
          <p14:tracePt t="33501" x="11391900" y="2397125"/>
          <p14:tracePt t="33588" x="11385550" y="2397125"/>
          <p14:tracePt t="33603" x="11385550" y="2390775"/>
          <p14:tracePt t="33612" x="11380788" y="2390775"/>
          <p14:tracePt t="33676" x="11374438" y="2390775"/>
          <p14:tracePt t="33689" x="11368088" y="2390775"/>
          <p14:tracePt t="33695" x="11342688" y="2384425"/>
          <p14:tracePt t="33706" x="11336338" y="2384425"/>
          <p14:tracePt t="33715" x="11323638" y="2384425"/>
          <p14:tracePt t="33723" x="11306175" y="2384425"/>
          <p14:tracePt t="33740" x="11274425" y="2384425"/>
          <p14:tracePt t="33758" x="11231563" y="2384425"/>
          <p14:tracePt t="33767" x="11206163" y="2384425"/>
          <p14:tracePt t="33773" x="11182350" y="2384425"/>
          <p14:tracePt t="33780" x="11163300" y="2384425"/>
          <p14:tracePt t="33799" x="11137900" y="2384425"/>
          <p14:tracePt t="33808" x="11131550" y="2384425"/>
          <p14:tracePt t="33821" x="11125200" y="2384425"/>
          <p14:tracePt t="33829" x="11107738" y="2384425"/>
          <p14:tracePt t="33845" x="11088688" y="2384425"/>
          <p14:tracePt t="33859" x="11075988" y="2384425"/>
          <p14:tracePt t="33871" x="11045825" y="2384425"/>
          <p14:tracePt t="33881" x="11007725" y="2397125"/>
          <p14:tracePt t="33890" x="10995025" y="2403475"/>
          <p14:tracePt t="33908" x="10971213" y="2409825"/>
          <p14:tracePt t="34019" x="10990263" y="2403475"/>
          <p14:tracePt t="34032" x="10995025" y="2403475"/>
          <p14:tracePt t="34050" x="11033125" y="2390775"/>
          <p14:tracePt t="34063" x="11063288" y="2384425"/>
          <p14:tracePt t="34075" x="11095038" y="2379663"/>
          <p14:tracePt t="34089" x="11101388" y="2379663"/>
          <p14:tracePt t="34133" x="11095038" y="2366963"/>
          <p14:tracePt t="34145" x="11069638" y="2366963"/>
          <p14:tracePt t="34149" x="11045825" y="2366963"/>
          <p14:tracePt t="34158" x="11007725" y="2366963"/>
          <p14:tracePt t="34164" x="10977563" y="2366963"/>
          <p14:tracePt t="34173" x="10926763" y="2366963"/>
          <p14:tracePt t="34191" x="10853738" y="2366963"/>
          <p14:tracePt t="34199" x="10785475" y="2366963"/>
          <p14:tracePt t="34212" x="10636250" y="2366963"/>
          <p14:tracePt t="34223" x="10555288" y="2366963"/>
          <p14:tracePt t="34241" x="10339388" y="2366963"/>
          <p14:tracePt t="34258" x="10121900" y="2366963"/>
          <p14:tracePt t="34262" x="10021888" y="2366963"/>
          <p14:tracePt t="34279" x="9842500" y="2366963"/>
          <p14:tracePt t="34286" x="9744075" y="2366963"/>
          <p14:tracePt t="34290" x="9656763" y="2366963"/>
          <p14:tracePt t="34299" x="9588500" y="2366963"/>
          <p14:tracePt t="34307" x="9507538" y="2366963"/>
          <p14:tracePt t="34319" x="9421813" y="2354263"/>
          <p14:tracePt t="34325" x="9353550" y="2354263"/>
          <p14:tracePt t="34329" x="9285288" y="2354263"/>
          <p14:tracePt t="34340" x="9272588" y="2354263"/>
          <p14:tracePt t="34348" x="9236075" y="2354263"/>
          <p14:tracePt t="34356" x="9204325" y="2354263"/>
          <p14:tracePt t="34374" x="9185275" y="2354263"/>
          <p14:tracePt t="34378" x="9178925" y="2354263"/>
          <p14:tracePt t="34415" x="9174163" y="2354263"/>
          <p14:tracePt t="34428" x="9148763" y="2354263"/>
          <p14:tracePt t="34441" x="9129713" y="2360613"/>
          <p14:tracePt t="34446" x="9105900" y="2366963"/>
          <p14:tracePt t="34450" x="9080500" y="2366963"/>
          <p14:tracePt t="34461" x="9048750" y="2379663"/>
          <p14:tracePt t="34477" x="9005888" y="2379663"/>
          <p14:tracePt t="34488" x="8982075" y="2379663"/>
          <p14:tracePt t="34495" x="8956675" y="2379663"/>
          <p14:tracePt t="34505" x="8931275" y="2379663"/>
          <p14:tracePt t="34510" x="8901113" y="2379663"/>
          <p14:tracePt t="34513" x="8875713" y="2379663"/>
          <p14:tracePt t="34524" x="8856663" y="2373313"/>
          <p14:tracePt t="34533" x="8820150" y="2373313"/>
          <p14:tracePt t="34541" x="8794750" y="2366963"/>
          <p14:tracePt t="34559" x="8739188" y="2366963"/>
          <p14:tracePt t="34564" x="8726488" y="2360613"/>
          <p14:tracePt t="34572" x="8696325" y="2360613"/>
          <p14:tracePt t="34588" x="8677275" y="2347913"/>
          <p14:tracePt t="34595" x="8664575" y="2347913"/>
          <p14:tracePt t="34611" x="8664575" y="2341563"/>
          <p14:tracePt t="34693" x="8670925" y="2341563"/>
          <p14:tracePt t="34708" x="8721725" y="2341563"/>
          <p14:tracePt t="34712" x="8788400" y="2341563"/>
          <p14:tracePt t="34721" x="8820150" y="2341563"/>
          <p14:tracePt t="34731" x="8999538" y="2341563"/>
          <p14:tracePt t="34740" x="9129713" y="2341563"/>
          <p14:tracePt t="34759" x="9458325" y="2341563"/>
          <p14:tracePt t="34768" x="9620250" y="2341563"/>
          <p14:tracePt t="34774" x="9825038" y="2341563"/>
          <p14:tracePt t="34779" x="10028238" y="2341563"/>
          <p14:tracePt t="34788" x="10233025" y="2341563"/>
          <p14:tracePt t="34795" x="10394950" y="2341563"/>
          <p14:tracePt t="34806" x="10599738" y="2341563"/>
          <p14:tracePt t="34809" x="10779125" y="2341563"/>
          <p14:tracePt t="34824" x="10939463" y="2341563"/>
          <p14:tracePt t="34827" x="11069638" y="2341563"/>
          <p14:tracePt t="34849" x="11287125" y="2341563"/>
          <p14:tracePt t="34855" x="11306175" y="2341563"/>
          <p14:tracePt t="34861" x="11317288" y="2341563"/>
          <p14:tracePt t="34991" x="11312525" y="2341563"/>
          <p14:tracePt t="35006" x="11268075" y="2341563"/>
          <p14:tracePt t="35024" x="11193463" y="2341563"/>
          <p14:tracePt t="35038" x="11056938" y="2347913"/>
          <p14:tracePt t="35046" x="11020425" y="2347913"/>
          <p14:tracePt t="35051" x="10939463" y="2360613"/>
          <p14:tracePt t="35062" x="10821988" y="2373313"/>
          <p14:tracePt t="35074" x="10456863" y="2403475"/>
          <p14:tracePt t="35093" x="10083800" y="2416175"/>
          <p14:tracePt t="35108" x="9601200" y="2435225"/>
          <p14:tracePt t="35117" x="9328150" y="2435225"/>
          <p14:tracePt t="35123" x="9148763" y="2435225"/>
          <p14:tracePt t="35134" x="8943975" y="2446338"/>
          <p14:tracePt t="35143" x="8739188" y="2446338"/>
          <p14:tracePt t="35158" x="8397875" y="2446338"/>
          <p14:tracePt t="35174" x="7958138" y="2459038"/>
          <p14:tracePt t="35194" x="7599363" y="2459038"/>
          <p14:tracePt t="35204" x="7419975" y="2459038"/>
          <p14:tracePt t="35208" x="7251700" y="2459038"/>
          <p14:tracePt t="35215" x="7053263" y="2459038"/>
          <p14:tracePt t="35225" x="6848475" y="2459038"/>
          <p14:tracePt t="35229" x="6645275" y="2459038"/>
          <p14:tracePt t="35235" x="6440488" y="2459038"/>
          <p14:tracePt t="35242" x="6259513" y="2459038"/>
          <p14:tracePt t="35259" x="6092825" y="2459038"/>
          <p14:tracePt t="35262" x="5943600" y="2452688"/>
          <p14:tracePt t="35274" x="5783263" y="2441575"/>
          <p14:tracePt t="35293" x="5330825" y="2360613"/>
          <p14:tracePt t="35305" x="5194300" y="2328863"/>
          <p14:tracePt t="35311" x="5026025" y="2305050"/>
          <p14:tracePt t="35321" x="4878388" y="2279650"/>
          <p14:tracePt t="35331" x="4667250" y="2249488"/>
          <p14:tracePt t="35341" x="4332288" y="2192338"/>
          <p14:tracePt t="35358" x="4003675" y="2174875"/>
          <p14:tracePt t="35373" x="3675063" y="2149475"/>
          <p14:tracePt t="35390" x="3427413" y="2136775"/>
          <p14:tracePt t="35394" x="3290888" y="2125663"/>
          <p14:tracePt t="35409" x="3160713" y="2112963"/>
          <p14:tracePt t="35416" x="3062288" y="2112963"/>
          <p14:tracePt t="35422" x="2955925" y="2100263"/>
          <p14:tracePt t="35429" x="2876550" y="2100263"/>
          <p14:tracePt t="35444" x="2708275" y="2100263"/>
          <p14:tracePt t="35460" x="2560638" y="2100263"/>
          <p14:tracePt t="35475" x="2466975" y="2100263"/>
          <p14:tracePt t="35491" x="2392363" y="2100263"/>
          <p14:tracePt t="35501" x="2366963" y="2100263"/>
          <p14:tracePt t="35519" x="2311400" y="2100263"/>
          <p14:tracePt t="35527" x="2287588" y="2100263"/>
          <p14:tracePt t="35541" x="2243138" y="2100263"/>
          <p14:tracePt t="35562" x="2200275" y="2100263"/>
          <p14:tracePt t="35572" x="2151063" y="2100263"/>
          <p14:tracePt t="35591" x="2076450" y="2100263"/>
          <p14:tracePt t="35609" x="1995488" y="2100263"/>
          <p14:tracePt t="35629" x="1841500" y="2087563"/>
          <p14:tracePt t="35642" x="1790700" y="2087563"/>
          <p14:tracePt t="35646" x="1754188" y="2087563"/>
          <p14:tracePt t="35654" x="1717675" y="2087563"/>
          <p14:tracePt t="35660" x="1679575" y="2087563"/>
          <p14:tracePt t="35678" x="1630363" y="2087563"/>
          <p14:tracePt t="35682" x="1598613" y="2087563"/>
          <p14:tracePt t="35696" x="1562100" y="2087563"/>
          <p14:tracePt t="35709" x="1487488" y="2087563"/>
          <p14:tracePt t="35735" x="1389063" y="2093913"/>
          <p14:tracePt t="35741" x="1350963" y="2093913"/>
          <p14:tracePt t="35750" x="1331913" y="2100263"/>
          <p14:tracePt t="35759" x="1314450" y="2100263"/>
          <p14:tracePt t="35768" x="1308100" y="2100263"/>
          <p14:tracePt t="35788" x="1301750" y="2100263"/>
          <p14:tracePt t="36088" x="1301750" y="2106613"/>
          <p14:tracePt t="36106" x="1282700" y="2106613"/>
          <p14:tracePt t="36121" x="1270000" y="2112963"/>
          <p14:tracePt t="36134" x="1265238" y="2119313"/>
          <p14:tracePt t="36147" x="1258888" y="2125663"/>
          <p14:tracePt t="36156" x="1252538" y="2125663"/>
          <p14:tracePt t="36171" x="1252538" y="2136775"/>
          <p14:tracePt t="36180" x="1246188" y="2136775"/>
          <p14:tracePt t="36194" x="1246188" y="2143125"/>
          <p14:tracePt t="36208" x="1239838" y="2143125"/>
          <p14:tracePt t="36213" x="1239838" y="2149475"/>
          <p14:tracePt t="36223" x="1233488" y="2149475"/>
          <p14:tracePt t="36247" x="1220788" y="2149475"/>
          <p14:tracePt t="36399" x="1220788" y="2155825"/>
          <p14:tracePt t="36431" x="1220788" y="2162175"/>
          <p14:tracePt t="36444" x="1220788" y="2168525"/>
          <p14:tracePt t="36452" x="1227138" y="2168525"/>
          <p14:tracePt t="36475" x="1233488" y="2174875"/>
          <p14:tracePt t="36493" x="1239838" y="2187575"/>
          <p14:tracePt t="36727" x="1246188" y="2187575"/>
          <p14:tracePt t="36739" x="1252538" y="2187575"/>
          <p14:tracePt t="36749" x="1258888" y="2187575"/>
          <p14:tracePt t="36758" x="1258888" y="2192338"/>
          <p14:tracePt t="36775" x="1265238" y="2192338"/>
          <p14:tracePt t="36782" x="1276350" y="2192338"/>
          <p14:tracePt t="36808" x="1282700" y="2192338"/>
          <p14:tracePt t="36929" x="1289050" y="2192338"/>
          <p14:tracePt t="37005" x="1295400" y="2192338"/>
          <p14:tracePt t="37018" x="1308100" y="2192338"/>
          <p14:tracePt t="37034" x="1344613" y="2187575"/>
          <p14:tracePt t="37049" x="1389063" y="2181225"/>
          <p14:tracePt t="37061" x="1438275" y="2181225"/>
          <p14:tracePt t="37072" x="1468438" y="2181225"/>
          <p14:tracePt t="37078" x="1506538" y="2181225"/>
          <p14:tracePt t="37103" x="1592263" y="2174875"/>
          <p14:tracePt t="37109" x="1598613" y="2174875"/>
          <p14:tracePt t="37121" x="1643063" y="2174875"/>
          <p14:tracePt t="37128" x="1660525" y="2174875"/>
          <p14:tracePt t="37135" x="1673225" y="2174875"/>
          <p14:tracePt t="37142" x="1692275" y="2174875"/>
          <p14:tracePt t="37158" x="1722438" y="2174875"/>
          <p14:tracePt t="37175" x="1728788" y="2174875"/>
          <p14:tracePt t="37191" x="1741488" y="2174875"/>
          <p14:tracePt t="37209" x="1754188" y="2174875"/>
          <p14:tracePt t="37219" x="1766888" y="2174875"/>
          <p14:tracePt t="37226" x="1773238" y="2174875"/>
          <p14:tracePt t="37235" x="1790700" y="2174875"/>
          <p14:tracePt t="37243" x="1822450" y="2174875"/>
          <p14:tracePt t="37260" x="1852613" y="2174875"/>
          <p14:tracePt t="37276" x="1884363" y="2174875"/>
          <p14:tracePt t="37292" x="1914525" y="2174875"/>
          <p14:tracePt t="37309" x="1939925" y="2174875"/>
          <p14:tracePt t="37328" x="1978025" y="2174875"/>
          <p14:tracePt t="37339" x="1989138" y="2174875"/>
          <p14:tracePt t="37345" x="2001838" y="2174875"/>
          <p14:tracePt t="37356" x="2020888" y="2174875"/>
          <p14:tracePt t="37365" x="2033588" y="2174875"/>
          <p14:tracePt t="37374" x="2057400" y="2174875"/>
          <p14:tracePt t="37392" x="2095500" y="2174875"/>
          <p14:tracePt t="37410" x="2119313" y="2181225"/>
          <p14:tracePt t="37414" x="2138363" y="2181225"/>
          <p14:tracePt t="37433" x="2170113" y="2181225"/>
          <p14:tracePt t="37443" x="2200275" y="2181225"/>
          <p14:tracePt t="37464" x="2232025" y="2181225"/>
          <p14:tracePt t="37480" x="2274888" y="2181225"/>
          <p14:tracePt t="37492" x="2287588" y="2181225"/>
          <p14:tracePt t="37502" x="2317750" y="2181225"/>
          <p14:tracePt t="37506" x="2343150" y="2168525"/>
          <p14:tracePt t="37514" x="2430463" y="2168525"/>
          <p14:tracePt t="37524" x="2454275" y="2168525"/>
          <p14:tracePt t="37542" x="2497138" y="2168525"/>
          <p14:tracePt t="37558" x="2522538" y="2168525"/>
          <p14:tracePt t="37580" x="2560638" y="2168525"/>
          <p14:tracePt t="37589" x="2571750" y="2181225"/>
          <p14:tracePt t="37602" x="2584450" y="2181225"/>
          <p14:tracePt t="37606" x="2590800" y="2181225"/>
          <p14:tracePt t="37615" x="2603500" y="2181225"/>
          <p14:tracePt t="37628" x="2609850" y="2181225"/>
          <p14:tracePt t="37632" x="2616200" y="2187575"/>
          <p14:tracePt t="37635" x="2627313" y="2187575"/>
          <p14:tracePt t="37646" x="2633663" y="2187575"/>
          <p14:tracePt t="37665" x="2652713" y="2187575"/>
          <p14:tracePt t="37679" x="2671763" y="2187575"/>
          <p14:tracePt t="37691" x="2690813" y="2187575"/>
          <p14:tracePt t="37705" x="2695575" y="2187575"/>
          <p14:tracePt t="37711" x="2714625" y="2187575"/>
          <p14:tracePt t="37724" x="2733675" y="2187575"/>
          <p14:tracePt t="37739" x="2746375" y="2187575"/>
          <p14:tracePt t="37744" x="2763838" y="2187575"/>
          <p14:tracePt t="37752" x="2770188" y="2187575"/>
          <p14:tracePt t="37759" x="2782888" y="2187575"/>
          <p14:tracePt t="37783" x="2814638" y="2181225"/>
          <p14:tracePt t="37791" x="2825750" y="2181225"/>
          <p14:tracePt t="37795" x="2838450" y="2181225"/>
          <p14:tracePt t="37808" x="2851150" y="2181225"/>
          <p14:tracePt t="37814" x="2857500" y="2181225"/>
          <p14:tracePt t="37821" x="2876550" y="2181225"/>
          <p14:tracePt t="37826" x="2882900" y="2181225"/>
          <p14:tracePt t="37840" x="2887663" y="2181225"/>
          <p14:tracePt t="37846" x="2894013" y="2181225"/>
          <p14:tracePt t="37855" x="2900363" y="2181225"/>
          <p14:tracePt t="37864" x="2906713" y="2174875"/>
          <p14:tracePt t="37867" x="2925763" y="2174875"/>
          <p14:tracePt t="37877" x="2932113" y="2174875"/>
          <p14:tracePt t="37892" x="2951163" y="2174875"/>
          <p14:tracePt t="37908" x="2974975" y="2174875"/>
          <p14:tracePt t="37928" x="2987675" y="2174875"/>
          <p14:tracePt t="37943" x="2994025" y="2174875"/>
          <p14:tracePt t="37959" x="3000375" y="2174875"/>
          <p14:tracePt t="37963" x="3013075" y="2174875"/>
          <p14:tracePt t="37980" x="3017838" y="2174875"/>
          <p14:tracePt t="38064" x="3024188" y="2174875"/>
          <p14:tracePt t="38078" x="3024188" y="2187575"/>
          <p14:tracePt t="38099" x="3030538" y="2187575"/>
          <p14:tracePt t="38119" x="3030538" y="2192338"/>
          <p14:tracePt t="38136" x="3036888" y="2192338"/>
          <p14:tracePt t="38157" x="3043238" y="2192338"/>
          <p14:tracePt t="38215" x="3049588" y="2192338"/>
          <p14:tracePt t="38230" x="3068638" y="2192338"/>
          <p14:tracePt t="38236" x="3079750" y="2192338"/>
          <p14:tracePt t="38249" x="3105150" y="2192338"/>
          <p14:tracePt t="38261" x="3160713" y="2192338"/>
          <p14:tracePt t="38271" x="3198813" y="2192338"/>
          <p14:tracePt t="38289" x="3284538" y="2192338"/>
          <p14:tracePt t="38296" x="3322638" y="2198688"/>
          <p14:tracePt t="38303" x="3359150" y="2198688"/>
          <p14:tracePt t="38315" x="3421063" y="2211388"/>
          <p14:tracePt t="38326" x="3514725" y="2230438"/>
          <p14:tracePt t="38343" x="3638550" y="2243138"/>
          <p14:tracePt t="38358" x="3756025" y="2254250"/>
          <p14:tracePt t="38375" x="3843338" y="2254250"/>
          <p14:tracePt t="38381" x="3867150" y="2254250"/>
          <p14:tracePt t="38397" x="3935413" y="2254250"/>
          <p14:tracePt t="38411" x="3986213" y="2254250"/>
          <p14:tracePt t="38426" x="4010025" y="2254250"/>
          <p14:tracePt t="38445" x="4022725" y="2254250"/>
          <p14:tracePt t="38463" x="4029075" y="2254250"/>
          <p14:tracePt t="38583" x="4035425" y="2254250"/>
          <p14:tracePt t="38598" x="4041775" y="2254250"/>
          <p14:tracePt t="38603" x="4048125" y="2254250"/>
          <p14:tracePt t="38619" x="4059238" y="2254250"/>
          <p14:tracePt t="38631" x="4071938" y="2249488"/>
          <p14:tracePt t="38645" x="4078288" y="2249488"/>
          <p14:tracePt t="38669" x="4084638" y="2249488"/>
          <p14:tracePt t="38698" x="4090988" y="2249488"/>
          <p14:tracePt t="38712" x="4090988" y="2236788"/>
          <p14:tracePt t="38725" x="4116388" y="2230438"/>
          <p14:tracePt t="38731" x="4121150" y="2224088"/>
          <p14:tracePt t="38741" x="4133850" y="2224088"/>
          <p14:tracePt t="38760" x="4171950" y="2205038"/>
          <p14:tracePt t="38765" x="4195763" y="2205038"/>
          <p14:tracePt t="38773" x="4221163" y="2198688"/>
          <p14:tracePt t="38786" x="4251325" y="2198688"/>
          <p14:tracePt t="38795" x="4313238" y="2187575"/>
          <p14:tracePt t="38805" x="4351338" y="2187575"/>
          <p14:tracePt t="38819" x="4376738" y="2187575"/>
          <p14:tracePt t="38823" x="4425950" y="2187575"/>
          <p14:tracePt t="38828" x="4462463" y="2187575"/>
          <p14:tracePt t="38838" x="4487863" y="2187575"/>
          <p14:tracePt t="38847" x="4500563" y="2192338"/>
          <p14:tracePt t="38861" x="4537075" y="2192338"/>
          <p14:tracePt t="38874" x="4562475" y="2198688"/>
          <p14:tracePt t="38894" x="4624388" y="2198688"/>
          <p14:tracePt t="38915" x="4641850" y="2198688"/>
          <p14:tracePt t="38919" x="4654550" y="2198688"/>
          <p14:tracePt t="38928" x="4660900" y="2198688"/>
          <p14:tracePt t="38943" x="4673600" y="2198688"/>
          <p14:tracePt t="38958" x="4679950" y="2198688"/>
          <p14:tracePt t="38979" x="4692650" y="2198688"/>
          <p14:tracePt t="38989" x="4703763" y="2198688"/>
          <p14:tracePt t="39006" x="4710113" y="2198688"/>
          <p14:tracePt t="39019" x="4716463" y="2198688"/>
          <p14:tracePt t="39044" x="4722813" y="2198688"/>
          <p14:tracePt t="39051" x="4722813" y="2205038"/>
          <p14:tracePt t="39059" x="4729163" y="2205038"/>
          <p14:tracePt t="39075" x="4729163" y="2211388"/>
          <p14:tracePt t="39111" x="4735513" y="2211388"/>
          <p14:tracePt t="39302" x="4735513" y="2205038"/>
          <p14:tracePt t="39549" x="4741863" y="2198688"/>
          <p14:tracePt t="39567" x="4767263" y="2192338"/>
          <p14:tracePt t="39585" x="4772025" y="2187575"/>
          <p14:tracePt t="39596" x="4778375" y="2187575"/>
          <p14:tracePt t="39634" x="4784725" y="2192338"/>
          <p14:tracePt t="39645" x="4797425" y="2224088"/>
          <p14:tracePt t="39662" x="4803775" y="2236788"/>
          <p14:tracePt t="39668" x="4803775" y="2243138"/>
          <p14:tracePt t="39676" x="4810125" y="2243138"/>
          <p14:tracePt t="39720" x="4816475" y="2243138"/>
          <p14:tracePt t="39733" x="4822825" y="2236788"/>
          <p14:tracePt t="39744" x="4829175" y="2230438"/>
          <p14:tracePt t="39820" x="4833938" y="2230438"/>
          <p14:tracePt t="39833" x="4840288" y="2230438"/>
          <p14:tracePt t="39843" x="4895850" y="2249488"/>
          <p14:tracePt t="39851" x="4908550" y="2249488"/>
          <p14:tracePt t="39869" x="4927600" y="2249488"/>
          <p14:tracePt t="39874" x="4953000" y="2249488"/>
          <p14:tracePt t="39961" x="4959350" y="2254250"/>
          <p14:tracePt t="39974" x="4976813" y="2254250"/>
          <p14:tracePt t="39989" x="5026025" y="2260600"/>
          <p14:tracePt t="39997" x="5051425" y="2260600"/>
          <p14:tracePt t="40018" x="5064125" y="2260600"/>
          <p14:tracePt t="40041" x="5070475" y="2260600"/>
          <p14:tracePt t="40103" x="5083175" y="2260600"/>
          <p14:tracePt t="40115" x="5094288" y="2260600"/>
          <p14:tracePt t="40131" x="5126038" y="2260600"/>
          <p14:tracePt t="40135" x="5132388" y="2260600"/>
          <p14:tracePt t="40222" x="5138738" y="2260600"/>
          <p14:tracePt t="40235" x="5151438" y="2260600"/>
          <p14:tracePt t="40246" x="5162550" y="2266950"/>
          <p14:tracePt t="40259" x="5194300" y="2266950"/>
          <p14:tracePt t="40276" x="5256213" y="2279650"/>
          <p14:tracePt t="40293" x="5268913" y="2279650"/>
          <p14:tracePt t="40318" x="5318125" y="2292350"/>
          <p14:tracePt t="40325" x="5354638" y="2292350"/>
          <p14:tracePt t="40339" x="5480050" y="2260600"/>
          <p14:tracePt t="40354" x="5565775" y="2236788"/>
          <p14:tracePt t="40359" x="5640388" y="2211388"/>
          <p14:tracePt t="40362" x="5757863" y="2187575"/>
          <p14:tracePt t="40372" x="6011863" y="2119313"/>
          <p14:tracePt t="40382" x="6129338" y="2093913"/>
          <p14:tracePt t="40391" x="6229350" y="2068513"/>
          <p14:tracePt t="40409" x="6402388" y="2044700"/>
          <p14:tracePt t="40413" x="6470650" y="2044700"/>
          <p14:tracePt t="40419" x="6519863" y="2044700"/>
          <p14:tracePt t="40437" x="6551613" y="2063750"/>
          <p14:tracePt t="40443" x="6557963" y="2068513"/>
          <p14:tracePt t="40451" x="6557963" y="2074863"/>
          <p14:tracePt t="40473" x="6564313" y="2087563"/>
          <p14:tracePt t="40481" x="6564313" y="2093913"/>
          <p14:tracePt t="40491" x="6570663" y="2093913"/>
          <p14:tracePt t="40646" x="6564313" y="2093913"/>
          <p14:tracePt t="40660" x="6557963" y="2081213"/>
          <p14:tracePt t="40670" x="6545263" y="2081213"/>
          <p14:tracePt t="40682" x="6538913" y="2081213"/>
          <p14:tracePt t="40703" x="6532563" y="2100263"/>
          <p14:tracePt t="40717" x="6526213" y="2106613"/>
          <p14:tracePt t="40725" x="6526213" y="2130425"/>
          <p14:tracePt t="40734" x="6526213" y="2136775"/>
          <p14:tracePt t="40766" x="6526213" y="2143125"/>
          <p14:tracePt t="40811" x="6526213" y="2155825"/>
          <p14:tracePt t="40824" x="6526213" y="2162175"/>
          <p14:tracePt t="40832" x="6526213" y="2181225"/>
          <p14:tracePt t="40841" x="6526213" y="2187575"/>
          <p14:tracePt t="40851" x="6526213" y="2192338"/>
          <p14:tracePt t="40867" x="6526213" y="2198688"/>
          <p14:tracePt t="40951" x="6526213" y="2205038"/>
          <p14:tracePt t="40960" x="6526213" y="2211388"/>
          <p14:tracePt t="40966" x="6526213" y="2224088"/>
          <p14:tracePt t="40990" x="6526213" y="2230438"/>
          <p14:tracePt t="41046" x="6526213" y="2236788"/>
          <p14:tracePt t="41058" x="6526213" y="2243138"/>
          <p14:tracePt t="41072" x="6532563" y="2249488"/>
          <p14:tracePt t="41081" x="6532563" y="2254250"/>
          <p14:tracePt t="41093" x="6532563" y="2260600"/>
          <p14:tracePt t="41145" x="6538913" y="2260600"/>
          <p14:tracePt t="41365" x="6538913" y="2273300"/>
          <p14:tracePt t="41379" x="6538913" y="2279650"/>
          <p14:tracePt t="41385" x="6538913" y="2286000"/>
          <p14:tracePt t="41399" x="6538913" y="2292350"/>
          <p14:tracePt t="41797" x="6551613" y="2292350"/>
          <p14:tracePt t="41926" x="6557963" y="2292350"/>
          <p14:tracePt t="41939" x="6557963" y="2298700"/>
          <p14:tracePt t="41959" x="6577013" y="2305050"/>
          <p14:tracePt t="41971" x="6581775" y="2305050"/>
          <p14:tracePt t="41991" x="6588125" y="2311400"/>
          <p14:tracePt t="42007" x="6588125" y="2322513"/>
          <p14:tracePt t="42124" x="6600825" y="2322513"/>
          <p14:tracePt t="42136" x="6600825" y="2317750"/>
          <p14:tracePt t="42150" x="6607175" y="2317750"/>
          <p14:tracePt t="42158" x="6607175" y="2311400"/>
          <p14:tracePt t="42196" x="6613525" y="2311400"/>
          <p14:tracePt t="42206" x="6626225" y="2328863"/>
          <p14:tracePt t="42214" x="6645275" y="2341563"/>
          <p14:tracePt t="42220" x="6650038" y="2347913"/>
          <p14:tracePt t="42229" x="6650038" y="2354263"/>
          <p14:tracePt t="42243" x="6656388" y="2366963"/>
          <p14:tracePt t="42259" x="6656388" y="2373313"/>
          <p14:tracePt t="42276" x="6656388" y="2379663"/>
          <p14:tracePt t="42349" x="6662738" y="2379663"/>
          <p14:tracePt t="42363" x="6669088" y="2379663"/>
          <p14:tracePt t="42369" x="6675438" y="2379663"/>
          <p14:tracePt t="42384" x="6707188" y="2379663"/>
          <p14:tracePt t="42394" x="6724650" y="2379663"/>
          <p14:tracePt t="42404" x="6769100" y="2379663"/>
          <p14:tracePt t="42410" x="6792913" y="2379663"/>
          <p14:tracePt t="42423" x="6805613" y="2379663"/>
          <p14:tracePt t="42427" x="6842125" y="2379663"/>
          <p14:tracePt t="42435" x="6880225" y="2379663"/>
          <p14:tracePt t="42442" x="6929438" y="2379663"/>
          <p14:tracePt t="42461" x="7053263" y="2360613"/>
          <p14:tracePt t="42479" x="7146925" y="2354263"/>
          <p14:tracePt t="42495" x="7264400" y="2341563"/>
          <p14:tracePt t="42502" x="7351713" y="2328863"/>
          <p14:tracePt t="42514" x="7437438" y="2317750"/>
          <p14:tracePt t="42524" x="7505700" y="2305050"/>
          <p14:tracePt t="42533" x="7691438" y="2266950"/>
          <p14:tracePt t="42546" x="7759700" y="2254250"/>
          <p14:tracePt t="42550" x="7834313" y="2243138"/>
          <p14:tracePt t="42559" x="7915275" y="2230438"/>
          <p14:tracePt t="42562" x="8002588" y="2217738"/>
          <p14:tracePt t="42576" x="8070850" y="2205038"/>
          <p14:tracePt t="42592" x="8181975" y="2187575"/>
          <p14:tracePt t="42596" x="8218488" y="2174875"/>
          <p14:tracePt t="42609" x="8243888" y="2174875"/>
          <p14:tracePt t="42630" x="8250238" y="2168525"/>
          <p14:tracePt t="42840" x="8250238" y="2162175"/>
          <p14:tracePt t="42852" x="8256588" y="2162175"/>
          <p14:tracePt t="42879" x="8280400" y="2181225"/>
          <p14:tracePt t="42896" x="8331200" y="2249488"/>
          <p14:tracePt t="42907" x="8404225" y="2335213"/>
          <p14:tracePt t="42920" x="8435975" y="2379663"/>
          <p14:tracePt t="42927" x="8478838" y="2416175"/>
          <p14:tracePt t="42932" x="8540750" y="2471738"/>
          <p14:tracePt t="42943" x="8615363" y="2520950"/>
          <p14:tracePt t="42959" x="8702675" y="2589213"/>
          <p14:tracePt t="42975" x="8745538" y="2614613"/>
          <p14:tracePt t="42978" x="8764588" y="2614613"/>
          <p14:tracePt t="42992" x="8770938" y="2614613"/>
          <p14:tracePt t="42997" x="8783638" y="2614613"/>
          <p14:tracePt t="43009" x="8794750" y="2614613"/>
          <p14:tracePt t="43019" x="8820150" y="2571750"/>
          <p14:tracePt t="43031" x="8826500" y="2546350"/>
          <p14:tracePt t="43041" x="8845550" y="2527300"/>
          <p14:tracePt t="43060" x="8888413" y="2452688"/>
          <p14:tracePt t="43079" x="8907463" y="2422525"/>
          <p14:tracePt t="43082" x="8913813" y="2403475"/>
          <p14:tracePt t="43102" x="8924925" y="2379663"/>
          <p14:tracePt t="43109" x="8924925" y="2366963"/>
          <p14:tracePt t="43124" x="8924925" y="2347913"/>
          <p14:tracePt t="43129" x="8931275" y="2341563"/>
          <p14:tracePt t="43133" x="8931275" y="2328863"/>
          <p14:tracePt t="43146" x="8931275" y="2317750"/>
          <p14:tracePt t="43163" x="8931275" y="2311400"/>
          <p14:tracePt t="43174" x="8931275" y="2305050"/>
          <p14:tracePt t="43179" x="8937625" y="2305050"/>
          <p14:tracePt t="43206" x="8943975" y="2305050"/>
          <p14:tracePt t="43315" x="8937625" y="2305050"/>
          <p14:tracePt t="43342" x="8931275" y="2305050"/>
          <p14:tracePt t="43358" x="8918575" y="2305050"/>
          <p14:tracePt t="43369" x="8913813" y="2305050"/>
          <p14:tracePt t="43379" x="8907463" y="2298700"/>
          <p14:tracePt t="43395" x="8901113" y="2292350"/>
          <p14:tracePt t="43410" x="8894763" y="2286000"/>
          <p14:tracePt t="43419" x="8888413" y="2286000"/>
          <p14:tracePt t="43428" x="8882063" y="2279650"/>
          <p14:tracePt t="43440" x="8869363" y="2279650"/>
          <p14:tracePt t="43446" x="8863013" y="2266950"/>
          <p14:tracePt t="43456" x="8856663" y="2266950"/>
          <p14:tracePt t="43469" x="8856663" y="2260600"/>
          <p14:tracePt t="43551" x="8856663" y="2254250"/>
          <p14:tracePt t="43564" x="8869363" y="2236788"/>
          <p14:tracePt t="43571" x="8875713" y="2217738"/>
          <p14:tracePt t="43582" x="8882063" y="2211388"/>
          <p14:tracePt t="43594" x="8888413" y="2205038"/>
          <p14:tracePt t="43599" x="8907463" y="2198688"/>
          <p14:tracePt t="43609" x="8913813" y="2187575"/>
          <p14:tracePt t="43616" x="8918575" y="2181225"/>
          <p14:tracePt t="43626" x="8924925" y="2174875"/>
          <p14:tracePt t="43635" x="8931275" y="2168525"/>
          <p14:tracePt t="43650" x="8950325" y="2149475"/>
          <p14:tracePt t="43660" x="8956675" y="2143125"/>
          <p14:tracePt t="43676" x="8969375" y="2130425"/>
          <p14:tracePt t="43709" x="8975725" y="2125663"/>
          <p14:tracePt t="43724" x="8975725" y="2119313"/>
          <p14:tracePt t="43733" x="8982075" y="2112963"/>
          <p14:tracePt t="43748" x="8982075" y="2100263"/>
          <p14:tracePt t="43763" x="8982075" y="2093913"/>
          <p14:tracePt t="43776" x="8982075" y="2087563"/>
          <p14:tracePt t="43803" x="8982075" y="2081213"/>
          <p14:tracePt t="43952" x="8993188" y="2081213"/>
          <p14:tracePt t="43982" x="8999538" y="2081213"/>
          <p14:tracePt t="43994" x="9012238" y="2081213"/>
          <p14:tracePt t="44004" x="9018588" y="2081213"/>
          <p14:tracePt t="44011" x="9043988" y="2081213"/>
          <p14:tracePt t="44028" x="9086850" y="2081213"/>
          <p14:tracePt t="44041" x="9112250" y="2081213"/>
          <p14:tracePt t="44045" x="9136063" y="2081213"/>
          <p14:tracePt t="44052" x="9148763" y="2081213"/>
          <p14:tracePt t="44060" x="9155113" y="2081213"/>
          <p14:tracePt t="44077" x="9174163" y="2074863"/>
          <p14:tracePt t="44093" x="9185275" y="2074863"/>
          <p14:tracePt t="44314" x="9191625" y="2074863"/>
          <p14:tracePt t="44326" x="9204325" y="2074863"/>
          <p14:tracePt t="44338" x="9210675" y="2074863"/>
          <p14:tracePt t="44348" x="9217025" y="2074863"/>
          <p14:tracePt t="44413" x="9223375" y="2074863"/>
          <p14:tracePt t="44630" x="9229725" y="2074863"/>
          <p14:tracePt t="44641" x="9240838" y="2074863"/>
          <p14:tracePt t="44654" x="9247188" y="2074863"/>
          <p14:tracePt t="44671" x="9259888" y="2074863"/>
          <p14:tracePt t="44685" x="9315450" y="2074863"/>
          <p14:tracePt t="44696" x="9340850" y="2063750"/>
          <p14:tracePt t="44708" x="9366250" y="2063750"/>
          <p14:tracePt t="44718" x="9396413" y="2063750"/>
          <p14:tracePt t="44732" x="9445625" y="2063750"/>
          <p14:tracePt t="44738" x="9464675" y="2063750"/>
          <p14:tracePt t="44748" x="9471025" y="2057400"/>
          <p14:tracePt t="44761" x="9477375" y="2057400"/>
          <p14:tracePt t="44778" x="9490075" y="2057400"/>
          <p14:tracePt t="45050" x="9496425" y="2057400"/>
          <p14:tracePt t="45063" x="9507538" y="2057400"/>
          <p14:tracePt t="45071" x="9513888" y="2057400"/>
          <p14:tracePt t="45079" x="9526588" y="2051050"/>
          <p14:tracePt t="45085" x="9558338" y="2051050"/>
          <p14:tracePt t="45101" x="9607550" y="2038350"/>
          <p14:tracePt t="45109" x="9631363" y="2038350"/>
          <p14:tracePt t="45120" x="9663113" y="2032000"/>
          <p14:tracePt t="45125" x="9699625" y="2032000"/>
          <p14:tracePt t="45133" x="9712325" y="2032000"/>
          <p14:tracePt t="45142" x="9744075" y="2032000"/>
          <p14:tracePt t="45159" x="9780588" y="2032000"/>
          <p14:tracePt t="45163" x="9793288" y="2032000"/>
          <p14:tracePt t="45175" x="9799638" y="2032000"/>
          <p14:tracePt t="45648" x="9805988" y="2032000"/>
          <p14:tracePt t="45698" x="9812338" y="2032000"/>
          <p14:tracePt t="45709" x="9812338" y="2038350"/>
          <p14:tracePt t="45852" x="9812338" y="2044700"/>
          <p14:tracePt t="45863" x="9805988" y="2044700"/>
          <p14:tracePt t="45878" x="9799638" y="2044700"/>
          <p14:tracePt t="45883" x="9780588" y="2044700"/>
          <p14:tracePt t="45894" x="9774238" y="2044700"/>
          <p14:tracePt t="45899" x="9761538" y="2044700"/>
          <p14:tracePt t="45909" x="9744075" y="2044700"/>
          <p14:tracePt t="45918" x="9731375" y="2044700"/>
          <p14:tracePt t="45926" x="9699625" y="2044700"/>
          <p14:tracePt t="45937" x="9663113" y="2044700"/>
          <p14:tracePt t="45945" x="9588500" y="2044700"/>
          <p14:tracePt t="45958" x="9520238" y="2044700"/>
          <p14:tracePt t="45964" x="9471025" y="2044700"/>
          <p14:tracePt t="45971" x="9434513" y="2044700"/>
          <p14:tracePt t="45988" x="9304338" y="2044700"/>
          <p14:tracePt t="45995" x="9236075" y="2044700"/>
          <p14:tracePt t="46016" x="9048750" y="2044700"/>
          <p14:tracePt t="46028" x="8901113" y="2044700"/>
          <p14:tracePt t="46036" x="8832850" y="2044700"/>
          <p14:tracePt t="46042" x="8764588" y="2044700"/>
          <p14:tracePt t="46055" x="8739188" y="2044700"/>
          <p14:tracePt t="46065" x="8721725" y="2038350"/>
          <p14:tracePt t="46071" x="8715375" y="2038350"/>
          <p14:tracePt t="46136" x="8721725" y="2038350"/>
          <p14:tracePt t="46150" x="8732838" y="2038350"/>
          <p14:tracePt t="46156" x="8739188" y="2038350"/>
          <p14:tracePt t="46173" x="8745538" y="2038350"/>
          <p14:tracePt t="46194" x="8758238" y="2038350"/>
          <p14:tracePt t="46200" x="8764588" y="2038350"/>
          <p14:tracePt t="46222" x="8820150" y="2025650"/>
          <p14:tracePt t="46229" x="8882063" y="2025650"/>
          <p14:tracePt t="46237" x="8931275" y="2025650"/>
          <p14:tracePt t="46241" x="8999538" y="2025650"/>
          <p14:tracePt t="46250" x="9037638" y="2025650"/>
          <p14:tracePt t="46260" x="9074150" y="2025650"/>
          <p14:tracePt t="46277" x="9204325" y="2025650"/>
          <p14:tracePt t="46282" x="9272588" y="2025650"/>
          <p14:tracePt t="46292" x="9340850" y="2025650"/>
          <p14:tracePt t="46313" x="9421813" y="2012950"/>
          <p14:tracePt t="46319" x="9445625" y="2012950"/>
          <p14:tracePt t="46334" x="9490075" y="2012950"/>
          <p14:tracePt t="46341" x="9496425" y="2006600"/>
          <p14:tracePt t="46351" x="9501188" y="2006600"/>
          <p14:tracePt t="46471" x="9507538" y="2006600"/>
          <p14:tracePt t="46485" x="9513888" y="2000250"/>
          <p14:tracePt t="46528" x="9526588" y="2000250"/>
          <p14:tracePt t="46548" x="9532938" y="2000250"/>
          <p14:tracePt t="46561" x="9532938" y="2006600"/>
          <p14:tracePt t="46579" x="9539288" y="2012950"/>
          <p14:tracePt t="46595" x="9539288" y="2025650"/>
          <p14:tracePt t="46673" x="9551988" y="2025650"/>
          <p14:tracePt t="46687" x="9558338" y="2025650"/>
          <p14:tracePt t="46697" x="9575800" y="2012950"/>
          <p14:tracePt t="46718" x="9575800" y="2006600"/>
          <p14:tracePt t="46737" x="9582150" y="2000250"/>
          <p14:tracePt t="46893" x="9582150" y="1995488"/>
          <p14:tracePt t="46926" x="9582150" y="1989138"/>
          <p14:tracePt t="46969" x="9588500" y="1989138"/>
          <p14:tracePt t="47009" x="9594850" y="1989138"/>
          <p14:tracePt t="47021" x="9594850" y="1995488"/>
          <p14:tracePt t="47129" x="9594850" y="2000250"/>
          <p14:tracePt t="47143" x="9601200" y="2000250"/>
          <p14:tracePt t="47272" x="9601200" y="2019300"/>
          <p14:tracePt t="47287" x="9620250" y="2051050"/>
          <p14:tracePt t="47310" x="9626600" y="2063750"/>
          <p14:tracePt t="47324" x="9656763" y="2081213"/>
          <p14:tracePt t="47332" x="9663113" y="2087563"/>
          <p14:tracePt t="47345" x="9675813" y="2087563"/>
          <p14:tracePt t="47351" x="9688513" y="2087563"/>
          <p14:tracePt t="47368" x="9705975" y="2087563"/>
          <p14:tracePt t="47377" x="9712325" y="2087563"/>
          <p14:tracePt t="47382" x="9718675" y="2087563"/>
          <p14:tracePt t="47391" x="9731375" y="2087563"/>
          <p14:tracePt t="47398" x="9737725" y="2087563"/>
          <p14:tracePt t="47410" x="9750425" y="2087563"/>
          <p14:tracePt t="47429" x="9756775" y="2087563"/>
          <p14:tracePt t="47518" x="9761538" y="2087563"/>
          <p14:tracePt t="47646" x="9767888" y="2087563"/>
          <p14:tracePt t="47663" x="9767888" y="2093913"/>
          <p14:tracePt t="47691" x="9767888" y="2100263"/>
          <p14:tracePt t="47718" x="9761538" y="2100263"/>
          <p14:tracePt t="47734" x="9756775" y="2100263"/>
          <p14:tracePt t="47745" x="9750425" y="2100263"/>
          <p14:tracePt t="47749" x="9744075" y="2100263"/>
          <p14:tracePt t="48039" x="9750425" y="2100263"/>
          <p14:tracePt t="48051" x="9786938" y="2125663"/>
          <p14:tracePt t="48066" x="9799638" y="2143125"/>
          <p14:tracePt t="48080" x="9818688" y="2155825"/>
          <p14:tracePt t="48094" x="9842500" y="2205038"/>
          <p14:tracePt t="48111" x="9861550" y="2236788"/>
          <p14:tracePt t="48115" x="9867900" y="2243138"/>
          <p14:tracePt t="48129" x="9874250" y="2243138"/>
          <p14:tracePt t="48144" x="9874250" y="2236788"/>
          <p14:tracePt t="48161" x="9904413" y="2143125"/>
          <p14:tracePt t="48168" x="9904413" y="2106613"/>
          <p14:tracePt t="48179" x="9917113" y="2044700"/>
          <p14:tracePt t="48191" x="9917113" y="2019300"/>
          <p14:tracePt t="48198" x="9923463" y="1976438"/>
          <p14:tracePt t="48210" x="9929813" y="1963738"/>
          <p14:tracePt t="48232" x="9942513" y="1982788"/>
          <p14:tracePt t="48244" x="9942513" y="2006600"/>
          <p14:tracePt t="48262" x="9936163" y="2074863"/>
          <p14:tracePt t="48279" x="9917113" y="2130425"/>
          <p14:tracePt t="48289" x="9910763" y="2155825"/>
          <p14:tracePt t="48294" x="9904413" y="2181225"/>
          <p14:tracePt t="48299" x="9891713" y="2198688"/>
          <p14:tracePt t="48319" x="9874250" y="2266950"/>
          <p14:tracePt t="48335" x="9867900" y="2311400"/>
          <p14:tracePt t="48347" x="9855200" y="2328863"/>
          <p14:tracePt t="48363" x="9855200" y="2354263"/>
          <p14:tracePt t="48371" x="9855200" y="2360613"/>
          <p14:tracePt t="48396" x="9855200" y="2366963"/>
          <p14:tracePt t="48412" x="9861550" y="2366963"/>
          <p14:tracePt t="48421" x="9867900" y="2373313"/>
          <p14:tracePt t="48430" x="9867900" y="2390775"/>
          <p14:tracePt t="48452" x="9874250" y="2403475"/>
          <p14:tracePt t="48461" x="9880600" y="2422525"/>
          <p14:tracePt t="48468" x="9891713" y="2441575"/>
          <p14:tracePt t="48477" x="9891713" y="2446338"/>
          <p14:tracePt t="48525" x="9880600" y="2446338"/>
          <p14:tracePt t="48539" x="9880600" y="2452688"/>
          <p14:tracePt t="48544" x="9874250" y="2452688"/>
          <p14:tracePt t="48553" x="9874250" y="2459038"/>
          <p14:tracePt t="48560" x="9874250" y="2465388"/>
          <p14:tracePt t="48567" x="9867900" y="2465388"/>
          <p14:tracePt t="48629" x="9861550" y="2465388"/>
          <p14:tracePt t="48645" x="9855200" y="2465388"/>
          <p14:tracePt t="48649" x="9848850" y="2459038"/>
          <p14:tracePt t="48662" x="9842500" y="2441575"/>
          <p14:tracePt t="48668" x="9836150" y="2428875"/>
          <p14:tracePt t="48678" x="9836150" y="2416175"/>
          <p14:tracePt t="48693" x="9825038" y="2373313"/>
          <p14:tracePt t="48699" x="9825038" y="2354263"/>
          <p14:tracePt t="48719" x="9825038" y="2322513"/>
          <p14:tracePt t="48729" x="9818688" y="2311400"/>
          <p14:tracePt t="48733" x="9818688" y="2279650"/>
          <p14:tracePt t="48743" x="9818688" y="2254250"/>
          <p14:tracePt t="48761" x="9818688" y="2236788"/>
          <p14:tracePt t="48821" x="9825038" y="2236788"/>
          <p14:tracePt t="48832" x="9825038" y="2243138"/>
          <p14:tracePt t="48850" x="9829800" y="2249488"/>
          <p14:tracePt t="48868" x="9836150" y="2254250"/>
          <p14:tracePt t="48885" x="9836150" y="2260600"/>
          <p14:tracePt t="48900" x="9842500" y="2273300"/>
          <p14:tracePt t="48912" x="9855200" y="2273300"/>
          <p14:tracePt t="48916" x="9861550" y="2279650"/>
          <p14:tracePt t="48921" x="9867900" y="2279650"/>
          <p14:tracePt t="48933" x="9874250" y="2286000"/>
          <p14:tracePt t="48943" x="9874250" y="2292350"/>
          <p14:tracePt t="48961" x="9880600" y="2292350"/>
          <p14:tracePt t="49053" x="9886950" y="2292350"/>
          <p14:tracePt t="49083" x="9891713" y="2292350"/>
          <p14:tracePt t="49104" x="9904413" y="2292350"/>
          <p14:tracePt t="49149" x="9910763" y="2292350"/>
          <p14:tracePt t="49206" x="9917113" y="2292350"/>
          <p14:tracePt t="49257" x="9917113" y="2254250"/>
          <p14:tracePt t="49271" x="9904413" y="2243138"/>
          <p14:tracePt t="49287" x="9898063" y="2205038"/>
          <p14:tracePt t="49294" x="9898063" y="2198688"/>
          <p14:tracePt t="49309" x="9898063" y="2192338"/>
          <p14:tracePt t="49322" x="9898063" y="2174875"/>
          <p14:tracePt t="49327" x="9898063" y="2155825"/>
          <p14:tracePt t="49335" x="9898063" y="2149475"/>
          <p14:tracePt t="49345" x="9898063" y="2130425"/>
          <p14:tracePt t="49351" x="9898063" y="2119313"/>
          <p14:tracePt t="49361" x="9898063" y="2112963"/>
          <p14:tracePt t="49378" x="9898063" y="2106613"/>
          <p14:tracePt t="49382" x="9898063" y="2087563"/>
          <p14:tracePt t="49399" x="9898063" y="2081213"/>
          <p14:tracePt t="49605" x="9898063" y="2068513"/>
          <p14:tracePt t="49618" x="9898063" y="2051050"/>
          <p14:tracePt t="49632" x="9898063" y="2044700"/>
          <p14:tracePt t="49646" x="9886950" y="2012950"/>
          <p14:tracePt t="49661" x="9880600" y="2000250"/>
          <p14:tracePt t="49668" x="9880600" y="1995488"/>
          <p14:tracePt t="49805" x="9886950" y="2006600"/>
          <p14:tracePt t="49820" x="9891713" y="2038350"/>
          <p14:tracePt t="49831" x="9936163" y="2119313"/>
          <p14:tracePt t="49842" x="9948863" y="2168525"/>
          <p14:tracePt t="49849" x="9959975" y="2187575"/>
          <p14:tracePt t="49856" x="9966325" y="2192338"/>
          <p14:tracePt t="49866" x="9972675" y="2198688"/>
          <p14:tracePt t="49879" x="9972675" y="2205038"/>
          <p14:tracePt t="49974" x="9972675" y="2198688"/>
          <p14:tracePt t="49986" x="9972675" y="2192338"/>
          <p14:tracePt t="49990" x="9972675" y="2187575"/>
          <p14:tracePt t="50004" x="9972675" y="2181225"/>
          <p14:tracePt t="50007" x="9972675" y="2174875"/>
          <p14:tracePt t="50016" x="9966325" y="2168525"/>
          <p14:tracePt t="50121" x="9966325" y="2181225"/>
          <p14:tracePt t="50130" x="9966325" y="2192338"/>
          <p14:tracePt t="50134" x="9959975" y="2198688"/>
          <p14:tracePt t="50143" x="9959975" y="2211388"/>
          <p14:tracePt t="50160" x="9948863" y="2230438"/>
          <p14:tracePt t="50178" x="9942513" y="2236788"/>
          <p14:tracePt t="50184" x="9936163" y="2236788"/>
          <p14:tracePt t="50199" x="9929813" y="2254250"/>
          <p14:tracePt t="50206" x="9923463" y="2260600"/>
          <p14:tracePt t="50219" x="9917113" y="2260600"/>
          <p14:tracePt t="50227" x="9910763" y="2266950"/>
          <p14:tracePt t="50248" x="9904413" y="2273300"/>
          <p14:tracePt t="50255" x="9886950" y="2273300"/>
          <p14:tracePt t="50261" x="9867900" y="2279650"/>
          <p14:tracePt t="50268" x="9855200" y="2279650"/>
          <p14:tracePt t="50284" x="9812338" y="2292350"/>
          <p14:tracePt t="50294" x="9786938" y="2292350"/>
          <p14:tracePt t="50301" x="9756775" y="2292350"/>
          <p14:tracePt t="50308" x="9731375" y="2292350"/>
          <p14:tracePt t="50324" x="9688513" y="2292350"/>
          <p14:tracePt t="50330" x="9675813" y="2292350"/>
          <p14:tracePt t="50339" x="9656763" y="2292350"/>
          <p14:tracePt t="50354" x="9650413" y="2292350"/>
          <p14:tracePt t="50359" x="9644063" y="2292350"/>
          <p14:tracePt t="50363" x="9637713" y="2292350"/>
          <p14:tracePt t="50560" x="9644063" y="2292350"/>
          <p14:tracePt t="50593" x="9644063" y="2286000"/>
          <p14:tracePt t="50629" x="9650413" y="2273300"/>
          <p14:tracePt t="50711" x="9656763" y="2273300"/>
          <p14:tracePt t="50732" x="9650413" y="2279650"/>
          <p14:tracePt t="50745" x="9644063" y="2286000"/>
          <p14:tracePt t="50747" x="9637713" y="2292350"/>
          <p14:tracePt t="50761" x="9626600" y="2298700"/>
          <p14:tracePt t="50781" x="9620250" y="2305050"/>
          <p14:tracePt t="50792" x="9607550" y="2335213"/>
          <p14:tracePt t="50802" x="9594850" y="2354263"/>
          <p14:tracePt t="50812" x="9588500" y="2373313"/>
          <p14:tracePt t="50828" x="9564688" y="2416175"/>
          <p14:tracePt t="50831" x="9545638" y="2446338"/>
          <p14:tracePt t="50849" x="9496425" y="2508250"/>
          <p14:tracePt t="50851" x="9451975" y="2559050"/>
          <p14:tracePt t="50864" x="9421813" y="2601913"/>
          <p14:tracePt t="50879" x="9297988" y="2706688"/>
          <p14:tracePt t="50888" x="9229725" y="2744788"/>
          <p14:tracePt t="50895" x="9174163" y="2762250"/>
          <p14:tracePt t="50904" x="9080500" y="2806700"/>
          <p14:tracePt t="50913" x="8982075" y="2843213"/>
          <p14:tracePt t="50919" x="8856663" y="2881313"/>
          <p14:tracePt t="50931" x="8751888" y="2924175"/>
          <p14:tracePt t="50938" x="8634413" y="2960688"/>
          <p14:tracePt t="50954" x="8367713" y="3028950"/>
          <p14:tracePt t="50964" x="8231188" y="3073400"/>
          <p14:tracePt t="50978" x="8113713" y="3097213"/>
          <p14:tracePt t="50982" x="8008938" y="3122613"/>
          <p14:tracePt t="50995" x="7791450" y="3159125"/>
          <p14:tracePt t="51018" x="7518400" y="3197225"/>
          <p14:tracePt t="51029" x="7431088" y="3197225"/>
          <p14:tracePt t="51047" x="7300913" y="3197225"/>
          <p14:tracePt t="51071" x="7170738" y="3197225"/>
          <p14:tracePt t="51078" x="7121525" y="3197225"/>
          <p14:tracePt t="51085" x="7097713" y="3197225"/>
          <p14:tracePt t="51092" x="7078663" y="3197225"/>
          <p14:tracePt t="51099" x="7072313" y="3197225"/>
          <p14:tracePt t="51115" x="7065963" y="3184525"/>
          <p14:tracePt t="51125" x="7065963" y="3165475"/>
          <p14:tracePt t="51137" x="7078663" y="3079750"/>
          <p14:tracePt t="51145" x="7102475" y="3022600"/>
          <p14:tracePt t="51163" x="7215188" y="2843213"/>
          <p14:tracePt t="51168" x="7332663" y="2700338"/>
          <p14:tracePt t="51178" x="7524750" y="2508250"/>
          <p14:tracePt t="51182" x="7785100" y="2249488"/>
          <p14:tracePt t="51195" x="8094663" y="2000250"/>
          <p14:tracePt t="51214" x="8807450" y="1481138"/>
          <p14:tracePt t="51220" x="9178925" y="1238250"/>
          <p14:tracePt t="51229" x="9575800" y="1022350"/>
          <p14:tracePt t="51244" x="10209213" y="742950"/>
          <p14:tracePt t="51267" x="10729913" y="563563"/>
          <p14:tracePt t="51271" x="10990263" y="508000"/>
          <p14:tracePt t="51285" x="11329988" y="465138"/>
          <p14:tracePt t="51293" x="11430000" y="452438"/>
          <p14:tracePt t="51300" x="11515725" y="452438"/>
          <p14:tracePt t="51309" x="11541125" y="452438"/>
          <p14:tracePt t="51347" x="11541125" y="465138"/>
          <p14:tracePt t="51358" x="11541125" y="476250"/>
          <p14:tracePt t="51370" x="11541125" y="495300"/>
          <p14:tracePt t="51380" x="11528425" y="527050"/>
          <p14:tracePt t="51396" x="11504613" y="569913"/>
          <p14:tracePt t="51400" x="11460163" y="638175"/>
          <p14:tracePt t="51413" x="11410950" y="700088"/>
          <p14:tracePt t="51429" x="11361738" y="781050"/>
          <p14:tracePt t="51461" x="11237913" y="984250"/>
          <p14:tracePt t="51467" x="11156950" y="1114425"/>
          <p14:tracePt t="51479" x="11120438" y="1176338"/>
          <p14:tracePt t="51487" x="11069638" y="1250950"/>
          <p14:tracePt t="51503" x="10915650" y="1419225"/>
          <p14:tracePt t="51509" x="10853738" y="1481138"/>
          <p14:tracePt t="51515" x="10760075" y="1560513"/>
          <p14:tracePt t="51526" x="10668000" y="1635125"/>
          <p14:tracePt t="51531" x="10593388" y="1684338"/>
          <p14:tracePt t="51538" x="10499725" y="1752600"/>
          <p14:tracePt t="51544" x="10394950" y="1820863"/>
          <p14:tracePt t="51567" x="10090150" y="2000250"/>
          <p14:tracePt t="51586" x="9910763" y="2106613"/>
          <p14:tracePt t="51597" x="9836150" y="2155825"/>
          <p14:tracePt t="51603" x="9780588" y="2181225"/>
          <p14:tracePt t="51617" x="9725025" y="2198688"/>
          <p14:tracePt t="51623" x="9637713" y="2236788"/>
          <p14:tracePt t="51635" x="9496425" y="2286000"/>
          <p14:tracePt t="51654" x="9236075" y="2335213"/>
          <p14:tracePt t="51669" x="9185275" y="2347913"/>
          <p14:tracePt t="51678" x="9155113" y="2354263"/>
          <p14:tracePt t="51684" x="9129713" y="2354263"/>
          <p14:tracePt t="51692" x="9112250" y="2366963"/>
          <p14:tracePt t="51701" x="9105900" y="2373313"/>
          <p14:tracePt t="51707" x="9099550" y="2373313"/>
          <p14:tracePt t="51715" x="9093200" y="2379663"/>
          <p14:tracePt t="51880" x="9093200" y="2373313"/>
          <p14:tracePt t="51898" x="9093200" y="2335213"/>
          <p14:tracePt t="51910" x="9099550" y="2322513"/>
          <p14:tracePt t="51927" x="9117013" y="2286000"/>
          <p14:tracePt t="51939" x="9123363" y="2279650"/>
          <p14:tracePt t="51942" x="9123363" y="2273300"/>
          <p14:tracePt t="51950" x="9129713" y="2266950"/>
          <p14:tracePt t="51967" x="9142413" y="2266950"/>
          <p14:tracePt t="51979" x="9148763" y="2266950"/>
          <p14:tracePt t="52105" x="9155113" y="2266950"/>
          <p14:tracePt t="52136" x="9161463" y="2266950"/>
          <p14:tracePt t="52171" x="9167813" y="2266950"/>
          <p14:tracePt t="52186" x="9174163" y="2266950"/>
          <p14:tracePt t="52200" x="9178925" y="2266950"/>
          <p14:tracePt t="52216" x="9191625" y="2266950"/>
          <p14:tracePt t="52254" x="9197975" y="2266950"/>
          <p14:tracePt t="52262" x="9204325" y="2266950"/>
          <p14:tracePt t="52271" x="9210675" y="2266950"/>
          <p14:tracePt t="52279" x="9229725" y="2260600"/>
          <p14:tracePt t="52291" x="9236075" y="2243138"/>
          <p14:tracePt t="52301" x="9253538" y="2211388"/>
          <p14:tracePt t="52312" x="9297988" y="2155825"/>
          <p14:tracePt t="52328" x="9334500" y="2112963"/>
          <p14:tracePt t="52334" x="9366250" y="2068513"/>
          <p14:tracePt t="52345" x="9415463" y="2012950"/>
          <p14:tracePt t="52362" x="9520238" y="1895475"/>
          <p14:tracePt t="52380" x="9644063" y="1728788"/>
          <p14:tracePt t="52388" x="9712325" y="1635125"/>
          <p14:tracePt t="52394" x="9761538" y="1549400"/>
          <p14:tracePt t="52409" x="9818688" y="1425575"/>
          <p14:tracePt t="52412" x="9855200" y="1319213"/>
          <p14:tracePt t="52418" x="9880600" y="1220788"/>
          <p14:tracePt t="52428" x="9923463" y="1114425"/>
          <p14:tracePt t="52434" x="9948863" y="1028700"/>
          <p14:tracePt t="52450" x="9985375" y="928688"/>
          <p14:tracePt t="52461" x="9998075" y="911225"/>
          <p14:tracePt t="52479" x="10004425" y="898525"/>
          <p14:tracePt t="52483" x="10010775" y="898525"/>
          <p14:tracePt t="52494" x="10010775" y="892175"/>
          <p14:tracePt t="52500" x="10017125" y="892175"/>
          <p14:tracePt t="52601" x="10021888" y="892175"/>
          <p14:tracePt t="52614" x="10034588" y="935038"/>
          <p14:tracePt t="52632" x="10034588" y="1022350"/>
          <p14:tracePt t="52638" x="10034588" y="1084263"/>
          <p14:tracePt t="52650" x="10034588" y="1114425"/>
          <p14:tracePt t="52652" x="10034588" y="1158875"/>
          <p14:tracePt t="52663" x="10017125" y="1250950"/>
          <p14:tracePt t="52673" x="9991725" y="1319213"/>
          <p14:tracePt t="52678" x="9955213" y="1425575"/>
          <p14:tracePt t="52690" x="9898063" y="1530350"/>
          <p14:tracePt t="52695" x="9829800" y="1635125"/>
          <p14:tracePt t="52698" x="9767888" y="1741488"/>
          <p14:tracePt t="52708" x="9688513" y="1833563"/>
          <p14:tracePt t="52718" x="9620250" y="1927225"/>
          <p14:tracePt t="52728" x="9558338" y="2000250"/>
          <p14:tracePt t="52746" x="9421813" y="2112963"/>
          <p14:tracePt t="52764" x="9377363" y="2155825"/>
          <p14:tracePt t="52768" x="9347200" y="2187575"/>
          <p14:tracePt t="52779" x="9321800" y="2192338"/>
          <p14:tracePt t="52796" x="9266238" y="2243138"/>
          <p14:tracePt t="52800" x="9247188" y="2260600"/>
          <p14:tracePt t="52814" x="9229725" y="2266950"/>
          <p14:tracePt t="52820" x="9217025" y="2273300"/>
          <p14:tracePt t="52835" x="9197975" y="2292350"/>
          <p14:tracePt t="52846" x="9191625" y="2292350"/>
          <p14:tracePt t="52862" x="9185275" y="2298700"/>
          <p14:tracePt t="52880" x="9178925" y="2305050"/>
          <p14:tracePt t="52895" x="9174163" y="2311400"/>
          <p14:tracePt t="52912" x="9155113" y="2317750"/>
          <p14:tracePt t="52929" x="9148763" y="2317750"/>
          <p14:tracePt t="53003" x="9148763" y="2292350"/>
          <p14:tracePt t="53014" x="9148763" y="2266950"/>
          <p14:tracePt t="53030" x="9178925" y="2143125"/>
          <p14:tracePt t="53034" x="9197975" y="2106613"/>
          <p14:tracePt t="53047" x="9236075" y="2032000"/>
          <p14:tracePt t="53054" x="9272588" y="1957388"/>
          <p14:tracePt t="53062" x="9321800" y="1882775"/>
          <p14:tracePt t="53071" x="9371013" y="1809750"/>
          <p14:tracePt t="53077" x="9434513" y="1746250"/>
          <p14:tracePt t="53086" x="9496425" y="1684338"/>
          <p14:tracePt t="53094" x="9551988" y="1641475"/>
          <p14:tracePt t="53114" x="9669463" y="1566863"/>
          <p14:tracePt t="53119" x="9694863" y="1549400"/>
          <p14:tracePt t="53130" x="9750425" y="1517650"/>
          <p14:tracePt t="53146" x="9780588" y="1481138"/>
          <p14:tracePt t="53166" x="9799638" y="1468438"/>
          <p14:tracePt t="53176" x="9805988" y="1449388"/>
          <p14:tracePt t="53182" x="9818688" y="1436688"/>
          <p14:tracePt t="53195" x="9825038" y="1419225"/>
          <p14:tracePt t="53208" x="9825038" y="1406525"/>
          <p14:tracePt t="53220" x="9825038" y="1400175"/>
          <p14:tracePt t="53225" x="9825038" y="1374775"/>
          <p14:tracePt t="53231" x="9825038" y="1368425"/>
          <p14:tracePt t="53240" x="9825038" y="1363663"/>
          <p14:tracePt t="53251" x="9825038" y="1357313"/>
          <p14:tracePt t="53261" x="9825038" y="1344613"/>
          <p14:tracePt t="53281" x="9825038" y="1338263"/>
          <p14:tracePt t="53397" x="9818688" y="1338263"/>
          <p14:tracePt t="53408" x="9818688" y="1350963"/>
          <p14:tracePt t="53423" x="9805988" y="1381125"/>
          <p14:tracePt t="53434" x="9799638" y="1387475"/>
          <p14:tracePt t="53451" x="9793288" y="1419225"/>
          <p14:tracePt t="53460" x="9786938" y="1443038"/>
          <p14:tracePt t="53480" x="9767888" y="1481138"/>
          <p14:tracePt t="53484" x="9756775" y="1498600"/>
          <p14:tracePt t="53495" x="9744075" y="1504950"/>
          <p14:tracePt t="53504" x="9737725" y="1524000"/>
          <p14:tracePt t="53508" x="9737725" y="1530350"/>
          <p14:tracePt t="53515" x="9731375" y="1536700"/>
          <p14:tracePt t="53528" x="9718675" y="1543050"/>
          <p14:tracePt t="53546" x="9712325" y="1549400"/>
          <p14:tracePt t="53562" x="9712325" y="1555750"/>
          <p14:tracePt t="53579" x="9712325" y="1560513"/>
          <p14:tracePt t="53584" x="9699625" y="1560513"/>
          <p14:tracePt t="53590" x="9699625" y="1573213"/>
          <p14:tracePt t="53599" x="9694863" y="1573213"/>
          <p14:tracePt t="53612" x="9694863" y="1579563"/>
          <p14:tracePt t="53628" x="9688513" y="1585913"/>
          <p14:tracePt t="53645" x="9682163" y="1585913"/>
          <p14:tracePt t="53651" x="9682163" y="1592263"/>
          <p14:tracePt t="53662" x="9675813" y="1617663"/>
          <p14:tracePt t="53679" x="9656763" y="1641475"/>
          <p14:tracePt t="53685" x="9650413" y="1679575"/>
          <p14:tracePt t="53694" x="9631363" y="1703388"/>
          <p14:tracePt t="53702" x="9594850" y="1758950"/>
          <p14:tracePt t="53710" x="9564688" y="1833563"/>
          <p14:tracePt t="53718" x="9526588" y="1889125"/>
          <p14:tracePt t="53725" x="9507538" y="1914525"/>
          <p14:tracePt t="53735" x="9477375" y="1957388"/>
          <p14:tracePt t="53740" x="9428163" y="2019300"/>
          <p14:tracePt t="53750" x="9377363" y="2093913"/>
          <p14:tracePt t="53762" x="9304338" y="2181225"/>
          <p14:tracePt t="53779" x="9236075" y="2230438"/>
          <p14:tracePt t="53798" x="9191625" y="2254250"/>
          <p14:tracePt t="53813" x="9161463" y="2266950"/>
          <p14:tracePt t="53816" x="9142413" y="2273300"/>
          <p14:tracePt t="53820" x="9117013" y="2286000"/>
          <p14:tracePt t="53829" x="9099550" y="2286000"/>
          <p14:tracePt t="53847" x="9074150" y="2286000"/>
          <p14:tracePt t="53862" x="9048750" y="2292350"/>
          <p14:tracePt t="53869" x="9043988" y="2292350"/>
          <p14:tracePt t="53887" x="9037638" y="2292350"/>
          <p14:tracePt t="53897" x="9031288" y="2292350"/>
          <p14:tracePt t="53971" x="9031288" y="2279650"/>
          <p14:tracePt t="53983" x="9031288" y="2236788"/>
          <p14:tracePt t="53990" x="9031288" y="2205038"/>
          <p14:tracePt t="54001" x="9061450" y="2112963"/>
          <p14:tracePt t="54012" x="9086850" y="2057400"/>
          <p14:tracePt t="54028" x="9174163" y="1895475"/>
          <p14:tracePt t="54048" x="9347200" y="1592263"/>
          <p14:tracePt t="54060" x="9396413" y="1517650"/>
          <p14:tracePt t="54069" x="9439275" y="1462088"/>
          <p14:tracePt t="54079" x="9471025" y="1430338"/>
          <p14:tracePt t="54087" x="9490075" y="1412875"/>
          <p14:tracePt t="54095" x="9507538" y="1406525"/>
          <p14:tracePt t="54098" x="9513888" y="1400175"/>
          <p14:tracePt t="54114" x="9526588" y="1400175"/>
          <p14:tracePt t="54189" x="9526588" y="1406525"/>
          <p14:tracePt t="54201" x="9526588" y="1425575"/>
          <p14:tracePt t="54209" x="9526588" y="1449388"/>
          <p14:tracePt t="54232" x="9458325" y="1617663"/>
          <p14:tracePt t="54248" x="9359900" y="1735138"/>
          <p14:tracePt t="54269" x="9285288" y="1809750"/>
          <p14:tracePt t="54275" x="9253538" y="1852613"/>
          <p14:tracePt t="54292" x="9167813" y="1944688"/>
          <p14:tracePt t="54298" x="9099550" y="2019300"/>
          <p14:tracePt t="54311" x="9055100" y="2063750"/>
          <p14:tracePt t="54320" x="8950325" y="2155825"/>
          <p14:tracePt t="54328" x="8924925" y="2187575"/>
          <p14:tracePt t="54335" x="8894763" y="2205038"/>
          <p14:tracePt t="54346" x="8856663" y="2236788"/>
          <p14:tracePt t="54362" x="8794750" y="2266950"/>
          <p14:tracePt t="54382" x="8647113" y="2335213"/>
          <p14:tracePt t="54396" x="8528050" y="2379663"/>
          <p14:tracePt t="54401" x="8472488" y="2403475"/>
          <p14:tracePt t="54411" x="8435975" y="2422525"/>
          <p14:tracePt t="54433" x="8280400" y="2490788"/>
          <p14:tracePt t="54440" x="8212138" y="2508250"/>
          <p14:tracePt t="54449" x="8139113" y="2546350"/>
          <p14:tracePt t="54469" x="8039100" y="2601913"/>
          <p14:tracePt t="54479" x="7964488" y="2638425"/>
          <p14:tracePt t="54487" x="7889875" y="2689225"/>
          <p14:tracePt t="54498" x="7742238" y="2774950"/>
          <p14:tracePt t="54512" x="7612063" y="2849563"/>
          <p14:tracePt t="54532" x="7524750" y="2892425"/>
          <p14:tracePt t="54536" x="7512050" y="2898775"/>
          <p14:tracePt t="54549" x="7505700" y="2905125"/>
          <p14:tracePt t="54559" x="7488238" y="2911475"/>
          <p14:tracePt t="54580" x="7488238" y="2917825"/>
          <p14:tracePt t="54652" x="7481888" y="2917825"/>
          <p14:tracePt t="54664" x="7469188" y="2917825"/>
          <p14:tracePt t="54673" x="7450138" y="2917825"/>
          <p14:tracePt t="54682" x="7437438" y="2917825"/>
          <p14:tracePt t="54699" x="7332663" y="2917825"/>
          <p14:tracePt t="54707" x="7283450" y="2917825"/>
          <p14:tracePt t="54719" x="7227888" y="2917825"/>
          <p14:tracePt t="54735" x="7134225" y="2887663"/>
          <p14:tracePt t="54745" x="7078663" y="2862263"/>
          <p14:tracePt t="54761" x="6886575" y="2757488"/>
          <p14:tracePt t="54781" x="6669088" y="2614613"/>
          <p14:tracePt t="54799" x="6470650" y="2422525"/>
          <p14:tracePt t="54809" x="6359525" y="2328863"/>
          <p14:tracePt t="54814" x="6265863" y="2236788"/>
          <p14:tracePt t="54826" x="6203950" y="2162175"/>
          <p14:tracePt t="54835" x="6142038" y="2081213"/>
          <p14:tracePt t="54840" x="6092825" y="2006600"/>
          <p14:tracePt t="54848" x="6073775" y="1982788"/>
          <p14:tracePt t="54861" x="6043613" y="1889125"/>
          <p14:tracePt t="54880" x="6030913" y="1839913"/>
          <p14:tracePt t="54885" x="6030913" y="1809750"/>
          <p14:tracePt t="54905" x="6056313" y="1752600"/>
          <p14:tracePt t="54919" x="6067425" y="1735138"/>
          <p14:tracePt t="54928" x="6099175" y="1697038"/>
          <p14:tracePt t="54950" x="6111875" y="1684338"/>
          <p14:tracePt t="54964" x="6118225" y="1679575"/>
          <p14:tracePt t="54974" x="6129338" y="1660525"/>
          <p14:tracePt t="54991" x="6180138" y="1647825"/>
          <p14:tracePt t="55001" x="6197600" y="1641475"/>
          <p14:tracePt t="55008" x="6210300" y="1628775"/>
          <p14:tracePt t="55017" x="6229350" y="1622425"/>
          <p14:tracePt t="55025" x="6248400" y="1617663"/>
          <p14:tracePt t="55035" x="6259513" y="1617663"/>
          <p14:tracePt t="55043" x="6291263" y="1604963"/>
          <p14:tracePt t="55048" x="6303963" y="1604963"/>
          <p14:tracePt t="55058" x="6323013" y="1598613"/>
          <p14:tracePt t="55077" x="6334125" y="1598613"/>
          <p14:tracePt t="55085" x="6340475" y="1598613"/>
          <p14:tracePt t="55091" x="6353175" y="1598613"/>
          <p14:tracePt t="55099" x="6353175" y="1592263"/>
          <p14:tracePt t="55110" x="6359525" y="1592263"/>
          <p14:tracePt t="55129" x="6365875" y="1592263"/>
          <p14:tracePt t="55148" x="6372225" y="1592263"/>
          <p14:tracePt t="55159" x="6384925" y="1592263"/>
          <p14:tracePt t="55177" x="6396038" y="1592263"/>
          <p14:tracePt t="55183" x="6408738" y="1598613"/>
          <p14:tracePt t="55190" x="6427788" y="1604963"/>
          <p14:tracePt t="55203" x="6464300" y="1628775"/>
          <p14:tracePt t="55211" x="6496050" y="1647825"/>
          <p14:tracePt t="55217" x="6508750" y="1654175"/>
          <p14:tracePt t="55228" x="6551613" y="1684338"/>
          <p14:tracePt t="55238" x="6607175" y="1735138"/>
          <p14:tracePt t="55244" x="6638925" y="1758950"/>
          <p14:tracePt t="55254" x="6688138" y="1820863"/>
          <p14:tracePt t="55260" x="6731000" y="1865313"/>
          <p14:tracePt t="55276" x="6750050" y="1908175"/>
          <p14:tracePt t="55285" x="6805613" y="1989138"/>
          <p14:tracePt t="55294" x="6842125" y="2063750"/>
          <p14:tracePt t="55299" x="6880225" y="2136775"/>
          <p14:tracePt t="55312" x="6899275" y="2205038"/>
          <p14:tracePt t="55314" x="6910388" y="2249488"/>
          <p14:tracePt t="55330" x="6923088" y="2335213"/>
          <p14:tracePt t="55345" x="6923088" y="2373313"/>
          <p14:tracePt t="55364" x="6880225" y="2459038"/>
          <p14:tracePt t="55370" x="6854825" y="2484438"/>
          <p14:tracePt t="55385" x="6750050" y="2552700"/>
          <p14:tracePt t="55395" x="6694488" y="2589213"/>
          <p14:tracePt t="55413" x="6581775" y="2633663"/>
          <p14:tracePt t="55418" x="6545263" y="2638425"/>
          <p14:tracePt t="55428" x="6470650" y="2663825"/>
          <p14:tracePt t="55434" x="6402388" y="2676525"/>
          <p14:tracePt t="55450" x="6129338" y="2744788"/>
          <p14:tracePt t="55458" x="5999163" y="2768600"/>
          <p14:tracePt t="55466" x="5813425" y="2800350"/>
          <p14:tracePt t="55481" x="5591175" y="2830513"/>
          <p14:tracePt t="55495" x="5337175" y="2862263"/>
          <p14:tracePt t="55512" x="4921250" y="2892425"/>
          <p14:tracePt t="55531" x="4481513" y="2911475"/>
          <p14:tracePt t="55548" x="3911600" y="2911475"/>
          <p14:tracePt t="55555" x="3730625" y="2911475"/>
          <p14:tracePt t="55561" x="3570288" y="2911475"/>
          <p14:tracePt t="55573" x="3403600" y="2898775"/>
          <p14:tracePt t="55583" x="3235325" y="2874963"/>
          <p14:tracePt t="55599" x="2987675" y="2836863"/>
          <p14:tracePt t="55605" x="2870200" y="2819400"/>
          <p14:tracePt t="55611" x="2763838" y="2794000"/>
          <p14:tracePt t="55614" x="2695575" y="2781300"/>
          <p14:tracePt t="55634" x="2609850" y="2762250"/>
          <p14:tracePt t="55644" x="2584450" y="2757488"/>
          <p14:tracePt t="55655" x="2565400" y="2757488"/>
          <p14:tracePt t="55665" x="2560638" y="2751138"/>
          <p14:tracePt t="55757" x="2554288" y="2751138"/>
          <p14:tracePt t="55769" x="2535238" y="2738438"/>
          <p14:tracePt t="55772" x="2528888" y="2738438"/>
          <p14:tracePt t="55782" x="2522538" y="2732088"/>
          <p14:tracePt t="55798" x="2492375" y="2706688"/>
          <p14:tracePt t="55819" x="2473325" y="2700338"/>
          <p14:tracePt t="55823" x="2466975" y="2700338"/>
          <p14:tracePt t="55831" x="2460625" y="2695575"/>
          <p14:tracePt t="55848" x="2454275" y="2682875"/>
          <p14:tracePt t="55865" x="2424113" y="2651125"/>
          <p14:tracePt t="55875" x="2417763" y="2633663"/>
          <p14:tracePt t="55883" x="2398713" y="2627313"/>
          <p14:tracePt t="55892" x="2392363" y="2608263"/>
          <p14:tracePt t="55901" x="2373313" y="2601913"/>
          <p14:tracePt t="55909" x="2355850" y="2582863"/>
          <p14:tracePt t="55914" x="2336800" y="2576513"/>
          <p14:tracePt t="55925" x="2330450" y="2565400"/>
          <p14:tracePt t="55929" x="2324100" y="2559050"/>
          <p14:tracePt t="55943" x="2311400" y="2546350"/>
          <p14:tracePt t="55959" x="2300288" y="2540000"/>
          <p14:tracePt t="55969" x="2274888" y="2520950"/>
          <p14:tracePt t="55979" x="2243138" y="2497138"/>
          <p14:tracePt t="55992" x="2219325" y="2478088"/>
          <p14:tracePt t="56007" x="2206625" y="2465388"/>
          <p14:tracePt t="56017" x="2200275" y="2459038"/>
          <p14:tracePt t="56034" x="2193925" y="2452688"/>
          <p14:tracePt t="56046" x="2193925" y="2446338"/>
          <p14:tracePt t="56054" x="2187575" y="2446338"/>
          <p14:tracePt t="56062" x="2174875" y="2441575"/>
          <p14:tracePt t="56081" x="2157413" y="2422525"/>
          <p14:tracePt t="56088" x="2151063" y="2422525"/>
          <p14:tracePt t="56104" x="2119313" y="2416175"/>
          <p14:tracePt t="56114" x="2101850" y="2409825"/>
          <p14:tracePt t="56125" x="2089150" y="2409825"/>
          <p14:tracePt t="56135" x="2051050" y="2397125"/>
          <p14:tracePt t="56145" x="2039938" y="2397125"/>
          <p14:tracePt t="56158" x="2008188" y="2397125"/>
          <p14:tracePt t="56168" x="1995488" y="2397125"/>
          <p14:tracePt t="56185" x="1978025" y="2397125"/>
          <p14:tracePt t="56194" x="1958975" y="2397125"/>
          <p14:tracePt t="56204" x="1946275" y="2409825"/>
          <p14:tracePt t="56212" x="1914525" y="2416175"/>
          <p14:tracePt t="56225" x="1897063" y="2428875"/>
          <p14:tracePt t="56234" x="1884363" y="2435225"/>
          <p14:tracePt t="56245" x="1828800" y="2465388"/>
          <p14:tracePt t="56251" x="1797050" y="2471738"/>
          <p14:tracePt t="56261" x="1760538" y="2490788"/>
          <p14:tracePt t="56281" x="1679575" y="2508250"/>
          <p14:tracePt t="56296" x="1660525" y="2514600"/>
          <p14:tracePt t="56313" x="1630363" y="2514600"/>
          <p14:tracePt t="56330" x="1624013" y="2514600"/>
          <p14:tracePt t="56351" x="1617663" y="2514600"/>
          <p14:tracePt t="56388" x="1617663" y="2508250"/>
          <p14:tracePt t="56401" x="1617663" y="2503488"/>
          <p14:tracePt t="56415" x="1617663" y="2497138"/>
          <p14:tracePt t="56430" x="1617663" y="2490788"/>
          <p14:tracePt t="56448" x="1617663" y="2484438"/>
          <p14:tracePt t="56466" x="1617663" y="2471738"/>
          <p14:tracePt t="56478" x="1617663" y="2465388"/>
          <p14:tracePt t="56495" x="1617663" y="2452688"/>
          <p14:tracePt t="56505" x="1617663" y="2446338"/>
          <p14:tracePt t="56512" x="1617663" y="2441575"/>
          <p14:tracePt t="56530" x="1624013" y="2422525"/>
          <p14:tracePt t="56551" x="1643063" y="2403475"/>
          <p14:tracePt t="56563" x="1649413" y="2403475"/>
          <p14:tracePt t="56568" x="1654175" y="2397125"/>
          <p14:tracePt t="56576" x="1660525" y="2390775"/>
          <p14:tracePt t="56586" x="1666875" y="2390775"/>
          <p14:tracePt t="56596" x="1666875" y="2384425"/>
          <p14:tracePt t="56603" x="1673225" y="2384425"/>
          <p14:tracePt t="56611" x="1685925" y="2384425"/>
          <p14:tracePt t="56626" x="1692275" y="2384425"/>
          <p14:tracePt t="56650" x="1698625" y="2384425"/>
          <p14:tracePt t="56672" x="1704975" y="2384425"/>
          <p14:tracePt t="56687" x="1717675" y="2384425"/>
          <p14:tracePt t="56696" x="1728788" y="2384425"/>
          <p14:tracePt t="56712" x="1760538" y="2384425"/>
          <p14:tracePt t="56731" x="1797050" y="2384425"/>
          <p14:tracePt t="56738" x="1816100" y="2384425"/>
          <p14:tracePt t="56745" x="1841500" y="2390775"/>
          <p14:tracePt t="56755" x="1871663" y="2390775"/>
          <p14:tracePt t="56762" x="1909763" y="2403475"/>
          <p14:tracePt t="56771" x="1946275" y="2403475"/>
          <p14:tracePt t="56784" x="1982788" y="2416175"/>
          <p14:tracePt t="56788" x="2033588" y="2416175"/>
          <p14:tracePt t="56793" x="2057400" y="2416175"/>
          <p14:tracePt t="56804" x="2108200" y="2416175"/>
          <p14:tracePt t="56816" x="2138363" y="2416175"/>
          <p14:tracePt t="56831" x="2236788" y="2416175"/>
          <p14:tracePt t="56844" x="2287588" y="2416175"/>
          <p14:tracePt t="56849" x="2366963" y="2416175"/>
          <p14:tracePt t="56858" x="2392363" y="2416175"/>
          <p14:tracePt t="56869" x="2417763" y="2422525"/>
          <p14:tracePt t="56876" x="2447925" y="2422525"/>
          <p14:tracePt t="56888" x="2473325" y="2428875"/>
          <p14:tracePt t="56898" x="2503488" y="2428875"/>
          <p14:tracePt t="56910" x="2528888" y="2428875"/>
          <p14:tracePt t="56915" x="2547938" y="2441575"/>
          <p14:tracePt t="56924" x="2554288" y="2441575"/>
          <p14:tracePt t="56930" x="2560638" y="2441575"/>
          <p14:tracePt t="56952" x="2571750" y="2441575"/>
          <p14:tracePt t="57043" x="2578100" y="2441575"/>
          <p14:tracePt t="57058" x="2590800" y="2441575"/>
          <p14:tracePt t="57071" x="2597150" y="2435225"/>
          <p14:tracePt t="57084" x="2609850" y="2435225"/>
          <p14:tracePt t="57088" x="2622550" y="2422525"/>
          <p14:tracePt t="57108" x="2627313" y="2422525"/>
          <p14:tracePt t="57124" x="2633663" y="2422525"/>
          <p14:tracePt t="57135" x="2640013" y="2422525"/>
          <p14:tracePt t="57146" x="2646363" y="2422525"/>
          <p14:tracePt t="57162" x="2652713" y="2422525"/>
          <p14:tracePt t="57179" x="2659063" y="2422525"/>
          <p14:tracePt t="57197" x="2671763" y="2416175"/>
          <p14:tracePt t="57212" x="2678113" y="2416175"/>
          <p14:tracePt t="57217" x="2690813" y="2416175"/>
          <p14:tracePt t="57230" x="2695575" y="2409825"/>
          <p14:tracePt t="57244" x="2720975" y="2409825"/>
          <p14:tracePt t="57247" x="2740025" y="2403475"/>
          <p14:tracePt t="57256" x="2782888" y="2403475"/>
          <p14:tracePt t="57272" x="2851150" y="2390775"/>
          <p14:tracePt t="57284" x="2882900" y="2384425"/>
          <p14:tracePt t="57287" x="2919413" y="2384425"/>
          <p14:tracePt t="57297" x="2932113" y="2384425"/>
          <p14:tracePt t="57314" x="3006725" y="2384425"/>
          <p14:tracePt t="57330" x="3074988" y="2384425"/>
          <p14:tracePt t="57337" x="3086100" y="2384425"/>
          <p14:tracePt t="57343" x="3124200" y="2384425"/>
          <p14:tracePt t="57361" x="3198813" y="2384425"/>
          <p14:tracePt t="57369" x="3228975" y="2384425"/>
          <p14:tracePt t="57377" x="3241675" y="2384425"/>
          <p14:tracePt t="57390" x="3273425" y="2384425"/>
          <p14:tracePt t="57394" x="3284538" y="2384425"/>
          <p14:tracePt t="57398" x="3309938" y="2384425"/>
          <p14:tracePt t="57410" x="3340100" y="2384425"/>
          <p14:tracePt t="57427" x="3352800" y="2384425"/>
          <p14:tracePt t="57435" x="3421063" y="2379663"/>
          <p14:tracePt t="57442" x="3433763" y="2379663"/>
          <p14:tracePt t="57452" x="3459163" y="2379663"/>
          <p14:tracePt t="57455" x="3470275" y="2379663"/>
          <p14:tracePt t="57466" x="3482975" y="2379663"/>
          <p14:tracePt t="57484" x="3495675" y="2366963"/>
          <p14:tracePt t="57496" x="3502025" y="2366963"/>
          <p14:tracePt t="57513" x="3514725" y="2366963"/>
          <p14:tracePt t="57686" x="3521075" y="2366963"/>
          <p14:tracePt t="57802" x="3527425" y="2366963"/>
          <p14:tracePt t="57819" x="3538538" y="2366963"/>
          <p14:tracePt t="57823" x="3544888" y="2366963"/>
          <p14:tracePt t="57831" x="3557588" y="2366963"/>
          <p14:tracePt t="57836" x="3570288" y="2366963"/>
          <p14:tracePt t="57852" x="3589338" y="2366963"/>
          <p14:tracePt t="57866" x="3625850" y="2360613"/>
          <p14:tracePt t="57879" x="3638550" y="2360613"/>
          <p14:tracePt t="57893" x="3663950" y="2360613"/>
          <p14:tracePt t="57904" x="3675063" y="2354263"/>
          <p14:tracePt t="57915" x="3694113" y="2354263"/>
          <p14:tracePt t="57929" x="3706813" y="2354263"/>
          <p14:tracePt t="57945" x="3749675" y="2354263"/>
          <p14:tracePt t="57962" x="3781425" y="2354263"/>
          <p14:tracePt t="57979" x="3811588" y="2354263"/>
          <p14:tracePt t="57990" x="3849688" y="2354263"/>
          <p14:tracePt t="57995" x="3867150" y="2354263"/>
          <p14:tracePt t="58005" x="3898900" y="2354263"/>
          <p14:tracePt t="58009" x="3929063" y="2354263"/>
          <p14:tracePt t="58016" x="3990975" y="2354263"/>
          <p14:tracePt t="58032" x="4078288" y="2354263"/>
          <p14:tracePt t="58049" x="4159250" y="2341563"/>
          <p14:tracePt t="58069" x="4221163" y="2335213"/>
          <p14:tracePt t="58077" x="4257675" y="2335213"/>
          <p14:tracePt t="58088" x="4364038" y="2322513"/>
          <p14:tracePt t="58099" x="4413250" y="2311400"/>
          <p14:tracePt t="58110" x="4487863" y="2298700"/>
          <p14:tracePt t="58124" x="4605338" y="2292350"/>
          <p14:tracePt t="58130" x="4673600" y="2279650"/>
          <p14:tracePt t="58143" x="4760913" y="2279650"/>
          <p14:tracePt t="58152" x="4964113" y="2254250"/>
          <p14:tracePt t="58159" x="5064125" y="2254250"/>
          <p14:tracePt t="58166" x="5175250" y="2254250"/>
          <p14:tracePt t="58175" x="5292725" y="2236788"/>
          <p14:tracePt t="58182" x="5380038" y="2236788"/>
          <p14:tracePt t="58194" x="5480050" y="2236788"/>
          <p14:tracePt t="58203" x="5578475" y="2224088"/>
          <p14:tracePt t="58222" x="5727700" y="2224088"/>
          <p14:tracePt t="58229" x="5795963" y="2224088"/>
          <p14:tracePt t="58237" x="5864225" y="2224088"/>
          <p14:tracePt t="58243" x="5913438" y="2224088"/>
          <p14:tracePt t="58251" x="5981700" y="2224088"/>
          <p14:tracePt t="58260" x="6030913" y="2224088"/>
          <p14:tracePt t="58269" x="6086475" y="2224088"/>
          <p14:tracePt t="58281" x="6161088" y="2224088"/>
          <p14:tracePt t="58298" x="6223000" y="2224088"/>
          <p14:tracePt t="58316" x="6254750" y="2224088"/>
          <p14:tracePt t="58322" x="6272213" y="2230438"/>
          <p14:tracePt t="58334" x="6291263" y="2230438"/>
          <p14:tracePt t="58346" x="6297613" y="2230438"/>
          <p14:tracePt t="58362" x="6316663" y="2230438"/>
          <p14:tracePt t="58379" x="6323013" y="2230438"/>
          <p14:tracePt t="58385" x="6323013" y="2236788"/>
          <p14:tracePt t="58395" x="6327775" y="2236788"/>
          <p14:tracePt t="59205" x="6334125" y="2236788"/>
          <p14:tracePt t="59218" x="6340475" y="2236788"/>
          <p14:tracePt t="59250" x="6346825" y="2236788"/>
          <p14:tracePt t="59331" x="6340475" y="2236788"/>
          <p14:tracePt t="59344" x="6323013" y="2224088"/>
          <p14:tracePt t="59360" x="6278563" y="2224088"/>
          <p14:tracePt t="59378" x="6192838" y="2224088"/>
          <p14:tracePt t="59393" x="6092825" y="2217738"/>
          <p14:tracePt t="59398" x="6056313" y="2217738"/>
          <p14:tracePt t="59404" x="5975350" y="2217738"/>
          <p14:tracePt t="59408" x="5875338" y="2217738"/>
          <p14:tracePt t="59425" x="5665788" y="2217738"/>
          <p14:tracePt t="59442" x="5416550" y="2217738"/>
          <p14:tracePt t="59450" x="5318125" y="2217738"/>
          <p14:tracePt t="59461" x="5200650" y="2217738"/>
          <p14:tracePt t="59466" x="5083175" y="2217738"/>
          <p14:tracePt t="59474" x="4953000" y="2217738"/>
          <p14:tracePt t="59482" x="4822825" y="2217738"/>
          <p14:tracePt t="59498" x="4556125" y="2217738"/>
          <p14:tracePt t="59513" x="4276725" y="2224088"/>
          <p14:tracePt t="59536" x="3979863" y="2236788"/>
          <p14:tracePt t="59540" x="3811588" y="2249488"/>
          <p14:tracePt t="59545" x="3613150" y="2249488"/>
          <p14:tracePt t="59561" x="3465513" y="2249488"/>
          <p14:tracePt t="59570" x="3154363" y="2249488"/>
          <p14:tracePt t="59579" x="3024188" y="2249488"/>
          <p14:tracePt t="59585" x="2887663" y="2249488"/>
          <p14:tracePt t="59597" x="2808288" y="2249488"/>
          <p14:tracePt t="59600" x="2708275" y="2249488"/>
          <p14:tracePt t="59613" x="2609850" y="2249488"/>
          <p14:tracePt t="59617" x="2528888" y="2249488"/>
          <p14:tracePt t="59631" x="2343150" y="2249488"/>
          <p14:tracePt t="59649" x="2225675" y="2249488"/>
          <p14:tracePt t="59666" x="2076450" y="2249488"/>
          <p14:tracePt t="59680" x="2008188" y="2249488"/>
          <p14:tracePt t="59697" x="1946275" y="2249488"/>
          <p14:tracePt t="59713" x="1920875" y="2249488"/>
          <p14:tracePt t="59719" x="1909763" y="2249488"/>
          <p14:tracePt t="59723" x="1903413" y="2249488"/>
          <p14:tracePt t="59732" x="1897063" y="2249488"/>
          <p14:tracePt t="59746" x="1884363" y="2249488"/>
          <p14:tracePt t="59752" x="1878013" y="2249488"/>
          <p14:tracePt t="59765" x="1871663" y="2249488"/>
          <p14:tracePt t="59790" x="1852613" y="2249488"/>
          <p14:tracePt t="60014" x="1865313" y="2249488"/>
          <p14:tracePt t="60028" x="1884363" y="2249488"/>
          <p14:tracePt t="60043" x="1952625" y="2249488"/>
          <p14:tracePt t="60052" x="2070100" y="2230438"/>
          <p14:tracePt t="60059" x="2108200" y="2230438"/>
          <p14:tracePt t="60067" x="2132013" y="2230438"/>
          <p14:tracePt t="60084" x="2181225" y="2230438"/>
          <p14:tracePt t="60093" x="2317750" y="2230438"/>
          <p14:tracePt t="60105" x="2486025" y="2217738"/>
          <p14:tracePt t="60117" x="2565400" y="2217738"/>
          <p14:tracePt t="60125" x="2652713" y="2205038"/>
          <p14:tracePt t="60131" x="2720975" y="2205038"/>
          <p14:tracePt t="60134" x="2820988" y="2205038"/>
          <p14:tracePt t="60144" x="2919413" y="2205038"/>
          <p14:tracePt t="60151" x="2987675" y="2205038"/>
          <p14:tracePt t="60163" x="3068638" y="2205038"/>
          <p14:tracePt t="60181" x="3303588" y="2205038"/>
          <p14:tracePt t="60190" x="3352800" y="2205038"/>
          <p14:tracePt t="60200" x="3408363" y="2205038"/>
          <p14:tracePt t="60207" x="3470275" y="2205038"/>
          <p14:tracePt t="60215" x="3527425" y="2205038"/>
          <p14:tracePt t="60227" x="3576638" y="2192338"/>
          <p14:tracePt t="60239" x="3668713" y="2192338"/>
          <p14:tracePt t="60254" x="3719513" y="2181225"/>
          <p14:tracePt t="60265" x="3794125" y="2181225"/>
          <p14:tracePt t="60270" x="3830638" y="2181225"/>
          <p14:tracePt t="60290" x="3917950" y="2181225"/>
          <p14:tracePt t="60296" x="3954463" y="2181225"/>
          <p14:tracePt t="60305" x="3979863" y="2181225"/>
          <p14:tracePt t="60315" x="4003675" y="2181225"/>
          <p14:tracePt t="60320" x="4035425" y="2181225"/>
          <p14:tracePt t="60334" x="4084638" y="2181225"/>
          <p14:tracePt t="60347" x="4121150" y="2181225"/>
          <p14:tracePt t="60353" x="4146550" y="2181225"/>
          <p14:tracePt t="60380" x="4221163" y="2181225"/>
          <p14:tracePt t="60395" x="4302125" y="2181225"/>
          <p14:tracePt t="60400" x="4364038" y="2181225"/>
          <p14:tracePt t="60410" x="4387850" y="2181225"/>
          <p14:tracePt t="60421" x="4406900" y="2181225"/>
          <p14:tracePt t="60431" x="4432300" y="2181225"/>
          <p14:tracePt t="60435" x="4456113" y="2181225"/>
          <p14:tracePt t="60448" x="4518025" y="2181225"/>
          <p14:tracePt t="60465" x="4586288" y="2181225"/>
          <p14:tracePt t="60482" x="4630738" y="2187575"/>
          <p14:tracePt t="60490" x="4641850" y="2187575"/>
          <p14:tracePt t="60507" x="4686300" y="2187575"/>
          <p14:tracePt t="60513" x="4692650" y="2187575"/>
          <p14:tracePt t="60530" x="4699000" y="2187575"/>
          <p14:tracePt t="60560" x="4710113" y="2187575"/>
          <p14:tracePt t="60592" x="4710113" y="2181225"/>
          <p14:tracePt t="60600" x="4716463" y="2181225"/>
          <p14:tracePt t="60696" x="4722813" y="2181225"/>
          <p14:tracePt t="60708" x="4729163" y="2181225"/>
          <p14:tracePt t="60723" x="4748213" y="2181225"/>
          <p14:tracePt t="60732" x="4767263" y="2181225"/>
          <p14:tracePt t="60748" x="4784725" y="2181225"/>
          <p14:tracePt t="60764" x="4810125" y="2174875"/>
          <p14:tracePt t="60768" x="4822825" y="2174875"/>
          <p14:tracePt t="60777" x="4833938" y="2174875"/>
          <p14:tracePt t="60785" x="4840288" y="2168525"/>
          <p14:tracePt t="60794" x="4852988" y="2168525"/>
          <p14:tracePt t="60804" x="4859338" y="2168525"/>
          <p14:tracePt t="60810" x="4878388" y="2162175"/>
          <p14:tracePt t="60817" x="4891088" y="2162175"/>
          <p14:tracePt t="60839" x="4940300" y="2143125"/>
          <p14:tracePt t="60853" x="4970463" y="2136775"/>
          <p14:tracePt t="60863" x="5008563" y="2136775"/>
          <p14:tracePt t="60882" x="5126038" y="2119313"/>
          <p14:tracePt t="60897" x="5200650" y="2106613"/>
          <p14:tracePt t="60915" x="5292725" y="2093913"/>
          <p14:tracePt t="60922" x="5318125" y="2093913"/>
          <p14:tracePt t="60929" x="5343525" y="2093913"/>
          <p14:tracePt t="60936" x="5380038" y="2093913"/>
          <p14:tracePt t="60944" x="5416550" y="2093913"/>
          <p14:tracePt t="60952" x="5467350" y="2093913"/>
          <p14:tracePt t="60958" x="5516563" y="2093913"/>
          <p14:tracePt t="60968" x="5572125" y="2093913"/>
          <p14:tracePt t="60981" x="5634038" y="2093913"/>
          <p14:tracePt t="60993" x="5695950" y="2093913"/>
          <p14:tracePt t="61002" x="5745163" y="2093913"/>
          <p14:tracePt t="61014" x="5802313" y="2093913"/>
          <p14:tracePt t="61023" x="5868988" y="2093913"/>
          <p14:tracePt t="61036" x="5907088" y="2093913"/>
          <p14:tracePt t="61049" x="5994400" y="2093913"/>
          <p14:tracePt t="61065" x="6080125" y="2093913"/>
          <p14:tracePt t="61077" x="6118225" y="2093913"/>
          <p14:tracePt t="61082" x="6148388" y="2093913"/>
          <p14:tracePt t="61094" x="6173788" y="2093913"/>
          <p14:tracePt t="61105" x="6235700" y="2093913"/>
          <p14:tracePt t="61118" x="6259513" y="2093913"/>
          <p14:tracePt t="61129" x="6297613" y="2093913"/>
          <p14:tracePt t="61149" x="6359525" y="2093913"/>
          <p14:tracePt t="61158" x="6384925" y="2087563"/>
          <p14:tracePt t="61162" x="6402388" y="2087563"/>
          <p14:tracePt t="61168" x="6427788" y="2087563"/>
          <p14:tracePt t="61177" x="6440488" y="2087563"/>
          <p14:tracePt t="61186" x="6457950" y="2087563"/>
          <p14:tracePt t="61194" x="6483350" y="2087563"/>
          <p14:tracePt t="61202" x="6502400" y="2081213"/>
          <p14:tracePt t="61216" x="6545263" y="2081213"/>
          <p14:tracePt t="61226" x="6557963" y="2081213"/>
          <p14:tracePt t="61240" x="6570663" y="2081213"/>
          <p14:tracePt t="61249" x="6588125" y="2081213"/>
          <p14:tracePt t="61253" x="6594475" y="2081213"/>
          <p14:tracePt t="61270" x="6619875" y="2081213"/>
          <p14:tracePt t="61295" x="6632575" y="2081213"/>
          <p14:tracePt t="61299" x="6638925" y="2087563"/>
          <p14:tracePt t="61310" x="6669088" y="2087563"/>
          <p14:tracePt t="61322" x="6688138" y="2087563"/>
          <p14:tracePt t="61332" x="6694488" y="2087563"/>
          <p14:tracePt t="61339" x="6707188" y="2093913"/>
          <p14:tracePt t="61347" x="6737350" y="2093913"/>
          <p14:tracePt t="61356" x="6750050" y="2093913"/>
          <p14:tracePt t="61361" x="6769100" y="2093913"/>
          <p14:tracePt t="61368" x="6792913" y="2093913"/>
          <p14:tracePt t="61382" x="6818313" y="2093913"/>
          <p14:tracePt t="61398" x="6831013" y="2093913"/>
          <p14:tracePt t="61401" x="6837363" y="2093913"/>
          <p14:tracePt t="61414" x="6867525" y="2093913"/>
          <p14:tracePt t="61425" x="6873875" y="2093913"/>
          <p14:tracePt t="61433" x="6892925" y="2093913"/>
          <p14:tracePt t="61442" x="6905625" y="2093913"/>
          <p14:tracePt t="61451" x="6916738" y="2093913"/>
          <p14:tracePt t="61468" x="6929438" y="2093913"/>
          <p14:tracePt t="61481" x="6948488" y="2093913"/>
          <p14:tracePt t="61499" x="6978650" y="2093913"/>
          <p14:tracePt t="61503" x="6997700" y="2093913"/>
          <p14:tracePt t="61514" x="7016750" y="2093913"/>
          <p14:tracePt t="61519" x="7029450" y="2093913"/>
          <p14:tracePt t="61536" x="7053263" y="2093913"/>
          <p14:tracePt t="61544" x="7065963" y="2093913"/>
          <p14:tracePt t="61555" x="7097713" y="2093913"/>
          <p14:tracePt t="61569" x="7127875" y="2093913"/>
          <p14:tracePt t="61575" x="7140575" y="2093913"/>
          <p14:tracePt t="61587" x="7165975" y="2093913"/>
          <p14:tracePt t="61598" x="7183438" y="2093913"/>
          <p14:tracePt t="61618" x="7215188" y="2093913"/>
          <p14:tracePt t="61631" x="7221538" y="2093913"/>
          <p14:tracePt t="61770" x="7215188" y="2093913"/>
          <p14:tracePt t="61780" x="7196138" y="2100263"/>
          <p14:tracePt t="61785" x="7183438" y="2112963"/>
          <p14:tracePt t="61794" x="7177088" y="2119313"/>
          <p14:tracePt t="61805" x="7153275" y="2119313"/>
          <p14:tracePt t="61808" x="7134225" y="2136775"/>
          <p14:tracePt t="61822" x="7097713" y="2143125"/>
          <p14:tracePt t="61831" x="7059613" y="2155825"/>
          <p14:tracePt t="61849" x="6967538" y="2174875"/>
          <p14:tracePt t="61870" x="6842125" y="2198688"/>
          <p14:tracePt t="61874" x="6707188" y="2224088"/>
          <p14:tracePt t="61882" x="6557963" y="2236788"/>
          <p14:tracePt t="61890" x="6389688" y="2266950"/>
          <p14:tracePt t="61903" x="6186488" y="2279650"/>
          <p14:tracePt t="61911" x="5975350" y="2292350"/>
          <p14:tracePt t="61922" x="5286375" y="2317750"/>
          <p14:tracePt t="61935" x="4914900" y="2335213"/>
          <p14:tracePt t="61954" x="4133850" y="2335213"/>
          <p14:tracePt t="61959" x="3768725" y="2335213"/>
          <p14:tracePt t="61968" x="3254375" y="2335213"/>
          <p14:tracePt t="61980" x="3017838" y="2335213"/>
          <p14:tracePt t="62000" x="2578100" y="2335213"/>
          <p14:tracePt t="62004" x="2411413" y="2335213"/>
          <p14:tracePt t="62015" x="2262188" y="2335213"/>
          <p14:tracePt t="62035" x="1790700" y="2335213"/>
          <p14:tracePt t="62044" x="1643063" y="2335213"/>
          <p14:tracePt t="62052" x="1474788" y="2335213"/>
          <p14:tracePt t="62065" x="1265238" y="2335213"/>
          <p14:tracePt t="62076" x="1165225" y="2335213"/>
          <p14:tracePt t="62082" x="1096963" y="2335213"/>
          <p14:tracePt t="62095" x="1066800" y="2335213"/>
          <p14:tracePt t="62101" x="1054100" y="2335213"/>
          <p14:tracePt t="62111" x="1047750" y="2335213"/>
          <p14:tracePt t="62122" x="1041400" y="2335213"/>
          <p14:tracePt t="62130" x="1028700" y="2335213"/>
          <p14:tracePt t="62147" x="1009650" y="2335213"/>
          <p14:tracePt t="62163" x="998538" y="2335213"/>
          <p14:tracePt t="62183" x="973138" y="2335213"/>
          <p14:tracePt t="62194" x="960438" y="2335213"/>
          <p14:tracePt t="62203" x="941388" y="2335213"/>
          <p14:tracePt t="62223" x="917575" y="2335213"/>
          <p14:tracePt t="62230" x="904875" y="2335213"/>
          <p14:tracePt t="62242" x="898525" y="2335213"/>
          <p14:tracePt t="62249" x="892175" y="2335213"/>
          <p14:tracePt t="62260" x="885825" y="2341563"/>
          <p14:tracePt t="62269" x="874713" y="2341563"/>
          <p14:tracePt t="62278" x="868363" y="2341563"/>
          <p14:tracePt t="62284" x="862013" y="2341563"/>
          <p14:tracePt t="62345" x="862013" y="2347913"/>
          <p14:tracePt t="62456" x="868363" y="2347913"/>
          <p14:tracePt t="62466" x="885825" y="2347913"/>
          <p14:tracePt t="62475" x="898525" y="2347913"/>
          <p14:tracePt t="62481" x="930275" y="2347913"/>
          <p14:tracePt t="62498" x="979488" y="2347913"/>
          <p14:tracePt t="62504" x="1035050" y="2335213"/>
          <p14:tracePt t="62515" x="1084263" y="2335213"/>
          <p14:tracePt t="62520" x="1122363" y="2335213"/>
          <p14:tracePt t="62528" x="1171575" y="2335213"/>
          <p14:tracePt t="62538" x="1220788" y="2335213"/>
          <p14:tracePt t="62548" x="1289050" y="2335213"/>
          <p14:tracePt t="62556" x="1357313" y="2335213"/>
          <p14:tracePt t="62569" x="1568450" y="2335213"/>
          <p14:tracePt t="62589" x="1722438" y="2335213"/>
          <p14:tracePt t="62595" x="1803400" y="2322513"/>
          <p14:tracePt t="62601" x="1890713" y="2322513"/>
          <p14:tracePt t="62612" x="1971675" y="2322513"/>
          <p14:tracePt t="62626" x="2138363" y="2322513"/>
          <p14:tracePt t="62640" x="2305050" y="2311400"/>
          <p14:tracePt t="62651" x="2392363" y="2311400"/>
          <p14:tracePt t="62665" x="2509838" y="2311400"/>
          <p14:tracePt t="62673" x="2560638" y="2311400"/>
          <p14:tracePt t="62684" x="2590800" y="2311400"/>
          <p14:tracePt t="62693" x="2603500" y="2311400"/>
          <p14:tracePt t="62698" x="2609850" y="2311400"/>
          <p14:tracePt t="62706" x="2616200" y="2311400"/>
          <p14:tracePt t="62715" x="2622550" y="2311400"/>
          <p14:tracePt t="62736" x="2633663" y="2311400"/>
          <p14:tracePt t="62749" x="2640013" y="2311400"/>
          <p14:tracePt t="62766" x="2646363" y="2311400"/>
          <p14:tracePt t="62776" x="2652713" y="2311400"/>
          <p14:tracePt t="62780" x="2659063" y="2311400"/>
          <p14:tracePt t="62789" x="2678113" y="2311400"/>
          <p14:tracePt t="62795" x="2690813" y="2311400"/>
          <p14:tracePt t="62805" x="2708275" y="2311400"/>
          <p14:tracePt t="62812" x="2720975" y="2311400"/>
          <p14:tracePt t="62831" x="2776538" y="2311400"/>
          <p14:tracePt t="62833" x="2801938" y="2311400"/>
          <p14:tracePt t="62849" x="2832100" y="2311400"/>
          <p14:tracePt t="62868" x="2894013" y="2311400"/>
          <p14:tracePt t="62879" x="2955925" y="2311400"/>
          <p14:tracePt t="62889" x="3074988" y="2311400"/>
          <p14:tracePt t="62907" x="3124200" y="2311400"/>
          <p14:tracePt t="62915" x="3179763" y="2311400"/>
          <p14:tracePt t="62931" x="3309938" y="2311400"/>
          <p14:tracePt t="62948" x="3544888" y="2311400"/>
          <p14:tracePt t="62962" x="3706813" y="2311400"/>
          <p14:tracePt t="62968" x="3867150" y="2311400"/>
          <p14:tracePt t="62983" x="4338638" y="2311400"/>
          <p14:tracePt t="62994" x="4611688" y="2311400"/>
          <p14:tracePt t="62998" x="4891088" y="2292350"/>
          <p14:tracePt t="63012" x="5416550" y="2260600"/>
          <p14:tracePt t="63026" x="5981700" y="2205038"/>
          <p14:tracePt t="63035" x="6303963" y="2168525"/>
          <p14:tracePt t="63045" x="6588125" y="2130425"/>
          <p14:tracePt t="63052" x="6948488" y="2074863"/>
          <p14:tracePt t="63055" x="7307263" y="2012950"/>
          <p14:tracePt t="63064" x="7629525" y="1957388"/>
          <p14:tracePt t="63081" x="8139113" y="1889125"/>
          <p14:tracePt t="63100" x="8497888" y="1833563"/>
          <p14:tracePt t="63114" x="8745538" y="1790700"/>
          <p14:tracePt t="63121" x="8832850" y="1778000"/>
          <p14:tracePt t="63132" x="8901113" y="1765300"/>
          <p14:tracePt t="63149" x="8931275" y="1758950"/>
          <p14:tracePt t="63153" x="8943975" y="1758950"/>
          <p14:tracePt t="63166" x="8950325" y="1758950"/>
          <p14:tracePt t="63182" x="8956675" y="1758950"/>
          <p14:tracePt t="63198" x="8963025" y="1752600"/>
          <p14:tracePt t="63212" x="8993188" y="1752600"/>
          <p14:tracePt t="63222" x="9024938" y="1741488"/>
          <p14:tracePt t="63231" x="9055100" y="1735138"/>
          <p14:tracePt t="63251" x="9105900" y="1716088"/>
          <p14:tracePt t="63265" x="9161463" y="1697038"/>
          <p14:tracePt t="63286" x="9253538" y="1690688"/>
          <p14:tracePt t="63292" x="9321800" y="1679575"/>
          <p14:tracePt t="63301" x="9377363" y="1666875"/>
          <p14:tracePt t="63313" x="9428163" y="1666875"/>
          <p14:tracePt t="63329" x="9532938" y="1647825"/>
          <p14:tracePt t="63336" x="9607550" y="1647825"/>
          <p14:tracePt t="63341" x="9688513" y="1635125"/>
          <p14:tracePt t="63361" x="9767888" y="1635125"/>
          <p14:tracePt t="63371" x="9836150" y="1635125"/>
          <p14:tracePt t="63380" x="9991725" y="1622425"/>
          <p14:tracePt t="63398" x="10121900" y="1622425"/>
          <p14:tracePt t="63408" x="10190163" y="1622425"/>
          <p14:tracePt t="63414" x="10213975" y="1622425"/>
          <p14:tracePt t="63420" x="10252075" y="1622425"/>
          <p14:tracePt t="63439" x="10333038" y="1622425"/>
          <p14:tracePt t="63455" x="10363200" y="1622425"/>
          <p14:tracePt t="63464" x="10388600" y="1622425"/>
          <p14:tracePt t="63469" x="10401300" y="1622425"/>
          <p14:tracePt t="63473" x="10418763" y="1622425"/>
          <p14:tracePt t="63485" x="10437813" y="1622425"/>
          <p14:tracePt t="63501" x="10450513" y="1622425"/>
          <p14:tracePt t="63504" x="10456863" y="1622425"/>
          <p14:tracePt t="63515" x="10469563" y="1622425"/>
          <p14:tracePt t="63539" x="10506075" y="1622425"/>
          <p14:tracePt t="63551" x="10537825" y="1622425"/>
          <p14:tracePt t="63563" x="10561638" y="1622425"/>
          <p14:tracePt t="63568" x="10587038" y="1622425"/>
          <p14:tracePt t="63582" x="10617200" y="1622425"/>
          <p14:tracePt t="63598" x="10636250" y="1622425"/>
          <p14:tracePt t="63601" x="10655300" y="1617663"/>
          <p14:tracePt t="63611" x="10668000" y="1617663"/>
          <p14:tracePt t="63616" x="10672763" y="1604963"/>
          <p14:tracePt t="63629" x="10691813" y="1604963"/>
          <p14:tracePt t="63635" x="10717213" y="1598613"/>
          <p14:tracePt t="63639" x="10723563" y="1592263"/>
          <p14:tracePt t="63649" x="10729913" y="1592263"/>
          <p14:tracePt t="63664" x="10747375" y="1585913"/>
          <p14:tracePt t="63682" x="10772775" y="1573213"/>
          <p14:tracePt t="63700" x="10779125" y="1566863"/>
          <p14:tracePt t="63708" x="10785475" y="1566863"/>
          <p14:tracePt t="63741" x="10791825" y="1566863"/>
          <p14:tracePt t="63775" x="10791825" y="1560513"/>
          <p14:tracePt t="63810" x="10791825" y="1555750"/>
          <p14:tracePt t="63820" x="10791825" y="1536700"/>
          <p14:tracePt t="63833" x="10791825" y="1487488"/>
          <p14:tracePt t="63848" x="10791825" y="1455738"/>
          <p14:tracePt t="63852" x="10791825" y="1430338"/>
          <p14:tracePt t="63864" x="10791825" y="1406525"/>
          <p14:tracePt t="63868" x="10779125" y="1374775"/>
          <p14:tracePt t="63883" x="10779125" y="1325563"/>
          <p14:tracePt t="63895" x="10772775" y="1276350"/>
          <p14:tracePt t="63900" x="10760075" y="1257300"/>
          <p14:tracePt t="63908" x="10760075" y="1250950"/>
          <p14:tracePt t="63914" x="10760075" y="1244600"/>
          <p14:tracePt t="63925" x="10760075" y="1238250"/>
          <p14:tracePt t="64440" x="10760075" y="1244600"/>
          <p14:tracePt t="64470" x="10760075" y="1250950"/>
          <p14:tracePt t="64933" x="10753725" y="1250950"/>
          <p14:tracePt t="64971" x="10747375" y="1250950"/>
          <p14:tracePt t="64989" x="10741025" y="1257300"/>
          <p14:tracePt t="65001" x="10734675" y="1257300"/>
          <p14:tracePt t="65019" x="10729913" y="1257300"/>
          <p14:tracePt t="65024" x="10717213" y="1257300"/>
          <p14:tracePt t="65051" x="10710863" y="1257300"/>
          <p14:tracePt t="65149" x="10717213" y="1263650"/>
          <p14:tracePt t="65163" x="10747375" y="1301750"/>
          <p14:tracePt t="65183" x="10766425" y="1319213"/>
          <p14:tracePt t="65191" x="10841038" y="1406525"/>
          <p14:tracePt t="65208" x="10958513" y="1524000"/>
          <p14:tracePt t="65229" x="10990263" y="1555750"/>
          <p14:tracePt t="65243" x="11007725" y="1579563"/>
          <p14:tracePt t="65255" x="11039475" y="1622425"/>
          <p14:tracePt t="65264" x="11063288" y="1654175"/>
          <p14:tracePt t="65278" x="11069638" y="1679575"/>
          <p14:tracePt t="65291" x="11069638" y="1684338"/>
          <p14:tracePt t="65409" x="11063288" y="1684338"/>
          <p14:tracePt t="65425" x="11045825" y="1666875"/>
          <p14:tracePt t="65434" x="11014075" y="1641475"/>
          <p14:tracePt t="65440" x="10995025" y="1622425"/>
          <p14:tracePt t="65449" x="10952163" y="1579563"/>
          <p14:tracePt t="65464" x="10864850" y="1498600"/>
          <p14:tracePt t="65481" x="10729913" y="1387475"/>
          <p14:tracePt t="65500" x="10623550" y="1295400"/>
          <p14:tracePt t="65505" x="10599738" y="1276350"/>
          <p14:tracePt t="65517" x="10580688" y="1263650"/>
          <p14:tracePt t="65524" x="10555288" y="1244600"/>
          <p14:tracePt t="65526" x="10542588" y="1244600"/>
          <p14:tracePt t="65535" x="10531475" y="1244600"/>
          <p14:tracePt t="65554" x="10525125" y="1233488"/>
          <p14:tracePt t="65560" x="10518775" y="1233488"/>
          <p14:tracePt t="65565" x="10512425" y="1233488"/>
          <p14:tracePt t="65674" x="10512425" y="1244600"/>
          <p14:tracePt t="65687" x="10518775" y="1263650"/>
          <p14:tracePt t="65699" x="10542588" y="1282700"/>
          <p14:tracePt t="65705" x="10561638" y="1301750"/>
          <p14:tracePt t="65727" x="10604500" y="1350963"/>
          <p14:tracePt t="65731" x="10636250" y="1368425"/>
          <p14:tracePt t="65745" x="10717213" y="1419225"/>
          <p14:tracePt t="65754" x="10747375" y="1436688"/>
          <p14:tracePt t="65764" x="10785475" y="1455738"/>
          <p14:tracePt t="65769" x="10821988" y="1468438"/>
          <p14:tracePt t="65777" x="10841038" y="1474788"/>
          <p14:tracePt t="65784" x="10864850" y="1487488"/>
          <p14:tracePt t="65801" x="10871200" y="1487488"/>
          <p14:tracePt t="65864" x="10871200" y="1474788"/>
          <p14:tracePt t="65871" x="10864850" y="1468438"/>
          <p14:tracePt t="65882" x="10847388" y="1443038"/>
          <p14:tracePt t="65898" x="10815638" y="1406525"/>
          <p14:tracePt t="65905" x="10802938" y="1393825"/>
          <p14:tracePt t="65915" x="10779125" y="1363663"/>
          <p14:tracePt t="65934" x="10753725" y="1319213"/>
          <p14:tracePt t="65942" x="10729913" y="1295400"/>
          <p14:tracePt t="65955" x="10691813" y="1244600"/>
          <p14:tracePt t="65965" x="10691813" y="1238250"/>
          <p14:tracePt t="65990" x="10685463" y="1233488"/>
          <p14:tracePt t="66023" x="10691813" y="1233488"/>
          <p14:tracePt t="66033" x="10710863" y="1244600"/>
          <p14:tracePt t="66038" x="10741025" y="1263650"/>
          <p14:tracePt t="66048" x="10753725" y="1282700"/>
          <p14:tracePt t="66061" x="10785475" y="1306513"/>
          <p14:tracePt t="66065" x="10828338" y="1344613"/>
          <p14:tracePt t="66074" x="10860088" y="1387475"/>
          <p14:tracePt t="66083" x="10939463" y="1462088"/>
          <p14:tracePt t="66098" x="10983913" y="1504950"/>
          <p14:tracePt t="66101" x="11014075" y="1536700"/>
          <p14:tracePt t="66114" x="11039475" y="1566863"/>
          <p14:tracePt t="66131" x="11075988" y="1611313"/>
          <p14:tracePt t="66135" x="11095038" y="1617663"/>
          <p14:tracePt t="66142" x="11101388" y="1622425"/>
          <p14:tracePt t="66161" x="11107738" y="1635125"/>
          <p14:tracePt t="66224" x="11107738" y="1628775"/>
          <p14:tracePt t="66239" x="11101388" y="1622425"/>
          <p14:tracePt t="66251" x="11082338" y="1617663"/>
          <p14:tracePt t="66255" x="11069638" y="1611313"/>
          <p14:tracePt t="66267" x="11026775" y="1592263"/>
          <p14:tracePt t="66271" x="10971213" y="1543050"/>
          <p14:tracePt t="66281" x="10926763" y="1524000"/>
          <p14:tracePt t="66287" x="10853738" y="1474788"/>
          <p14:tracePt t="66305" x="10723563" y="1412875"/>
          <p14:tracePt t="66315" x="10698163" y="1393825"/>
          <p14:tracePt t="66332" x="10655300" y="1363663"/>
          <p14:tracePt t="66335" x="10599738" y="1325563"/>
          <p14:tracePt t="66349" x="10567988" y="1306513"/>
          <p14:tracePt t="66353" x="10518775" y="1276350"/>
          <p14:tracePt t="66364" x="10474325" y="1257300"/>
          <p14:tracePt t="66369" x="10450513" y="1250950"/>
          <p14:tracePt t="66382" x="10412413" y="1233488"/>
          <p14:tracePt t="66399" x="10407650" y="1227138"/>
          <p14:tracePt t="66556" x="10425113" y="1227138"/>
          <p14:tracePt t="66573" x="10437813" y="1227138"/>
          <p14:tracePt t="66585" x="10518775" y="1257300"/>
          <p14:tracePt t="66599" x="10617200" y="1301750"/>
          <p14:tracePt t="66605" x="10642600" y="1306513"/>
          <p14:tracePt t="66614" x="10698163" y="1331913"/>
          <p14:tracePt t="66629" x="10821988" y="1374775"/>
          <p14:tracePt t="66635" x="10853738" y="1393825"/>
          <p14:tracePt t="66646" x="10877550" y="1400175"/>
          <p14:tracePt t="66655" x="10902950" y="1400175"/>
          <p14:tracePt t="66659" x="10922000" y="1412875"/>
          <p14:tracePt t="66680" x="10926763" y="1412875"/>
          <p14:tracePt t="67215" x="10922000" y="1406525"/>
          <p14:tracePt t="67225" x="10915650" y="1393825"/>
          <p14:tracePt t="67234" x="10909300" y="1393825"/>
          <p14:tracePt t="67252" x="10902950" y="1387475"/>
          <p14:tracePt t="67258" x="10902950" y="1381125"/>
          <p14:tracePt t="68525" x="10890250" y="1381125"/>
          <p14:tracePt t="68537" x="10860088" y="1400175"/>
          <p14:tracePt t="68542" x="10828338" y="1419225"/>
          <p14:tracePt t="68559" x="10791825" y="1436688"/>
          <p14:tracePt t="68564" x="10766425" y="1449388"/>
          <p14:tracePt t="68573" x="10623550" y="1504950"/>
          <p14:tracePt t="68582" x="10567988" y="1524000"/>
          <p14:tracePt t="68603" x="10480675" y="1579563"/>
          <p14:tracePt t="68618" x="10412413" y="1628775"/>
          <p14:tracePt t="68632" x="10339388" y="1679575"/>
          <p14:tracePt t="68652" x="10282238" y="1716088"/>
          <p14:tracePt t="68658" x="10245725" y="1746250"/>
          <p14:tracePt t="68662" x="10226675" y="1765300"/>
          <p14:tracePt t="68674" x="10209213" y="1784350"/>
          <p14:tracePt t="68684" x="10202863" y="1803400"/>
          <p14:tracePt t="68699" x="10147300" y="1914525"/>
          <p14:tracePt t="68704" x="10121900" y="1970088"/>
          <p14:tracePt t="68710" x="10083800" y="2025650"/>
          <p14:tracePt t="68725" x="10066338" y="2068513"/>
          <p14:tracePt t="68730" x="10047288" y="2106613"/>
          <p14:tracePt t="68740" x="10017125" y="2149475"/>
          <p14:tracePt t="68750" x="9979025" y="2211388"/>
          <p14:tracePt t="68765" x="9904413" y="2286000"/>
          <p14:tracePt t="68783" x="9805988" y="2360613"/>
          <p14:tracePt t="68800" x="9744075" y="2416175"/>
          <p14:tracePt t="68817" x="9675813" y="2471738"/>
          <p14:tracePt t="68833" x="9620250" y="2520950"/>
          <p14:tracePt t="68851" x="9551988" y="2571750"/>
          <p14:tracePt t="68856" x="9513888" y="2589213"/>
          <p14:tracePt t="68872" x="9402763" y="2633663"/>
          <p14:tracePt t="68890" x="9315450" y="2676525"/>
          <p14:tracePt t="68905" x="9259888" y="2700338"/>
          <p14:tracePt t="68915" x="9223375" y="2706688"/>
          <p14:tracePt t="68921" x="9117013" y="2744788"/>
          <p14:tracePt t="68925" x="9055100" y="2762250"/>
          <p14:tracePt t="68933" x="8969375" y="2787650"/>
          <p14:tracePt t="68950" x="8801100" y="2825750"/>
          <p14:tracePt t="68966" x="8696325" y="2836863"/>
          <p14:tracePt t="68971" x="8578850" y="2862263"/>
          <p14:tracePt t="68979" x="8461375" y="2881313"/>
          <p14:tracePt t="68986" x="8312150" y="2892425"/>
          <p14:tracePt t="68993" x="8162925" y="2905125"/>
          <p14:tracePt t="69000" x="8032750" y="2917825"/>
          <p14:tracePt t="69010" x="7847013" y="2930525"/>
          <p14:tracePt t="69020" x="7704138" y="2930525"/>
          <p14:tracePt t="69034" x="7375525" y="2949575"/>
          <p14:tracePt t="69038" x="7146925" y="2949575"/>
          <p14:tracePt t="69049" x="6985000" y="2949575"/>
          <p14:tracePt t="69067" x="6577013" y="2949575"/>
          <p14:tracePt t="69072" x="6378575" y="2949575"/>
          <p14:tracePt t="69082" x="6197600" y="2949575"/>
          <p14:tracePt t="69099" x="5868988" y="2936875"/>
          <p14:tracePt t="69106" x="5738813" y="2936875"/>
          <p14:tracePt t="69115" x="5603875" y="2924175"/>
          <p14:tracePt t="69123" x="5454650" y="2924175"/>
          <p14:tracePt t="69128" x="5292725" y="2911475"/>
          <p14:tracePt t="69141" x="5175250" y="2898775"/>
          <p14:tracePt t="69150" x="5038725" y="2887663"/>
          <p14:tracePt t="69166" x="4710113" y="2843213"/>
          <p14:tracePt t="69182" x="4475163" y="2806700"/>
          <p14:tracePt t="69200" x="4084638" y="2725738"/>
          <p14:tracePt t="69209" x="3967163" y="2700338"/>
          <p14:tracePt t="69217" x="3860800" y="2657475"/>
          <p14:tracePt t="69230" x="3775075" y="2633663"/>
          <p14:tracePt t="69243" x="3600450" y="2559050"/>
          <p14:tracePt t="69251" x="3527425" y="2520950"/>
          <p14:tracePt t="69265" x="3470275" y="2490788"/>
          <p14:tracePt t="69269" x="3397250" y="2435225"/>
          <p14:tracePt t="69284" x="3248025" y="2335213"/>
          <p14:tracePt t="69299" x="3186113" y="2292350"/>
          <p14:tracePt t="69317" x="3068638" y="2187575"/>
          <p14:tracePt t="69324" x="3036888" y="2143125"/>
          <p14:tracePt t="69338" x="3000375" y="2087563"/>
          <p14:tracePt t="69353" x="2981325" y="2051050"/>
          <p14:tracePt t="69369" x="2962275" y="2019300"/>
          <p14:tracePt t="69377" x="2955925" y="2000250"/>
          <p14:tracePt t="69384" x="2951163" y="1982788"/>
          <p14:tracePt t="69391" x="2951163" y="1976438"/>
          <p14:tracePt t="69408" x="2944813" y="1970088"/>
          <p14:tracePt t="69426" x="2944813" y="1963738"/>
          <p14:tracePt t="69538" x="2951163" y="1957388"/>
          <p14:tracePt t="69558" x="2968625" y="1951038"/>
          <p14:tracePt t="69580" x="3030538" y="1933575"/>
          <p14:tracePt t="69597" x="3074988" y="1927225"/>
          <p14:tracePt t="69606" x="3086100" y="1927225"/>
          <p14:tracePt t="69616" x="3105150" y="1927225"/>
          <p14:tracePt t="69619" x="3111500" y="1927225"/>
          <p14:tracePt t="69631" x="3130550" y="1927225"/>
          <p14:tracePt t="69635" x="3154363" y="1927225"/>
          <p14:tracePt t="69650" x="3198813" y="1944688"/>
          <p14:tracePt t="69666" x="3241675" y="1970088"/>
          <p14:tracePt t="69676" x="3273425" y="1982788"/>
          <p14:tracePt t="69683" x="3309938" y="2000250"/>
          <p14:tracePt t="69690" x="3365500" y="2032000"/>
          <p14:tracePt t="69697" x="3408363" y="2068513"/>
          <p14:tracePt t="69703" x="3440113" y="2087563"/>
          <p14:tracePt t="69710" x="3476625" y="2106613"/>
          <p14:tracePt t="69731" x="3551238" y="2143125"/>
          <p14:tracePt t="69755" x="3619500" y="2211388"/>
          <p14:tracePt t="69769" x="3632200" y="2217738"/>
          <p14:tracePt t="69776" x="3657600" y="2243138"/>
          <p14:tracePt t="69784" x="3663950" y="2249488"/>
          <p14:tracePt t="69803" x="3675063" y="2279650"/>
          <p14:tracePt t="69816" x="3687763" y="2317750"/>
          <p14:tracePt t="69835" x="3687763" y="2366963"/>
          <p14:tracePt t="69848" x="3675063" y="2422525"/>
          <p14:tracePt t="69865" x="3657600" y="2465388"/>
          <p14:tracePt t="69881" x="3632200" y="2497138"/>
          <p14:tracePt t="69899" x="3606800" y="2520950"/>
          <p14:tracePt t="69915" x="3589338" y="2540000"/>
          <p14:tracePt t="69931" x="3508375" y="2582863"/>
          <p14:tracePt t="69934" x="3470275" y="2601913"/>
          <p14:tracePt t="69955" x="3359150" y="2620963"/>
          <p14:tracePt t="69968" x="3254375" y="2644775"/>
          <p14:tracePt t="69976" x="3205163" y="2644775"/>
          <p14:tracePt t="69986" x="3148013" y="2644775"/>
          <p14:tracePt t="70015" x="2981325" y="2644775"/>
          <p14:tracePt t="70027" x="2820988" y="2644775"/>
          <p14:tracePt t="70040" x="2652713" y="2644775"/>
          <p14:tracePt t="70054" x="2565400" y="2644775"/>
          <p14:tracePt t="70062" x="2447925" y="2644775"/>
          <p14:tracePt t="70075" x="2379663" y="2644775"/>
          <p14:tracePt t="70088" x="2262188" y="2644775"/>
          <p14:tracePt t="70110" x="2212975" y="2644775"/>
          <p14:tracePt t="70115" x="2181225" y="2644775"/>
          <p14:tracePt t="70126" x="2170113" y="2644775"/>
          <p14:tracePt t="70139" x="2163763" y="2644775"/>
          <p14:tracePt t="70151" x="2151063" y="2633663"/>
          <p14:tracePt t="70166" x="2144713" y="2633663"/>
          <p14:tracePt t="70171" x="2125663" y="2627313"/>
          <p14:tracePt t="70188" x="2112963" y="2614613"/>
          <p14:tracePt t="70198" x="2108200" y="2614613"/>
          <p14:tracePt t="70211" x="2089150" y="2601913"/>
          <p14:tracePt t="70217" x="2082800" y="2601913"/>
          <p14:tracePt t="70230" x="2076450" y="2589213"/>
          <p14:tracePt t="70238" x="2070100" y="2582863"/>
          <p14:tracePt t="70241" x="2063750" y="2582863"/>
          <p14:tracePt t="70248" x="2057400" y="2582863"/>
          <p14:tracePt t="70256" x="2044700" y="2576513"/>
          <p14:tracePt t="70264" x="2039938" y="2576513"/>
          <p14:tracePt t="70282" x="2033588" y="2576513"/>
          <p14:tracePt t="70299" x="2027238" y="2576513"/>
          <p14:tracePt t="70303" x="2027238" y="2571750"/>
          <p14:tracePt t="70316" x="2020888" y="2571750"/>
          <p14:tracePt t="70364" x="2014538" y="2571750"/>
          <p14:tracePt t="70455" x="2008188" y="2571750"/>
          <p14:tracePt t="70464" x="2001838" y="2571750"/>
          <p14:tracePt t="70473" x="1989138" y="2571750"/>
          <p14:tracePt t="70488" x="1982788" y="2571750"/>
          <p14:tracePt t="70506" x="1978025" y="2576513"/>
          <p14:tracePt t="70528" x="1971675" y="2576513"/>
          <p14:tracePt t="70611" x="1965325" y="2576513"/>
          <p14:tracePt t="70642" x="1958975" y="2576513"/>
          <p14:tracePt t="70650" x="1933575" y="2576513"/>
          <p14:tracePt t="70664" x="1914525" y="2576513"/>
          <p14:tracePt t="70674" x="1897063" y="2571750"/>
          <p14:tracePt t="70682" x="1878013" y="2565400"/>
          <p14:tracePt t="70688" x="1858963" y="2565400"/>
          <p14:tracePt t="70696" x="1852613" y="2552700"/>
          <p14:tracePt t="70703" x="1847850" y="2552700"/>
          <p14:tracePt t="70717" x="1835150" y="2552700"/>
          <p14:tracePt t="70723" x="1816100" y="2552700"/>
          <p14:tracePt t="70734" x="1790700" y="2552700"/>
          <p14:tracePt t="70742" x="1779588" y="2552700"/>
          <p14:tracePt t="70755" x="1760538" y="2552700"/>
          <p14:tracePt t="70766" x="1735138" y="2552700"/>
          <p14:tracePt t="70776" x="1704975" y="2559050"/>
          <p14:tracePt t="70790" x="1660525" y="2559050"/>
          <p14:tracePt t="70798" x="1643063" y="2565400"/>
          <p14:tracePt t="70807" x="1617663" y="2565400"/>
          <p14:tracePt t="70820" x="1592263" y="2565400"/>
          <p14:tracePt t="70833" x="1536700" y="2576513"/>
          <p14:tracePt t="70849" x="1493838" y="2582863"/>
          <p14:tracePt t="70855" x="1468438" y="2582863"/>
          <p14:tracePt t="70869" x="1450975" y="2582863"/>
          <p14:tracePt t="70875" x="1425575" y="2595563"/>
          <p14:tracePt t="70889" x="1382713" y="2595563"/>
          <p14:tracePt t="70901" x="1376363" y="2595563"/>
          <p14:tracePt t="70909" x="1357313" y="2601913"/>
          <p14:tracePt t="70915" x="1350963" y="2601913"/>
          <p14:tracePt t="70929" x="1344613" y="2601913"/>
          <p14:tracePt t="70946" x="1338263" y="2601913"/>
          <p14:tracePt t="70966" x="1331913" y="2601913"/>
          <p14:tracePt t="71020" x="1331913" y="2608263"/>
          <p14:tracePt t="71129" x="1338263" y="2608263"/>
          <p14:tracePt t="71138" x="1363663" y="2608263"/>
          <p14:tracePt t="71151" x="1419225" y="2589213"/>
          <p14:tracePt t="71171" x="1500188" y="2576513"/>
          <p14:tracePt t="71178" x="1549400" y="2576513"/>
          <p14:tracePt t="71184" x="1574800" y="2576513"/>
          <p14:tracePt t="71198" x="1611313" y="2576513"/>
          <p14:tracePt t="71212" x="1673225" y="2571750"/>
          <p14:tracePt t="71218" x="1722438" y="2571750"/>
          <p14:tracePt t="71225" x="1773238" y="2571750"/>
          <p14:tracePt t="71230" x="1841500" y="2571750"/>
          <p14:tracePt t="71240" x="1958975" y="2559050"/>
          <p14:tracePt t="71250" x="2057400" y="2559050"/>
          <p14:tracePt t="71265" x="2225675" y="2546350"/>
          <p14:tracePt t="71283" x="2392363" y="2546350"/>
          <p14:tracePt t="71290" x="2509838" y="2533650"/>
          <p14:tracePt t="71297" x="2609850" y="2533650"/>
          <p14:tracePt t="71302" x="2714625" y="2520950"/>
          <p14:tracePt t="71316" x="2795588" y="2520950"/>
          <p14:tracePt t="71326" x="2820988" y="2520950"/>
          <p14:tracePt t="71332" x="2870200" y="2520950"/>
          <p14:tracePt t="71336" x="2906713" y="2520950"/>
          <p14:tracePt t="71348" x="2938463" y="2520950"/>
          <p14:tracePt t="71360" x="2951163" y="2520950"/>
          <p14:tracePt t="71375" x="2974975" y="2520950"/>
          <p14:tracePt t="71382" x="2981325" y="2520950"/>
          <p14:tracePt t="71397" x="2987675" y="2520950"/>
          <p14:tracePt t="71415" x="3000375" y="2520950"/>
          <p14:tracePt t="71432" x="3006725" y="2520950"/>
          <p14:tracePt t="71447" x="3017838" y="2520950"/>
          <p14:tracePt t="71463" x="3024188" y="2520950"/>
          <p14:tracePt t="71473" x="3036888" y="2520950"/>
          <p14:tracePt t="71483" x="3043238" y="2520950"/>
          <p14:tracePt t="71500" x="3068638" y="2527300"/>
          <p14:tracePt t="71506" x="3079750" y="2527300"/>
          <p14:tracePt t="71521" x="3136900" y="2540000"/>
          <p14:tracePt t="71532" x="3160713" y="2540000"/>
          <p14:tracePt t="71539" x="3192463" y="2546350"/>
          <p14:tracePt t="71549" x="3228975" y="2546350"/>
          <p14:tracePt t="71553" x="3241675" y="2546350"/>
          <p14:tracePt t="71563" x="3278188" y="2546350"/>
          <p14:tracePt t="71571" x="3303588" y="2546350"/>
          <p14:tracePt t="71588" x="3359150" y="2546350"/>
          <p14:tracePt t="71609" x="3403600" y="2546350"/>
          <p14:tracePt t="71618" x="3433763" y="2546350"/>
          <p14:tracePt t="71629" x="3452813" y="2546350"/>
          <p14:tracePt t="71646" x="3482975" y="2546350"/>
          <p14:tracePt t="71658" x="3527425" y="2559050"/>
          <p14:tracePt t="71666" x="3551238" y="2559050"/>
          <p14:tracePt t="71683" x="3576638" y="2565400"/>
          <p14:tracePt t="71687" x="3582988" y="2565400"/>
          <p14:tracePt t="71699" x="3589338" y="2565400"/>
          <p14:tracePt t="71717" x="3595688" y="2565400"/>
          <p14:tracePt t="71738" x="3600450" y="2565400"/>
          <p14:tracePt t="71752" x="3606800" y="2565400"/>
          <p14:tracePt t="71756" x="3625850" y="2565400"/>
          <p14:tracePt t="71768" x="3644900" y="2565400"/>
          <p14:tracePt t="71775" x="3651250" y="2565400"/>
          <p14:tracePt t="71790" x="3668713" y="2565400"/>
          <p14:tracePt t="71805" x="3700463" y="2559050"/>
          <p14:tracePt t="71817" x="3725863" y="2559050"/>
          <p14:tracePt t="71835" x="3743325" y="2559050"/>
          <p14:tracePt t="71840" x="3749675" y="2559050"/>
          <p14:tracePt t="71846" x="3768725" y="2559050"/>
          <p14:tracePt t="71868" x="3787775" y="2559050"/>
          <p14:tracePt t="71882" x="3805238" y="2559050"/>
          <p14:tracePt t="71887" x="3849688" y="2559050"/>
          <p14:tracePt t="71895" x="3873500" y="2559050"/>
          <p14:tracePt t="71905" x="3892550" y="2559050"/>
          <p14:tracePt t="71910" x="3917950" y="2559050"/>
          <p14:tracePt t="71924" x="3941763" y="2559050"/>
          <p14:tracePt t="71932" x="3960813" y="2559050"/>
          <p14:tracePt t="71937" x="3986213" y="2559050"/>
          <p14:tracePt t="71944" x="4003675" y="2565400"/>
          <p14:tracePt t="71950" x="4010025" y="2565400"/>
          <p14:tracePt t="71964" x="4022725" y="2565400"/>
          <p14:tracePt t="71977" x="4029075" y="2571750"/>
          <p14:tracePt t="71994" x="4035425" y="2571750"/>
          <p14:tracePt t="72008" x="4048125" y="2571750"/>
          <p14:tracePt t="72019" x="4052888" y="2571750"/>
          <p14:tracePt t="72025" x="4059238" y="2571750"/>
          <p14:tracePt t="72040" x="4065588" y="2571750"/>
          <p14:tracePt t="72050" x="4071938" y="2571750"/>
          <p14:tracePt t="72056" x="4078288" y="2571750"/>
          <p14:tracePt t="72075" x="4078288" y="2565400"/>
          <p14:tracePt t="72097" x="4084638" y="2565400"/>
          <p14:tracePt t="72113" x="4097338" y="2565400"/>
          <p14:tracePt t="72130" x="4103688" y="2565400"/>
          <p14:tracePt t="72148" x="4110038" y="2565400"/>
          <p14:tracePt t="72160" x="4116388" y="2565400"/>
          <p14:tracePt t="72169" x="4121150" y="2565400"/>
          <p14:tracePt t="72185" x="4133850" y="2565400"/>
          <p14:tracePt t="72200" x="4152900" y="2565400"/>
          <p14:tracePt t="72208" x="4159250" y="2565400"/>
          <p14:tracePt t="72224" x="4165600" y="2565400"/>
          <p14:tracePt t="72248" x="4171950" y="2565400"/>
          <p14:tracePt t="72272" x="4178300" y="2565400"/>
          <p14:tracePt t="72289" x="4183063" y="2565400"/>
          <p14:tracePt t="72315" x="4195763" y="2565400"/>
          <p14:tracePt t="72340" x="4202113" y="2565400"/>
          <p14:tracePt t="72360" x="4208463" y="2565400"/>
          <p14:tracePt t="72369" x="4214813" y="2565400"/>
          <p14:tracePt t="72384" x="4221163" y="2565400"/>
          <p14:tracePt t="72404" x="4233863" y="2571750"/>
          <p14:tracePt t="72416" x="4246563" y="2571750"/>
          <p14:tracePt t="72433" x="4251325" y="2571750"/>
          <p14:tracePt t="72442" x="4257675" y="2571750"/>
          <p14:tracePt t="72458" x="4270375" y="2571750"/>
          <p14:tracePt t="72466" x="4276725" y="2571750"/>
          <p14:tracePt t="72479" x="4283075" y="2571750"/>
          <p14:tracePt t="72484" x="4295775" y="2571750"/>
          <p14:tracePt t="72488" x="4302125" y="2565400"/>
          <p14:tracePt t="72495" x="4308475" y="2565400"/>
          <p14:tracePt t="72506" x="4313238" y="2565400"/>
          <p14:tracePt t="72519" x="4319588" y="2565400"/>
          <p14:tracePt t="72522" x="4325938" y="2552700"/>
          <p14:tracePt t="72534" x="4332288" y="2552700"/>
          <p14:tracePt t="72552" x="4344988" y="2552700"/>
          <p14:tracePt t="72569" x="4351338" y="2552700"/>
          <p14:tracePt t="72621" x="4357688" y="2552700"/>
          <p14:tracePt t="72647" x="4364038" y="2552700"/>
          <p14:tracePt t="72666" x="4370388" y="2552700"/>
          <p14:tracePt t="72679" x="4381500" y="2552700"/>
          <p14:tracePt t="72689" x="4387850" y="2552700"/>
          <p14:tracePt t="72695" x="4400550" y="2552700"/>
          <p14:tracePt t="72705" x="4406900" y="2552700"/>
          <p14:tracePt t="72718" x="4413250" y="2552700"/>
          <p14:tracePt t="72733" x="4432300" y="2552700"/>
          <p14:tracePt t="72752" x="4462463" y="2552700"/>
          <p14:tracePt t="72771" x="4487863" y="2552700"/>
          <p14:tracePt t="72785" x="4537075" y="2552700"/>
          <p14:tracePt t="72801" x="4579938" y="2552700"/>
          <p14:tracePt t="72808" x="4592638" y="2552700"/>
          <p14:tracePt t="72818" x="4624388" y="2552700"/>
          <p14:tracePt t="72822" x="4648200" y="2552700"/>
          <p14:tracePt t="72835" x="4660900" y="2552700"/>
          <p14:tracePt t="72841" x="4692650" y="2552700"/>
          <p14:tracePt t="72849" x="4716463" y="2552700"/>
          <p14:tracePt t="72864" x="4741863" y="2552700"/>
          <p14:tracePt t="72877" x="4797425" y="2552700"/>
          <p14:tracePt t="72884" x="4810125" y="2552700"/>
          <p14:tracePt t="72891" x="4840288" y="2552700"/>
          <p14:tracePt t="72903" x="4852988" y="2552700"/>
          <p14:tracePt t="72914" x="4884738" y="2552700"/>
          <p14:tracePt t="72928" x="4891088" y="2552700"/>
          <p14:tracePt t="72939" x="4921250" y="2552700"/>
          <p14:tracePt t="72964" x="4940300" y="2546350"/>
          <p14:tracePt t="72969" x="4946650" y="2546350"/>
          <p14:tracePt t="72977" x="5008563" y="2540000"/>
          <p14:tracePt t="72988" x="5021263" y="2540000"/>
          <p14:tracePt t="73002" x="5038725" y="2527300"/>
          <p14:tracePt t="73016" x="5070475" y="2527300"/>
          <p14:tracePt t="73035" x="5113338" y="2520950"/>
          <p14:tracePt t="73041" x="5138738" y="2520950"/>
          <p14:tracePt t="73055" x="5156200" y="2520950"/>
          <p14:tracePt t="73058" x="5194300" y="2508250"/>
          <p14:tracePt t="73068" x="5219700" y="2508250"/>
          <p14:tracePt t="73083" x="5262563" y="2503488"/>
          <p14:tracePt t="73088" x="5281613" y="2503488"/>
          <p14:tracePt t="73100" x="5299075" y="2490788"/>
          <p14:tracePt t="73118" x="5330825" y="2490788"/>
          <p14:tracePt t="73131" x="5343525" y="2490788"/>
          <p14:tracePt t="73139" x="5367338" y="2484438"/>
          <p14:tracePt t="73151" x="5380038" y="2484438"/>
          <p14:tracePt t="73155" x="5399088" y="2484438"/>
          <p14:tracePt t="73159" x="5411788" y="2484438"/>
          <p14:tracePt t="73169" x="5429250" y="2484438"/>
          <p14:tracePt t="73183" x="5435600" y="2484438"/>
          <p14:tracePt t="73201" x="5484813" y="2484438"/>
          <p14:tracePt t="73218" x="5503863" y="2484438"/>
          <p14:tracePt t="73234" x="5529263" y="2484438"/>
          <p14:tracePt t="73251" x="5541963" y="2484438"/>
          <p14:tracePt t="73257" x="5553075" y="2484438"/>
          <p14:tracePt t="73268" x="5559425" y="2484438"/>
          <p14:tracePt t="73284" x="5572125" y="2484438"/>
          <p14:tracePt t="73294" x="5578475" y="2484438"/>
          <p14:tracePt t="73302" x="5584825" y="2484438"/>
          <p14:tracePt t="73320" x="5591175" y="2484438"/>
          <p14:tracePt t="73334" x="5597525" y="2484438"/>
          <p14:tracePt t="73349" x="5610225" y="2484438"/>
          <p14:tracePt t="73369" x="5621338" y="2484438"/>
          <p14:tracePt t="73384" x="5634038" y="2484438"/>
          <p14:tracePt t="73400" x="5640388" y="2484438"/>
          <p14:tracePt t="73416" x="5659438" y="2484438"/>
          <p14:tracePt t="73433" x="5672138" y="2484438"/>
          <p14:tracePt t="73450" x="5689600" y="2484438"/>
          <p14:tracePt t="73458" x="5702300" y="2484438"/>
          <p14:tracePt t="73466" x="5708650" y="2484438"/>
          <p14:tracePt t="73475" x="5721350" y="2484438"/>
          <p14:tracePt t="73488" x="5745163" y="2484438"/>
          <p14:tracePt t="73500" x="5757863" y="2484438"/>
          <p14:tracePt t="73518" x="5783263" y="2484438"/>
          <p14:tracePt t="73522" x="5795963" y="2484438"/>
          <p14:tracePt t="73533" x="5813425" y="2484438"/>
          <p14:tracePt t="73539" x="5819775" y="2484438"/>
          <p14:tracePt t="73551" x="5832475" y="2484438"/>
          <p14:tracePt t="73565" x="5851525" y="2484438"/>
          <p14:tracePt t="73575" x="5864225" y="2484438"/>
          <p14:tracePt t="73583" x="5868988" y="2484438"/>
          <p14:tracePt t="73601" x="5881688" y="2484438"/>
          <p14:tracePt t="73616" x="5894388" y="2484438"/>
          <p14:tracePt t="73633" x="5907088" y="2484438"/>
          <p14:tracePt t="73642" x="5913438" y="2484438"/>
          <p14:tracePt t="73651" x="5919788" y="2484438"/>
          <p14:tracePt t="73661" x="5926138" y="2484438"/>
          <p14:tracePt t="73666" x="5943600" y="2484438"/>
          <p14:tracePt t="73673" x="5949950" y="2484438"/>
          <p14:tracePt t="73687" x="5962650" y="2484438"/>
          <p14:tracePt t="73701" x="5975350" y="2484438"/>
          <p14:tracePt t="73716" x="5994400" y="2497138"/>
          <p14:tracePt t="73734" x="5999163" y="2497138"/>
          <p14:tracePt t="73738" x="6005513" y="2497138"/>
          <p14:tracePt t="73742" x="6018213" y="2497138"/>
          <p14:tracePt t="73756" x="6030913" y="2497138"/>
          <p14:tracePt t="73769" x="6043613" y="2497138"/>
          <p14:tracePt t="73780" x="6049963" y="2497138"/>
          <p14:tracePt t="73786" x="6056313" y="2497138"/>
          <p14:tracePt t="73801" x="6062663" y="2497138"/>
          <p14:tracePt t="73814" x="6080125" y="2497138"/>
          <p14:tracePt t="73831" x="6086475" y="2497138"/>
          <p14:tracePt t="73848" x="6092825" y="2497138"/>
          <p14:tracePt t="73860" x="6099175" y="2497138"/>
          <p14:tracePt t="73877" x="6105525" y="2497138"/>
          <p14:tracePt t="73896" x="6111875" y="2497138"/>
          <p14:tracePt t="73909" x="6129338" y="2497138"/>
          <p14:tracePt t="73919" x="6148388" y="2497138"/>
          <p14:tracePt t="73939" x="6180138" y="2497138"/>
          <p14:tracePt t="73951" x="6197600" y="2503488"/>
          <p14:tracePt t="73956" x="6216650" y="2503488"/>
          <p14:tracePt t="73971" x="6265863" y="2508250"/>
          <p14:tracePt t="73988" x="6323013" y="2520950"/>
          <p14:tracePt t="73997" x="6346825" y="2520950"/>
          <p14:tracePt t="74002" x="6378575" y="2520950"/>
          <p14:tracePt t="74014" x="6402388" y="2520950"/>
          <p14:tracePt t="74024" x="6440488" y="2527300"/>
          <p14:tracePt t="74033" x="6526213" y="2527300"/>
          <p14:tracePt t="74050" x="6588125" y="2527300"/>
          <p14:tracePt t="74054" x="6626225" y="2527300"/>
          <p14:tracePt t="74067" x="6675438" y="2527300"/>
          <p14:tracePt t="74072" x="6731000" y="2527300"/>
          <p14:tracePt t="74080" x="6780213" y="2527300"/>
          <p14:tracePt t="74086" x="6805613" y="2527300"/>
          <p14:tracePt t="74095" x="6842125" y="2527300"/>
          <p14:tracePt t="74105" x="6880225" y="2527300"/>
          <p14:tracePt t="74119" x="6935788" y="2527300"/>
          <p14:tracePt t="74129" x="6961188" y="2527300"/>
          <p14:tracePt t="74135" x="6978650" y="2527300"/>
          <p14:tracePt t="74148" x="6991350" y="2527300"/>
          <p14:tracePt t="74156" x="7029450" y="2527300"/>
          <p14:tracePt t="74167" x="7072313" y="2527300"/>
          <p14:tracePt t="74177" x="7091363" y="2527300"/>
          <p14:tracePt t="74184" x="7102475" y="2527300"/>
          <p14:tracePt t="74195" x="7121525" y="2527300"/>
          <p14:tracePt t="74209" x="7153275" y="2527300"/>
          <p14:tracePt t="74213" x="7177088" y="2527300"/>
          <p14:tracePt t="74226" x="7196138" y="2527300"/>
          <p14:tracePt t="74234" x="7221538" y="2527300"/>
          <p14:tracePt t="74256" x="7258050" y="2527300"/>
          <p14:tracePt t="74266" x="7283450" y="2527300"/>
          <p14:tracePt t="74283" x="7313613" y="2527300"/>
          <p14:tracePt t="74288" x="7332663" y="2527300"/>
          <p14:tracePt t="74300" x="7339013" y="2527300"/>
          <p14:tracePt t="74302" x="7358063" y="2527300"/>
          <p14:tracePt t="74318" x="7388225" y="2527300"/>
          <p14:tracePt t="74331" x="7400925" y="2527300"/>
          <p14:tracePt t="74336" x="7407275" y="2527300"/>
          <p14:tracePt t="74344" x="7413625" y="2527300"/>
          <p14:tracePt t="74354" x="7424738" y="2527300"/>
          <p14:tracePt t="74368" x="7456488" y="2527300"/>
          <p14:tracePt t="74385" x="7488238" y="2527300"/>
          <p14:tracePt t="74400" x="7499350" y="2527300"/>
          <p14:tracePt t="74419" x="7505700" y="2527300"/>
          <p14:tracePt t="74632" x="7493000" y="2533650"/>
          <p14:tracePt t="74642" x="7424738" y="2565400"/>
          <p14:tracePt t="74657" x="7319963" y="2576513"/>
          <p14:tracePt t="74669" x="7202488" y="2589213"/>
          <p14:tracePt t="74674" x="7072313" y="2601913"/>
          <p14:tracePt t="74679" x="6923088" y="2614613"/>
          <p14:tracePt t="74699" x="6718300" y="2633663"/>
          <p14:tracePt t="74708" x="6310313" y="2644775"/>
          <p14:tracePt t="74715" x="6037263" y="2644775"/>
          <p14:tracePt t="74721" x="5770563" y="2644775"/>
          <p14:tracePt t="74728" x="5497513" y="2644775"/>
          <p14:tracePt t="74738" x="5224463" y="2644775"/>
          <p14:tracePt t="74748" x="4878388" y="2663825"/>
          <p14:tracePt t="74755" x="4543425" y="2663825"/>
          <p14:tracePt t="74765" x="4240213" y="2663825"/>
          <p14:tracePt t="74769" x="3967163" y="2663825"/>
          <p14:tracePt t="74777" x="3694113" y="2663825"/>
          <p14:tracePt t="74785" x="3459163" y="2663825"/>
          <p14:tracePt t="74800" x="2906713" y="2676525"/>
          <p14:tracePt t="74821" x="2503488" y="2676525"/>
          <p14:tracePt t="74824" x="2355850" y="2676525"/>
          <p14:tracePt t="74834" x="2193925" y="2676525"/>
          <p14:tracePt t="74850" x="1958975" y="2676525"/>
          <p14:tracePt t="74866" x="1809750" y="2689225"/>
          <p14:tracePt t="74872" x="1722438" y="2689225"/>
          <p14:tracePt t="74889" x="1604963" y="2700338"/>
          <p14:tracePt t="74894" x="1555750" y="2700338"/>
          <p14:tracePt t="74909" x="1481138" y="2713038"/>
          <p14:tracePt t="74919" x="1431925" y="2713038"/>
          <p14:tracePt t="74927" x="1344613" y="2713038"/>
          <p14:tracePt t="74934" x="1327150" y="2713038"/>
          <p14:tracePt t="74944" x="1289050" y="2713038"/>
          <p14:tracePt t="74967" x="1265238" y="2713038"/>
          <p14:tracePt t="74980" x="1246188" y="2713038"/>
          <p14:tracePt t="74987" x="1239838" y="2713038"/>
          <p14:tracePt t="75001" x="1227138" y="2713038"/>
          <p14:tracePt t="75022" x="1208088" y="2713038"/>
          <p14:tracePt t="75035" x="1196975" y="2713038"/>
          <p14:tracePt t="75057" x="1177925" y="2713038"/>
          <p14:tracePt t="75099" x="1171575" y="2713038"/>
          <p14:tracePt t="75155" x="1171575" y="2719388"/>
          <p14:tracePt t="75203" x="1184275" y="2725738"/>
          <p14:tracePt t="75215" x="1214438" y="2725738"/>
          <p14:tracePt t="75224" x="1220788" y="2725738"/>
          <p14:tracePt t="75242" x="1246188" y="2725738"/>
          <p14:tracePt t="75255" x="1252538" y="2725738"/>
          <p14:tracePt t="75260" x="1258888" y="2725738"/>
          <p14:tracePt t="75277" x="1289050" y="2725738"/>
          <p14:tracePt t="75284" x="1295400" y="2725738"/>
          <p14:tracePt t="75292" x="1314450" y="2725738"/>
          <p14:tracePt t="75297" x="1320800" y="2725738"/>
          <p14:tracePt t="75305" x="1327150" y="2725738"/>
          <p14:tracePt t="75319" x="1338263" y="2725738"/>
          <p14:tracePt t="75771" x="1338263" y="2719388"/>
          <p14:tracePt t="76634" x="1338263" y="2713038"/>
          <p14:tracePt t="76644" x="1331913" y="2706688"/>
          <p14:tracePt t="76650" x="1327150" y="2700338"/>
          <p14:tracePt t="76669" x="1320800" y="2689225"/>
          <p14:tracePt t="76690" x="1320800" y="2682875"/>
          <p14:tracePt t="76708" x="1314450" y="2682875"/>
          <p14:tracePt t="76803" x="1308100" y="2682875"/>
          <p14:tracePt t="76867" x="1295400" y="2682875"/>
          <p14:tracePt t="77058" x="1289050" y="2682875"/>
          <p14:tracePt t="77342" x="1282700" y="2682875"/>
          <p14:tracePt t="77357" x="1276350" y="2682875"/>
          <p14:tracePt t="77379" x="1270000" y="2682875"/>
          <p14:tracePt t="77413" x="1265238" y="2682875"/>
          <p14:tracePt t="77435" x="1258888" y="2682875"/>
          <p14:tracePt t="77464" x="1246188" y="2682875"/>
          <p14:tracePt t="77532" x="1239838" y="2682875"/>
          <p14:tracePt t="77564" x="1233488" y="2682875"/>
          <p14:tracePt t="77578" x="1227138" y="2682875"/>
          <p14:tracePt t="77722" x="1227138" y="2676525"/>
          <p14:tracePt t="77733" x="1227138" y="2670175"/>
          <p14:tracePt t="77747" x="1227138" y="2657475"/>
          <p14:tracePt t="77768" x="1227138" y="2633663"/>
          <p14:tracePt t="77782" x="1239838" y="2627313"/>
          <p14:tracePt t="77800" x="1252538" y="2608263"/>
          <p14:tracePt t="77808" x="1270000" y="2582863"/>
          <p14:tracePt t="77819" x="1289050" y="2571750"/>
          <p14:tracePt t="77831" x="1314450" y="2552700"/>
          <p14:tracePt t="77836" x="1327150" y="2546350"/>
          <p14:tracePt t="77841" x="1350963" y="2520950"/>
          <p14:tracePt t="77861" x="1438275" y="2459038"/>
          <p14:tracePt t="77872" x="1506538" y="2409825"/>
          <p14:tracePt t="77885" x="1562100" y="2373313"/>
          <p14:tracePt t="77890" x="1649413" y="2322513"/>
          <p14:tracePt t="77893" x="1754188" y="2273300"/>
          <p14:tracePt t="77904" x="1890713" y="2187575"/>
          <p14:tracePt t="77920" x="2249488" y="2025650"/>
          <p14:tracePt t="77940" x="2708275" y="1809750"/>
          <p14:tracePt t="77952" x="3273425" y="1560513"/>
          <p14:tracePt t="77970" x="3817938" y="1393825"/>
          <p14:tracePt t="77987" x="4618038" y="1208088"/>
          <p14:tracePt t="78003" x="5491163" y="1077913"/>
          <p14:tracePt t="78010" x="5875338" y="1041400"/>
          <p14:tracePt t="78018" x="6229350" y="996950"/>
          <p14:tracePt t="78029" x="6613525" y="960438"/>
          <p14:tracePt t="78034" x="6961188" y="941388"/>
          <p14:tracePt t="78037" x="7208838" y="922338"/>
          <p14:tracePt t="78048" x="7443788" y="922338"/>
          <p14:tracePt t="78055" x="7605713" y="922338"/>
          <p14:tracePt t="78068" x="7810500" y="922338"/>
          <p14:tracePt t="78084" x="8175625" y="922338"/>
          <p14:tracePt t="78088" x="8293100" y="922338"/>
          <p14:tracePt t="78102" x="8572500" y="941388"/>
          <p14:tracePt t="78115" x="8658225" y="954088"/>
          <p14:tracePt t="78121" x="8726488" y="966788"/>
          <p14:tracePt t="78131" x="8783638" y="979488"/>
          <p14:tracePt t="78139" x="8807450" y="984250"/>
          <p14:tracePt t="78156" x="8826500" y="996950"/>
          <p14:tracePt t="78159" x="8845550" y="1003300"/>
          <p14:tracePt t="78170" x="8863013" y="1022350"/>
          <p14:tracePt t="78185" x="8882063" y="1047750"/>
          <p14:tracePt t="78191" x="8894763" y="1058863"/>
          <p14:tracePt t="78202" x="8913813" y="1077913"/>
          <p14:tracePt t="78221" x="8943975" y="1120775"/>
          <p14:tracePt t="78231" x="8975725" y="1165225"/>
          <p14:tracePt t="78237" x="9055100" y="1295400"/>
          <p14:tracePt t="78246" x="9105900" y="1368425"/>
          <p14:tracePt t="78266" x="9142413" y="1412875"/>
          <p14:tracePt t="78280" x="9197975" y="1474788"/>
          <p14:tracePt t="78286" x="9259888" y="1524000"/>
          <p14:tracePt t="78302" x="9334500" y="1585913"/>
          <p14:tracePt t="78318" x="9656763" y="1827213"/>
          <p14:tracePt t="78337" x="9855200" y="1957388"/>
          <p14:tracePt t="78352" x="10034588" y="2074863"/>
          <p14:tracePt t="78371" x="10220325" y="2205038"/>
          <p14:tracePt t="78379" x="10277475" y="2254250"/>
          <p14:tracePt t="78387" x="10294938" y="2266950"/>
          <p14:tracePt t="78399" x="10313988" y="2286000"/>
          <p14:tracePt t="78409" x="10339388" y="2322513"/>
          <p14:tracePt t="78418" x="10350500" y="2335213"/>
          <p14:tracePt t="78432" x="10350500" y="2354263"/>
          <p14:tracePt t="78449" x="10350500" y="2360613"/>
          <p14:tracePt t="78458" x="10344150" y="2360613"/>
          <p14:tracePt t="78470" x="10339388" y="2360613"/>
          <p14:tracePt t="78485" x="10333038" y="2366963"/>
          <p14:tracePt t="78519" x="10326688" y="2366963"/>
          <p14:tracePt t="78544" x="10326688" y="2373313"/>
          <p14:tracePt t="78610" x="10320338" y="2373313"/>
          <p14:tracePt t="78621" x="10320338" y="2379663"/>
          <p14:tracePt t="78624" x="10320338" y="2384425"/>
          <p14:tracePt t="78631" x="10320338" y="2403475"/>
          <p14:tracePt t="78644" x="10320338" y="2416175"/>
          <p14:tracePt t="78648" x="10320338" y="2435225"/>
          <p14:tracePt t="78655" x="10320338" y="2441575"/>
          <p14:tracePt t="78669" x="10320338" y="2452688"/>
          <p14:tracePt t="78678" x="10320338" y="2465388"/>
          <p14:tracePt t="78684" x="10313988" y="2471738"/>
          <p14:tracePt t="78700" x="10307638" y="2471738"/>
          <p14:tracePt t="78705" x="10307638" y="2478088"/>
          <p14:tracePt t="78711" x="10294938" y="2478088"/>
          <p14:tracePt t="78719" x="10288588" y="2478088"/>
          <p14:tracePt t="78734" x="10282238" y="2478088"/>
          <p14:tracePt t="78745" x="10252075" y="2478088"/>
          <p14:tracePt t="78754" x="10239375" y="2478088"/>
          <p14:tracePt t="78766" x="10220325" y="2478088"/>
          <p14:tracePt t="78772" x="10202863" y="2465388"/>
          <p14:tracePt t="78785" x="10177463" y="2459038"/>
          <p14:tracePt t="78790" x="10164763" y="2452688"/>
          <p14:tracePt t="78803" x="10147300" y="2441575"/>
          <p14:tracePt t="78819" x="10102850" y="2416175"/>
          <p14:tracePt t="78826" x="10072688" y="2397125"/>
          <p14:tracePt t="78833" x="10066338" y="2390775"/>
          <p14:tracePt t="78840" x="10034588" y="2373313"/>
          <p14:tracePt t="78846" x="10017125" y="2366963"/>
          <p14:tracePt t="78857" x="9998075" y="2354263"/>
          <p14:tracePt t="78869" x="9955213" y="2328863"/>
          <p14:tracePt t="78884" x="9936163" y="2317750"/>
          <p14:tracePt t="78887" x="9923463" y="2311400"/>
          <p14:tracePt t="78900" x="9910763" y="2311400"/>
          <p14:tracePt t="78906" x="9904413" y="2305050"/>
          <p14:tracePt t="78920" x="9886950" y="2298700"/>
          <p14:tracePt t="78938" x="9867900" y="2292350"/>
          <p14:tracePt t="78953" x="9855200" y="2292350"/>
          <p14:tracePt t="78969" x="9848850" y="2292350"/>
          <p14:tracePt t="78986" x="9836150" y="2292350"/>
          <p14:tracePt t="79007" x="9825038" y="2292350"/>
          <p14:tracePt t="79015" x="9812338" y="2279650"/>
          <p14:tracePt t="79031" x="9799638" y="2279650"/>
          <p14:tracePt t="79039" x="9780588" y="2286000"/>
          <p14:tracePt t="79063" x="9725025" y="2292350"/>
          <p14:tracePt t="79076" x="9705975" y="2305050"/>
          <p14:tracePt t="79084" x="9688513" y="2311400"/>
          <p14:tracePt t="79088" x="9682163" y="2311400"/>
          <p14:tracePt t="79097" x="9675813" y="2311400"/>
          <p14:tracePt t="79110" x="9669463" y="2317750"/>
          <p14:tracePt t="79160" x="9663113" y="2317750"/>
          <p14:tracePt t="79281" x="9663113" y="2311400"/>
          <p14:tracePt t="79295" x="9682163" y="2292350"/>
          <p14:tracePt t="79311" x="9799638" y="2168525"/>
          <p14:tracePt t="79319" x="9855200" y="2130425"/>
          <p14:tracePt t="79329" x="9917113" y="2081213"/>
          <p14:tracePt t="79337" x="9991725" y="2032000"/>
          <p14:tracePt t="79347" x="10066338" y="1982788"/>
          <p14:tracePt t="79355" x="10121900" y="1938338"/>
          <p14:tracePt t="79362" x="10196513" y="1882775"/>
          <p14:tracePt t="79368" x="10288588" y="1833563"/>
          <p14:tracePt t="79376" x="10363200" y="1784350"/>
          <p14:tracePt t="79385" x="10388600" y="1765300"/>
          <p14:tracePt t="79393" x="10444163" y="1735138"/>
          <p14:tracePt t="79409" x="10480675" y="1716088"/>
          <p14:tracePt t="79415" x="10493375" y="1709738"/>
          <p14:tracePt t="79429" x="10512425" y="1703388"/>
          <p14:tracePt t="79434" x="10518775" y="1690688"/>
          <p14:tracePt t="79447" x="10542588" y="1679575"/>
          <p14:tracePt t="79456" x="10542588" y="1673225"/>
          <p14:tracePt t="79468" x="10548938" y="1666875"/>
          <p14:tracePt t="79474" x="10548938" y="1660525"/>
          <p14:tracePt t="79481" x="10548938" y="1647825"/>
          <p14:tracePt t="79562" x="10548938" y="1654175"/>
          <p14:tracePt t="79574" x="10542588" y="1703388"/>
          <p14:tracePt t="79585" x="10537825" y="1741488"/>
          <p14:tracePt t="79603" x="10499725" y="1871663"/>
          <p14:tracePt t="79610" x="10487025" y="1938338"/>
          <p14:tracePt t="79623" x="10480675" y="1976438"/>
          <p14:tracePt t="79634" x="10407650" y="2106613"/>
          <p14:tracePt t="79643" x="10363200" y="2168525"/>
          <p14:tracePt t="79652" x="10313988" y="2224088"/>
          <p14:tracePt t="79657" x="10271125" y="2266950"/>
          <p14:tracePt t="79661" x="10226675" y="2305050"/>
          <p14:tracePt t="79671" x="10196513" y="2322513"/>
          <p14:tracePt t="79686" x="10171113" y="2322513"/>
          <p14:tracePt t="79704" x="10134600" y="2328863"/>
          <p14:tracePt t="79720" x="10128250" y="2328863"/>
          <p14:tracePt t="79742" x="10121900" y="2328863"/>
          <p14:tracePt t="79771" x="10115550" y="2328863"/>
          <p14:tracePt t="79784" x="10115550" y="2322513"/>
          <p14:tracePt t="79794" x="10109200" y="2292350"/>
          <p14:tracePt t="79802" x="10109200" y="2266950"/>
          <p14:tracePt t="79806" x="10109200" y="2224088"/>
          <p14:tracePt t="79820" x="10134600" y="2168525"/>
          <p14:tracePt t="79834" x="10171113" y="2100263"/>
          <p14:tracePt t="79839" x="10190163" y="2063750"/>
          <p14:tracePt t="79856" x="10252075" y="2006600"/>
          <p14:tracePt t="79869" x="10277475" y="1995488"/>
          <p14:tracePt t="79876" x="10301288" y="1976438"/>
          <p14:tracePt t="79892" x="10412413" y="1944688"/>
          <p14:tracePt t="79896" x="10469563" y="1933575"/>
          <p14:tracePt t="79902" x="10518775" y="1933575"/>
          <p14:tracePt t="79920" x="10642600" y="1938338"/>
          <p14:tracePt t="79935" x="10772775" y="2025650"/>
          <p14:tracePt t="79955" x="10890250" y="2205038"/>
          <p14:tracePt t="79970" x="10971213" y="2446338"/>
          <p14:tracePt t="79988" x="10995025" y="2633663"/>
          <p14:tracePt t="79995" x="10995025" y="2713038"/>
          <p14:tracePt t="80002" x="10995025" y="2762250"/>
          <p14:tracePt t="80016" x="10990263" y="2794000"/>
          <p14:tracePt t="80021" x="10964863" y="2806700"/>
          <p14:tracePt t="80031" x="10939463" y="2819400"/>
          <p14:tracePt t="80039" x="10915650" y="2819400"/>
          <p14:tracePt t="80052" x="10890250" y="2819400"/>
          <p14:tracePt t="80068" x="10809288" y="2813050"/>
          <p14:tracePt t="80072" x="10760075" y="2794000"/>
          <p14:tracePt t="80079" x="10704513" y="2757488"/>
          <p14:tracePt t="80091" x="10642600" y="2706688"/>
          <p14:tracePt t="80101" x="10537825" y="2589213"/>
          <p14:tracePt t="80118" x="10444163" y="2409825"/>
          <p14:tracePt t="80135" x="10394950" y="2266950"/>
          <p14:tracePt t="80153" x="10382250" y="2181225"/>
          <p14:tracePt t="80160" x="10382250" y="2081213"/>
          <p14:tracePt t="80176" x="10382250" y="1901825"/>
          <p14:tracePt t="80191" x="10431463" y="1728788"/>
          <p14:tracePt t="80208" x="10487025" y="1690688"/>
          <p14:tracePt t="80218" x="10499725" y="1690688"/>
          <p14:tracePt t="80228" x="10537825" y="1690688"/>
          <p14:tracePt t="80235" x="10604500" y="1716088"/>
          <p14:tracePt t="80242" x="10668000" y="1778000"/>
          <p14:tracePt t="80258" x="10791825" y="1944688"/>
          <p14:tracePt t="80271" x="10958513" y="2224088"/>
          <p14:tracePt t="80280" x="11033125" y="2397125"/>
          <p14:tracePt t="80294" x="11088688" y="2533650"/>
          <p14:tracePt t="80302" x="11137900" y="2768600"/>
          <p14:tracePt t="80320" x="11150600" y="2905125"/>
          <p14:tracePt t="80335" x="11144250" y="2930525"/>
          <p14:tracePt t="80351" x="11125200" y="2936875"/>
          <p14:tracePt t="80370" x="11095038" y="2936875"/>
          <p14:tracePt t="80384" x="11033125" y="2917825"/>
          <p14:tracePt t="80399" x="10922000" y="2794000"/>
          <p14:tracePt t="80418" x="10890250" y="2738438"/>
          <p14:tracePt t="80435" x="10815638" y="2589213"/>
          <p14:tracePt t="80442" x="10734675" y="2366963"/>
          <p14:tracePt t="80448" x="10698163" y="2230438"/>
          <p14:tracePt t="80456" x="10668000" y="2100263"/>
          <p14:tracePt t="80470" x="10642600" y="1995488"/>
          <p14:tracePt t="80474" x="10629900" y="1908175"/>
          <p14:tracePt t="80478" x="10629900" y="1858963"/>
          <p14:tracePt t="80489" x="10629900" y="1833563"/>
          <p14:tracePt t="80493" x="10629900" y="1809750"/>
          <p14:tracePt t="80509" x="10629900" y="1797050"/>
          <p14:tracePt t="80519" x="10668000" y="1784350"/>
          <p14:tracePt t="80526" x="10672763" y="1784350"/>
          <p14:tracePt t="80535" x="10698163" y="1784350"/>
          <p14:tracePt t="80543" x="10710863" y="1797050"/>
          <p14:tracePt t="80552" x="10753725" y="1827213"/>
          <p14:tracePt t="80569" x="10864850" y="1957388"/>
          <p14:tracePt t="80584" x="10952163" y="2125663"/>
          <p14:tracePt t="80603" x="11020425" y="2311400"/>
          <p14:tracePt t="80620" x="11026775" y="2465388"/>
          <p14:tracePt t="80629" x="11026775" y="2533650"/>
          <p14:tracePt t="80636" x="11020425" y="2552700"/>
          <p14:tracePt t="80642" x="11001375" y="2571750"/>
          <p14:tracePt t="80653" x="10971213" y="2595563"/>
          <p14:tracePt t="80665" x="10890250" y="2627313"/>
          <p14:tracePt t="80674" x="10864850" y="2627313"/>
          <p14:tracePt t="80685" x="10841038" y="2627313"/>
          <p14:tracePt t="80695" x="10821988" y="2627313"/>
          <p14:tracePt t="80702" x="10809288" y="2627313"/>
          <p14:tracePt t="80720" x="10779125" y="2608263"/>
          <p14:tracePt t="80735" x="10741025" y="2546350"/>
          <p14:tracePt t="80741" x="10734675" y="2520950"/>
          <p14:tracePt t="80761" x="10723563" y="2471738"/>
          <p14:tracePt t="80771" x="10710863" y="2335213"/>
          <p14:tracePt t="80786" x="10710863" y="2205038"/>
          <p14:tracePt t="80790" x="10747375" y="2051050"/>
          <p14:tracePt t="80801" x="10815638" y="1914525"/>
          <p14:tracePt t="80817" x="10926763" y="1765300"/>
          <p14:tracePt t="80835" x="11075988" y="1679575"/>
          <p14:tracePt t="80842" x="11131550" y="1654175"/>
          <p14:tracePt t="80851" x="11182350" y="1654175"/>
          <p14:tracePt t="80859" x="11237913" y="1673225"/>
          <p14:tracePt t="80867" x="11299825" y="1722438"/>
          <p14:tracePt t="80881" x="11361738" y="1778000"/>
          <p14:tracePt t="80887" x="11479213" y="1976438"/>
          <p14:tracePt t="80895" x="11547475" y="2100263"/>
          <p14:tracePt t="80910" x="11583988" y="2217738"/>
          <p14:tracePt t="80926" x="11596688" y="2322513"/>
          <p14:tracePt t="80938" x="11609388" y="2422525"/>
          <p14:tracePt t="80941" x="11609388" y="2503488"/>
          <p14:tracePt t="80953" x="11603038" y="2571750"/>
          <p14:tracePt t="80972" x="11560175" y="2689225"/>
          <p14:tracePt t="80985" x="11460163" y="2762250"/>
          <p14:tracePt t="81003" x="11312525" y="2813050"/>
          <p14:tracePt t="81019" x="11156950" y="2836863"/>
          <p14:tracePt t="81023" x="11095038" y="2836863"/>
          <p14:tracePt t="81035" x="11033125" y="2806700"/>
          <p14:tracePt t="81040" x="10990263" y="2762250"/>
          <p14:tracePt t="81048" x="10939463" y="2689225"/>
          <p14:tracePt t="81054" x="10883900" y="2582863"/>
          <p14:tracePt t="81076" x="10821988" y="2328863"/>
          <p14:tracePt t="81087" x="10779125" y="2093913"/>
          <p14:tracePt t="81102" x="10779125" y="1865313"/>
          <p14:tracePt t="81121" x="10779125" y="1709738"/>
          <p14:tracePt t="81135" x="10809288" y="1604963"/>
          <p14:tracePt t="81154" x="10853738" y="1573213"/>
          <p14:tracePt t="81165" x="10864850" y="1573213"/>
          <p14:tracePt t="81169" x="10883900" y="1566863"/>
          <p14:tracePt t="81178" x="10909300" y="1566863"/>
          <p14:tracePt t="81186" x="10939463" y="1566863"/>
          <p14:tracePt t="81201" x="10990263" y="1579563"/>
          <p14:tracePt t="81210" x="11088688" y="1647825"/>
          <p14:tracePt t="81217" x="11137900" y="1697038"/>
          <p14:tracePt t="81223" x="11163300" y="1722438"/>
          <p14:tracePt t="81232" x="11212513" y="1797050"/>
          <p14:tracePt t="81241" x="11250613" y="1889125"/>
          <p14:tracePt t="81251" x="11306175" y="1995488"/>
          <p14:tracePt t="81255" x="11342688" y="2093913"/>
          <p14:tracePt t="81269" x="11385550" y="2217738"/>
          <p14:tracePt t="81286" x="11417300" y="2373313"/>
          <p14:tracePt t="81299" x="11430000" y="2441575"/>
          <p14:tracePt t="81317" x="11423650" y="2508250"/>
          <p14:tracePt t="81323" x="11404600" y="2520950"/>
          <p14:tracePt t="81332" x="11374438" y="2527300"/>
          <p14:tracePt t="81342" x="11312525" y="2540000"/>
          <p14:tracePt t="81351" x="11287125" y="2540000"/>
          <p14:tracePt t="81368" x="11101388" y="2465388"/>
          <p14:tracePt t="81386" x="10890250" y="2322513"/>
          <p14:tracePt t="81402" x="10668000" y="2100263"/>
          <p14:tracePt t="81408" x="10574338" y="1963738"/>
          <p14:tracePt t="81423" x="10407650" y="1703388"/>
          <p14:tracePt t="81439" x="10350500" y="1598613"/>
          <p14:tracePt t="81448" x="10313988" y="1425575"/>
          <p14:tracePt t="81454" x="10307638" y="1357313"/>
          <p14:tracePt t="81463" x="10307638" y="1301750"/>
          <p14:tracePt t="81472" x="10320338" y="1276350"/>
          <p14:tracePt t="81486" x="10333038" y="1257300"/>
          <p14:tracePt t="81490" x="10350500" y="1238250"/>
          <p14:tracePt t="81493" x="10382250" y="1233488"/>
          <p14:tracePt t="81503" x="10394950" y="1233488"/>
          <p14:tracePt t="81519" x="10425113" y="1233488"/>
          <p14:tracePt t="81539" x="10518775" y="1282700"/>
          <p14:tracePt t="81550" x="10599738" y="1357313"/>
          <p14:tracePt t="81562" x="10723563" y="1524000"/>
          <p14:tracePt t="81568" x="10791825" y="1617663"/>
          <p14:tracePt t="81579" x="10871200" y="1741488"/>
          <p14:tracePt t="81586" x="10939463" y="1876425"/>
          <p14:tracePt t="81600" x="10995025" y="2012950"/>
          <p14:tracePt t="81607" x="11088688" y="2266950"/>
          <p14:tracePt t="81616" x="11101388" y="2354263"/>
          <p14:tracePt t="81625" x="11114088" y="2441575"/>
          <p14:tracePt t="81635" x="11125200" y="2490788"/>
          <p14:tracePt t="81651" x="11114088" y="2540000"/>
          <p14:tracePt t="81672" x="11063288" y="2565400"/>
          <p14:tracePt t="81680" x="11045825" y="2571750"/>
          <p14:tracePt t="81686" x="11020425" y="2571750"/>
          <p14:tracePt t="81695" x="10995025" y="2571750"/>
          <p14:tracePt t="81704" x="10958513" y="2571750"/>
          <p14:tracePt t="81723" x="10877550" y="2552700"/>
          <p14:tracePt t="81727" x="10834688" y="2520950"/>
          <p14:tracePt t="81736" x="10791825" y="2459038"/>
          <p14:tracePt t="81751" x="10741025" y="2384425"/>
          <p14:tracePt t="81768" x="10691813" y="2205038"/>
          <p14:tracePt t="81788" x="10668000" y="2019300"/>
          <p14:tracePt t="81792" x="10655300" y="1951038"/>
          <p14:tracePt t="81812" x="10655300" y="1814513"/>
          <p14:tracePt t="81819" x="10655300" y="1765300"/>
          <p14:tracePt t="81829" x="10668000" y="1746250"/>
          <p14:tracePt t="81835" x="10685463" y="1728788"/>
          <p14:tracePt t="81841" x="10704513" y="1722438"/>
          <p14:tracePt t="81860" x="10753725" y="1722438"/>
          <p14:tracePt t="81868" x="10772775" y="1722438"/>
          <p14:tracePt t="81873" x="10798175" y="1722438"/>
          <p14:tracePt t="81882" x="10841038" y="1746250"/>
          <p14:tracePt t="81888" x="10883900" y="1790700"/>
          <p14:tracePt t="81900" x="10926763" y="1820863"/>
          <p14:tracePt t="81906" x="10990263" y="1895475"/>
          <p14:tracePt t="81910" x="11088688" y="2019300"/>
          <p14:tracePt t="81922" x="11182350" y="2143125"/>
          <p14:tracePt t="81935" x="11336338" y="2403475"/>
          <p14:tracePt t="81953" x="11442700" y="2614613"/>
          <p14:tracePt t="81970" x="11504613" y="2774950"/>
          <p14:tracePt t="81975" x="11510963" y="2806700"/>
          <p14:tracePt t="81986" x="11510963" y="2819400"/>
          <p14:tracePt t="82005" x="11510963" y="2843213"/>
          <p14:tracePt t="82012" x="11510963" y="2849563"/>
          <p14:tracePt t="82018" x="11510963" y="2855913"/>
          <p14:tracePt t="82030" x="11498263" y="2855913"/>
          <p14:tracePt t="82036" x="11479213" y="2855913"/>
          <p14:tracePt t="82053" x="11391900" y="2855913"/>
          <p14:tracePt t="82069" x="11349038" y="2855913"/>
          <p14:tracePt t="82073" x="11293475" y="2819400"/>
          <p14:tracePt t="82078" x="11231563" y="2768600"/>
          <p14:tracePt t="82088" x="11156950" y="2695575"/>
          <p14:tracePt t="82103" x="11095038" y="2608263"/>
          <p14:tracePt t="82120" x="11001375" y="2416175"/>
          <p14:tracePt t="82139" x="10896600" y="2155825"/>
          <p14:tracePt t="82154" x="10815638" y="1901825"/>
          <p14:tracePt t="82171" x="10747375" y="1690688"/>
          <p14:tracePt t="82174" x="10734675" y="1611313"/>
          <p14:tracePt t="82187" x="10723563" y="1536700"/>
          <p14:tracePt t="82192" x="10723563" y="1474788"/>
          <p14:tracePt t="82201" x="10729913" y="1455738"/>
          <p14:tracePt t="82221" x="10753725" y="1430338"/>
          <p14:tracePt t="82227" x="10779125" y="1430338"/>
          <p14:tracePt t="82235" x="10798175" y="1430338"/>
          <p14:tracePt t="82245" x="10821988" y="1430338"/>
          <p14:tracePt t="82249" x="10841038" y="1443038"/>
          <p14:tracePt t="82257" x="10864850" y="1468438"/>
          <p14:tracePt t="82270" x="10933113" y="1543050"/>
          <p14:tracePt t="82273" x="10952163" y="1598613"/>
          <p14:tracePt t="82278" x="11007725" y="1690688"/>
          <p14:tracePt t="82286" x="11056938" y="1809750"/>
          <p14:tracePt t="82306" x="11169650" y="2057400"/>
          <p14:tracePt t="82323" x="11231563" y="2230438"/>
          <p14:tracePt t="82338" x="11231563" y="2279650"/>
          <p14:tracePt t="82344" x="11231563" y="2317750"/>
          <p14:tracePt t="82353" x="11225213" y="2347913"/>
          <p14:tracePt t="82361" x="11206163" y="2366963"/>
          <p14:tracePt t="82369" x="11199813" y="2379663"/>
          <p14:tracePt t="82385" x="11169650" y="2397125"/>
          <p14:tracePt t="82402" x="11144250" y="2403475"/>
          <p14:tracePt t="82419" x="11107738" y="2416175"/>
          <p14:tracePt t="82423" x="11095038" y="2416175"/>
          <p14:tracePt t="82430" x="11075988" y="2416175"/>
          <p14:tracePt t="82444" x="11026775" y="2397125"/>
          <p14:tracePt t="82448" x="10983913" y="2366963"/>
          <p14:tracePt t="82460" x="10952163" y="2322513"/>
          <p14:tracePt t="82472" x="10909300" y="2230438"/>
          <p14:tracePt t="82483" x="10871200" y="2143125"/>
          <p14:tracePt t="82501" x="10834688" y="2025650"/>
          <p14:tracePt t="82512" x="10809288" y="1901825"/>
          <p14:tracePt t="82519" x="10779125" y="1752600"/>
          <p14:tracePt t="82534" x="10753725" y="1566863"/>
          <p14:tracePt t="82538" x="10734675" y="1436688"/>
          <p14:tracePt t="82545" x="10723563" y="1301750"/>
          <p14:tracePt t="82554" x="10723563" y="1189038"/>
          <p14:tracePt t="82570" x="10723563" y="1077913"/>
          <p14:tracePt t="82574" x="10741025" y="1077913"/>
          <p14:tracePt t="82591" x="10747375" y="1077913"/>
          <p14:tracePt t="82602" x="10760075" y="1077913"/>
          <p14:tracePt t="82608" x="10779125" y="1084263"/>
          <p14:tracePt t="82618" x="10798175" y="1109663"/>
          <p14:tracePt t="82629" x="10841038" y="1189038"/>
          <p14:tracePt t="82649" x="10890250" y="1289050"/>
          <p14:tracePt t="82655" x="10926763" y="1357313"/>
          <p14:tracePt t="82676" x="11014075" y="1504950"/>
          <p14:tracePt t="82681" x="11020425" y="1530350"/>
          <p14:tracePt t="82693" x="11039475" y="1573213"/>
          <p14:tracePt t="82702" x="11039475" y="1604963"/>
          <p14:tracePt t="82721" x="11045825" y="1635125"/>
          <p14:tracePt t="82736" x="11045825" y="1647825"/>
          <p14:tracePt t="82793" x="11033125" y="1635125"/>
          <p14:tracePt t="82805" x="11014075" y="1617663"/>
          <p14:tracePt t="82810" x="10995025" y="1573213"/>
          <p14:tracePt t="82819" x="10958513" y="1517650"/>
          <p14:tracePt t="82825" x="10926763" y="1474788"/>
          <p14:tracePt t="82834" x="10909300" y="1436688"/>
          <p14:tracePt t="82845" x="10864850" y="1374775"/>
          <p14:tracePt t="82854" x="10847388" y="1344613"/>
          <p14:tracePt t="82871" x="10809288" y="1289050"/>
          <p14:tracePt t="82878" x="10779125" y="1263650"/>
          <p14:tracePt t="82888" x="10760075" y="1233488"/>
          <p14:tracePt t="82903" x="10729913" y="1201738"/>
          <p14:tracePt t="82911" x="10717213" y="1189038"/>
          <p14:tracePt t="82919" x="10704513" y="1182688"/>
          <p14:tracePt t="82936" x="10698163" y="1182688"/>
          <p14:tracePt t="83056" x="10691813" y="1201738"/>
          <p14:tracePt t="83068" x="10691813" y="1208088"/>
          <p14:tracePt t="83082" x="10691813" y="1233488"/>
          <p14:tracePt t="83088" x="10691813" y="1244600"/>
          <p14:tracePt t="83094" x="10691813" y="1250950"/>
          <p14:tracePt t="83106" x="10691813" y="1257300"/>
          <p14:tracePt t="83119" x="10691813" y="1263650"/>
          <p14:tracePt t="83200" x="10704513" y="1257300"/>
          <p14:tracePt t="83211" x="10723563" y="1250950"/>
          <p14:tracePt t="83225" x="10741025" y="1250950"/>
          <p14:tracePt t="83230" x="10791825" y="1250950"/>
          <p14:tracePt t="83241" x="10828338" y="1250950"/>
          <p14:tracePt t="83253" x="10847388" y="1250950"/>
          <p14:tracePt t="83261" x="10871200" y="1250950"/>
          <p14:tracePt t="83268" x="10896600" y="1250950"/>
          <p14:tracePt t="83272" x="10922000" y="1250950"/>
          <p14:tracePt t="83282" x="10939463" y="1250950"/>
          <p14:tracePt t="83288" x="10958513" y="1250950"/>
          <p14:tracePt t="83297" x="10971213" y="1257300"/>
          <p14:tracePt t="83306" x="10990263" y="1270000"/>
          <p14:tracePt t="83320" x="11014075" y="1282700"/>
          <p14:tracePt t="83385" x="11014075" y="1289050"/>
          <p14:tracePt t="83402" x="11007725" y="1289050"/>
          <p14:tracePt t="83417" x="10990263" y="1289050"/>
          <p14:tracePt t="83430" x="10983913" y="1289050"/>
          <p14:tracePt t="83449" x="10977563" y="1289050"/>
          <p14:tracePt t="83502" x="10977563" y="1282700"/>
          <p14:tracePt t="83540" x="10977563" y="1276350"/>
          <p14:tracePt t="83578" x="10990263" y="1282700"/>
          <p14:tracePt t="83588" x="10995025" y="1301750"/>
          <p14:tracePt t="83591" x="10995025" y="1306513"/>
          <p14:tracePt t="83601" x="10995025" y="1325563"/>
          <p14:tracePt t="83621" x="10995025" y="1331913"/>
          <p14:tracePt t="83625" x="10990263" y="1338263"/>
          <p14:tracePt t="83635" x="10983913" y="1344613"/>
          <p14:tracePt t="83639" x="10983913" y="1350963"/>
          <p14:tracePt t="83652" x="10971213" y="1350963"/>
          <p14:tracePt t="83659" x="10964863" y="1350963"/>
          <p14:tracePt t="83667" x="10952163" y="1350963"/>
          <p14:tracePt t="83675" x="10933113" y="1350963"/>
          <p14:tracePt t="83680" x="10915650" y="1344613"/>
          <p14:tracePt t="83698" x="10853738" y="1312863"/>
          <p14:tracePt t="83703" x="10821988" y="1295400"/>
          <p14:tracePt t="83715" x="10798175" y="1276350"/>
          <p14:tracePt t="83729" x="10717213" y="1233488"/>
          <p14:tracePt t="83739" x="10698163" y="1220788"/>
          <p14:tracePt t="83754" x="10661650" y="1189038"/>
          <p14:tracePt t="83770" x="10648950" y="1182688"/>
          <p14:tracePt t="83873" x="10661650" y="1201738"/>
          <p14:tracePt t="83887" x="10661650" y="1208088"/>
          <p14:tracePt t="83897" x="10672763" y="1220788"/>
          <p14:tracePt t="83904" x="10672763" y="1227138"/>
          <p14:tracePt t="83916" x="10685463" y="1227138"/>
          <p14:tracePt t="84041" x="10679113" y="1227138"/>
          <p14:tracePt t="84211" x="10685463" y="1227138"/>
          <p14:tracePt t="84224" x="10698163" y="1227138"/>
          <p14:tracePt t="84239" x="10717213" y="1227138"/>
          <p14:tracePt t="84250" x="10741025" y="1238250"/>
          <p14:tracePt t="84259" x="10760075" y="1244600"/>
          <p14:tracePt t="84272" x="10815638" y="1276350"/>
          <p14:tracePt t="84280" x="10828338" y="1282700"/>
          <p14:tracePt t="84289" x="10847388" y="1301750"/>
          <p14:tracePt t="84299" x="10864850" y="1306513"/>
          <p14:tracePt t="84306" x="10883900" y="1325563"/>
          <p14:tracePt t="84315" x="10890250" y="1325563"/>
          <p14:tracePt t="84369" x="10877550" y="1319213"/>
          <p14:tracePt t="84388" x="10860088" y="1301750"/>
          <p14:tracePt t="84392" x="10847388" y="1282700"/>
          <p14:tracePt t="84399" x="10828338" y="1257300"/>
          <p14:tracePt t="84409" x="10815638" y="1250950"/>
          <p14:tracePt t="84417" x="10798175" y="1233488"/>
          <p14:tracePt t="84428" x="10785475" y="1214438"/>
          <p14:tracePt t="84432" x="10779125" y="1208088"/>
          <p14:tracePt t="84441" x="10772775" y="1201738"/>
          <p14:tracePt t="84453" x="10766425" y="1182688"/>
          <p14:tracePt t="84470" x="10753725" y="1171575"/>
          <p14:tracePt t="84489" x="10753725" y="1158875"/>
          <p14:tracePt t="84538" x="10766425" y="1165225"/>
          <p14:tracePt t="84551" x="10809288" y="1182688"/>
          <p14:tracePt t="84563" x="10877550" y="1233488"/>
          <p14:tracePt t="84570" x="10902950" y="1250950"/>
          <p14:tracePt t="84587" x="10958513" y="1282700"/>
          <p14:tracePt t="84594" x="10990263" y="1301750"/>
          <p14:tracePt t="84602" x="11014075" y="1306513"/>
          <p14:tracePt t="84611" x="11033125" y="1306513"/>
          <p14:tracePt t="84620" x="11039475" y="1312863"/>
          <p14:tracePt t="84681" x="11039475" y="1306513"/>
          <p14:tracePt t="84692" x="11007725" y="1276350"/>
          <p14:tracePt t="84697" x="11001375" y="1270000"/>
          <p14:tracePt t="84705" x="10983913" y="1257300"/>
          <p14:tracePt t="84718" x="10977563" y="1244600"/>
          <p14:tracePt t="84725" x="10971213" y="1238250"/>
          <p14:tracePt t="84729" x="10964863" y="1238250"/>
          <p14:tracePt t="84737" x="10964863" y="1233488"/>
          <p14:tracePt t="84825" x="10964863" y="1238250"/>
          <p14:tracePt t="84837" x="10964863" y="1257300"/>
          <p14:tracePt t="84845" x="10964863" y="1270000"/>
          <p14:tracePt t="84851" x="10964863" y="1289050"/>
          <p14:tracePt t="84861" x="10964863" y="1306513"/>
          <p14:tracePt t="84870" x="10983913" y="1325563"/>
          <p14:tracePt t="84889" x="11007725" y="1368425"/>
          <p14:tracePt t="84899" x="11014075" y="1374775"/>
          <p14:tracePt t="84905" x="11026775" y="1381125"/>
          <p14:tracePt t="84989" x="11020425" y="1363663"/>
          <p14:tracePt t="85001" x="11014075" y="1350963"/>
          <p14:tracePt t="85012" x="11007725" y="1344613"/>
          <p14:tracePt t="85014" x="10990263" y="1325563"/>
          <p14:tracePt t="85022" x="10990263" y="1319213"/>
          <p14:tracePt t="85036" x="10977563" y="1312863"/>
          <p14:tracePt t="85044" x="10977563" y="1306513"/>
          <p14:tracePt t="85054" x="10971213" y="1306513"/>
          <p14:tracePt t="85161" x="10964863" y="1306513"/>
          <p14:tracePt t="85174" x="10952163" y="1289050"/>
          <p14:tracePt t="85179" x="10945813" y="1289050"/>
          <p14:tracePt t="85188" x="10939463" y="1282700"/>
          <p14:tracePt t="85199" x="10926763" y="1276350"/>
          <p14:tracePt t="85205" x="10922000" y="1270000"/>
          <p14:tracePt t="85215" x="10902950" y="1257300"/>
          <p14:tracePt t="85228" x="10890250" y="1250950"/>
          <p14:tracePt t="85235" x="10883900" y="1244600"/>
          <p14:tracePt t="85240" x="10877550" y="1244600"/>
          <p14:tracePt t="85310" x="10877550" y="1257300"/>
          <p14:tracePt t="85325" x="10896600" y="1301750"/>
          <p14:tracePt t="85336" x="10902950" y="1325563"/>
          <p14:tracePt t="85358" x="10922000" y="1368425"/>
          <p14:tracePt t="85362" x="10926763" y="1374775"/>
          <p14:tracePt t="85369" x="10933113" y="1381125"/>
          <p14:tracePt t="85374" x="10933113" y="1400175"/>
          <p14:tracePt t="85455" x="10915650" y="1381125"/>
          <p14:tracePt t="85465" x="10902950" y="1374775"/>
          <p14:tracePt t="85475" x="10883900" y="1357313"/>
          <p14:tracePt t="85488" x="10860088" y="1319213"/>
          <p14:tracePt t="85507" x="10821988" y="1263650"/>
          <p14:tracePt t="85523" x="10798175" y="1250950"/>
          <p14:tracePt t="85539" x="10760075" y="1227138"/>
          <p14:tracePt t="85544" x="10753725" y="1220788"/>
          <p14:tracePt t="85549" x="10747375" y="1214438"/>
          <p14:tracePt t="85616" x="10772775" y="1233488"/>
          <p14:tracePt t="85627" x="10815638" y="1250950"/>
          <p14:tracePt t="85637" x="10841038" y="1270000"/>
          <p14:tracePt t="85642" x="10883900" y="1301750"/>
          <p14:tracePt t="85652" x="10926763" y="1319213"/>
          <p14:tracePt t="85676" x="10995025" y="1374775"/>
          <p14:tracePt t="85685" x="11026775" y="1393825"/>
          <p14:tracePt t="85689" x="11045825" y="1400175"/>
          <p14:tracePt t="85699" x="11069638" y="1412875"/>
          <p14:tracePt t="85710" x="11095038" y="1419225"/>
          <p14:tracePt t="85721" x="11101388" y="1425575"/>
          <p14:tracePt t="85793" x="11095038" y="1425575"/>
          <p14:tracePt t="85809" x="11088688" y="1425575"/>
          <p14:tracePt t="85836" x="11088688" y="1436688"/>
          <p14:tracePt t="85851" x="11120438" y="1517650"/>
          <p14:tracePt t="85868" x="11156950" y="1579563"/>
          <p14:tracePt t="85876" x="11206163" y="1684338"/>
          <p14:tracePt t="85888" x="11293475" y="1846263"/>
          <p14:tracePt t="85914" x="11410950" y="2038350"/>
          <p14:tracePt t="85928" x="11560175" y="2366963"/>
          <p14:tracePt t="85936" x="11596688" y="2490788"/>
          <p14:tracePt t="85944" x="11609388" y="2559050"/>
          <p14:tracePt t="85968" x="11560175" y="2614613"/>
          <p14:tracePt t="85978" x="11534775" y="2614613"/>
          <p14:tracePt t="85992" x="11472863" y="2614613"/>
          <p14:tracePt t="86004" x="11436350" y="2614613"/>
          <p14:tracePt t="86008" x="11404600" y="2601913"/>
          <p14:tracePt t="86012" x="11380788" y="2589213"/>
          <p14:tracePt t="86022" x="11336338" y="2571750"/>
          <p14:tracePt t="86038" x="11312525" y="2559050"/>
          <p14:tracePt t="86041" x="11274425" y="2540000"/>
          <p14:tracePt t="86055" x="11163300" y="2497138"/>
          <p14:tracePt t="86068" x="11088688" y="2471738"/>
          <p14:tracePt t="86076" x="11014075" y="2446338"/>
          <p14:tracePt t="86080" x="10958513" y="2428875"/>
          <p14:tracePt t="86091" x="10902950" y="2403475"/>
          <p14:tracePt t="86102" x="10847388" y="2366963"/>
          <p14:tracePt t="86110" x="10809288" y="2335213"/>
          <p14:tracePt t="86127" x="10747375" y="2279650"/>
          <p14:tracePt t="86142" x="10704513" y="2217738"/>
          <p14:tracePt t="86152" x="10648950" y="2130425"/>
          <p14:tracePt t="86172" x="10604500" y="1995488"/>
          <p14:tracePt t="86177" x="10580688" y="1889125"/>
          <p14:tracePt t="86189" x="10567988" y="1820863"/>
          <p14:tracePt t="86191" x="10567988" y="1803400"/>
          <p14:tracePt t="86209" x="10610850" y="1797050"/>
          <p14:tracePt t="86220" x="10636250" y="1797050"/>
          <p14:tracePt t="86227" x="10704513" y="1833563"/>
          <p14:tracePt t="86234" x="10747375" y="1876425"/>
          <p14:tracePt t="86239" x="10828338" y="1970088"/>
          <p14:tracePt t="86250" x="10926763" y="2093913"/>
          <p14:tracePt t="86256" x="11007725" y="2217738"/>
          <p14:tracePt t="86270" x="11150600" y="2508250"/>
          <p14:tracePt t="86289" x="11199813" y="2732088"/>
          <p14:tracePt t="86305" x="11212513" y="2855913"/>
          <p14:tracePt t="86311" x="11212513" y="2881313"/>
          <p14:tracePt t="86325" x="11212513" y="2887663"/>
          <p14:tracePt t="86338" x="11212513" y="2892425"/>
          <p14:tracePt t="86348" x="11193463" y="2892425"/>
          <p14:tracePt t="86354" x="11182350" y="2892425"/>
          <p14:tracePt t="86368" x="11163300" y="2881313"/>
          <p14:tracePt t="86379" x="11075988" y="2800350"/>
          <p14:tracePt t="86387" x="11045825" y="2774950"/>
          <p14:tracePt t="86402" x="10995025" y="2700338"/>
          <p14:tracePt t="86407" x="10945813" y="2638425"/>
          <p14:tracePt t="86411" x="10883900" y="2520950"/>
          <p14:tracePt t="86417" x="10815638" y="2428875"/>
          <p14:tracePt t="86427" x="10766425" y="2335213"/>
          <p14:tracePt t="86437" x="10710863" y="2230438"/>
          <p14:tracePt t="86454" x="10610850" y="1938338"/>
          <p14:tracePt t="86472" x="10599738" y="1865313"/>
          <p14:tracePt t="86482" x="10599738" y="1852613"/>
          <p14:tracePt t="86488" x="10617200" y="1833563"/>
          <p14:tracePt t="86497" x="10648950" y="1814513"/>
          <p14:tracePt t="86505" x="10661650" y="1814513"/>
          <p14:tracePt t="86520" x="10741025" y="1803400"/>
          <p14:tracePt t="86536" x="10847388" y="1833563"/>
          <p14:tracePt t="86553" x="11033125" y="1963738"/>
          <p14:tracePt t="86559" x="11125200" y="2068513"/>
          <p14:tracePt t="86569" x="11225213" y="2192338"/>
          <p14:tracePt t="86579" x="11306175" y="2317750"/>
          <p14:tracePt t="86586" x="11361738" y="2435225"/>
          <p14:tracePt t="86592" x="11398250" y="2540000"/>
          <p14:tracePt t="86601" x="11423650" y="2627313"/>
          <p14:tracePt t="86613" x="11436350" y="2682875"/>
          <p14:tracePt t="86616" x="11436350" y="2695575"/>
          <p14:tracePt t="86625" x="11436350" y="2725738"/>
          <p14:tracePt t="86637" x="11436350" y="2732088"/>
          <p14:tracePt t="86656" x="11410950" y="2738438"/>
          <p14:tracePt t="86672" x="11342688" y="2738438"/>
          <p14:tracePt t="86691" x="11268075" y="2725738"/>
          <p14:tracePt t="86699" x="11212513" y="2700338"/>
          <p14:tracePt t="86705" x="11137900" y="2651125"/>
          <p14:tracePt t="86710" x="11063288" y="2601913"/>
          <p14:tracePt t="86721" x="10983913" y="2540000"/>
          <p14:tracePt t="86736" x="10828338" y="2384425"/>
          <p14:tracePt t="86755" x="10623550" y="2125663"/>
          <p14:tracePt t="86776" x="10444163" y="1741488"/>
          <p14:tracePt t="86799" x="10407650" y="1573213"/>
          <p14:tracePt t="86804" x="10401300" y="1517650"/>
          <p14:tracePt t="86819" x="10401300" y="1492250"/>
          <p14:tracePt t="86828" x="10456863" y="1455738"/>
          <p14:tracePt t="86835" x="10480675" y="1443038"/>
          <p14:tracePt t="86843" x="10531475" y="1443038"/>
          <p14:tracePt t="86852" x="10599738" y="1443038"/>
          <p14:tracePt t="86858" x="10655300" y="1449388"/>
          <p14:tracePt t="86864" x="10710863" y="1481138"/>
          <p14:tracePt t="86873" x="10753725" y="1517650"/>
          <p14:tracePt t="86889" x="10926763" y="1703388"/>
          <p14:tracePt t="86894" x="11026775" y="1827213"/>
          <p14:tracePt t="86904" x="11120438" y="1951038"/>
          <p14:tracePt t="86923" x="11261725" y="2230438"/>
          <p14:tracePt t="86931" x="11317288" y="2379663"/>
          <p14:tracePt t="86939" x="11355388" y="2503488"/>
          <p14:tracePt t="86945" x="11368088" y="2582863"/>
          <p14:tracePt t="86950" x="11380788" y="2670175"/>
          <p14:tracePt t="86958" x="11391900" y="2738438"/>
          <p14:tracePt t="86970" x="11385550" y="2768600"/>
          <p14:tracePt t="86988" x="11368088" y="2781300"/>
          <p14:tracePt t="86992" x="11349038" y="2794000"/>
          <p14:tracePt t="87007" x="11250613" y="2794000"/>
          <p14:tracePt t="87016" x="11176000" y="2774950"/>
          <p14:tracePt t="87030" x="11095038" y="2732088"/>
          <p14:tracePt t="87039" x="11020425" y="2682875"/>
          <p14:tracePt t="87049" x="10958513" y="2608263"/>
          <p14:tracePt t="87054" x="10896600" y="2546350"/>
          <p14:tracePt t="87067" x="10815638" y="2441575"/>
          <p14:tracePt t="87078" x="10734675" y="2317750"/>
          <p14:tracePt t="87087" x="10610850" y="2074863"/>
          <p14:tracePt t="87098" x="10555288" y="1920875"/>
          <p14:tracePt t="87112" x="10518775" y="1803400"/>
          <p14:tracePt t="87123" x="10493375" y="1647825"/>
          <p14:tracePt t="87127" x="10493375" y="1592263"/>
          <p14:tracePt t="87139" x="10493375" y="1543050"/>
          <p14:tracePt t="87143" x="10506075" y="1517650"/>
          <p14:tracePt t="87153" x="10525125" y="1498600"/>
          <p14:tracePt t="87172" x="10629900" y="1481138"/>
          <p14:tracePt t="87177" x="10668000" y="1481138"/>
          <p14:tracePt t="87188" x="10704513" y="1481138"/>
          <p14:tracePt t="87198" x="10798175" y="1524000"/>
          <p14:tracePt t="87214" x="10841038" y="1555750"/>
          <p14:tracePt t="87222" x="11033125" y="1771650"/>
          <p14:tracePt t="87234" x="11125200" y="1895475"/>
          <p14:tracePt t="87242" x="11231563" y="2057400"/>
          <p14:tracePt t="87250" x="11312525" y="2198688"/>
          <p14:tracePt t="87260" x="11368088" y="2317750"/>
          <p14:tracePt t="87265" x="11423650" y="2452688"/>
          <p14:tracePt t="87275" x="11447463" y="2559050"/>
          <p14:tracePt t="87279" x="11460163" y="2644775"/>
          <p14:tracePt t="87289" x="11460163" y="2670175"/>
          <p14:tracePt t="87304" x="11460163" y="2719388"/>
          <p14:tracePt t="87322" x="11430000" y="2751138"/>
          <p14:tracePt t="87327" x="11391900" y="2757488"/>
          <p14:tracePt t="87337" x="11368088" y="2757488"/>
          <p14:tracePt t="87355" x="11306175" y="2757488"/>
          <p14:tracePt t="87360" x="11255375" y="2757488"/>
          <p14:tracePt t="87366" x="11187113" y="2751138"/>
          <p14:tracePt t="87376" x="11131550" y="2732088"/>
          <p14:tracePt t="87387" x="11052175" y="2682875"/>
          <p14:tracePt t="87390" x="10977563" y="2633663"/>
          <p14:tracePt t="87403" x="10958513" y="2601913"/>
          <p14:tracePt t="87408" x="10902950" y="2533650"/>
          <p14:tracePt t="87422" x="10847388" y="2435225"/>
          <p14:tracePt t="87429" x="10809288" y="2347913"/>
          <p14:tracePt t="87452" x="10734675" y="2155825"/>
          <p14:tracePt t="87460" x="10710863" y="2068513"/>
          <p14:tracePt t="87464" x="10710863" y="2051050"/>
          <p14:tracePt t="87470" x="10710863" y="2012950"/>
          <p14:tracePt t="87487" x="10710863" y="1982788"/>
          <p14:tracePt t="87504" x="10734675" y="1976438"/>
          <p14:tracePt t="87523" x="10760075" y="1976438"/>
          <p14:tracePt t="87531" x="10798175" y="1976438"/>
          <p14:tracePt t="87538" x="10821988" y="1976438"/>
          <p14:tracePt t="87547" x="10853738" y="1989138"/>
          <p14:tracePt t="87558" x="10952163" y="2119313"/>
          <p14:tracePt t="87571" x="10990263" y="2174875"/>
          <p14:tracePt t="87588" x="11052175" y="2317750"/>
          <p14:tracePt t="87593" x="11088688" y="2422525"/>
          <p14:tracePt t="87605" x="11114088" y="2527300"/>
          <p14:tracePt t="87615" x="11137900" y="2663825"/>
          <p14:tracePt t="87632" x="11137900" y="2781300"/>
          <p14:tracePt t="87642" x="11125200" y="2813050"/>
          <p14:tracePt t="87654" x="11120438" y="2819400"/>
          <p14:tracePt t="87659" x="11101388" y="2836863"/>
          <p14:tracePt t="87671" x="11014075" y="2855913"/>
          <p14:tracePt t="87690" x="10902950" y="2868613"/>
          <p14:tracePt t="87709" x="10802938" y="2862263"/>
          <p14:tracePt t="87729" x="10610850" y="2744788"/>
          <p14:tracePt t="87736" x="10548938" y="2682875"/>
          <p14:tracePt t="87752" x="10499725" y="2608263"/>
          <p14:tracePt t="87760" x="10437813" y="2503488"/>
          <p14:tracePt t="87769" x="10363200" y="2347913"/>
          <p14:tracePt t="87780" x="10271125" y="2106613"/>
          <p14:tracePt t="87786" x="10245725" y="1989138"/>
          <p14:tracePt t="87791" x="10233025" y="1852613"/>
          <p14:tracePt t="87801" x="10220325" y="1752600"/>
          <p14:tracePt t="87813" x="10220325" y="1728788"/>
          <p14:tracePt t="87815" x="10239375" y="1697038"/>
          <p14:tracePt t="87821" x="10271125" y="1679575"/>
          <p14:tracePt t="87840" x="10333038" y="1660525"/>
          <p14:tracePt t="87854" x="10418763" y="1660525"/>
          <p14:tracePt t="87871" x="10506075" y="1697038"/>
          <p14:tracePt t="87888" x="10574338" y="1746250"/>
          <p14:tracePt t="87904" x="10685463" y="1908175"/>
          <p14:tracePt t="87921" x="10841038" y="2192338"/>
          <p14:tracePt t="87939" x="10896600" y="2341563"/>
          <p14:tracePt t="87954" x="10977563" y="2565400"/>
          <p14:tracePt t="87974" x="11001375" y="2695575"/>
          <p14:tracePt t="87978" x="11001375" y="2732088"/>
          <p14:tracePt t="87995" x="11001375" y="2757488"/>
          <p14:tracePt t="88004" x="10995025" y="2757488"/>
          <p14:tracePt t="88009" x="10977563" y="2757488"/>
          <p14:tracePt t="88014" x="10964863" y="2757488"/>
          <p14:tracePt t="88024" x="10945813" y="2757488"/>
          <p14:tracePt t="88042" x="10890250" y="2725738"/>
          <p14:tracePt t="88052" x="10847388" y="2689225"/>
          <p14:tracePt t="88065" x="10760075" y="2601913"/>
          <p14:tracePt t="88071" x="10710863" y="2540000"/>
          <p14:tracePt t="88079" x="10672763" y="2484438"/>
          <p14:tracePt t="88086" x="10636250" y="2409825"/>
          <p14:tracePt t="88097" x="10587038" y="2322513"/>
          <p14:tracePt t="88106" x="10548938" y="2230438"/>
          <p14:tracePt t="88121" x="10512425" y="2093913"/>
          <p14:tracePt t="88126" x="10506075" y="2038350"/>
          <p14:tracePt t="88136" x="10506075" y="2012950"/>
          <p14:tracePt t="88149" x="10506075" y="1989138"/>
          <p14:tracePt t="88157" x="10506075" y="1970088"/>
          <p14:tracePt t="88163" x="10506075" y="1951038"/>
          <p14:tracePt t="88178" x="10512425" y="1933575"/>
          <p14:tracePt t="88186" x="10518775" y="1933575"/>
          <p14:tracePt t="88198" x="10525125" y="1933575"/>
          <p14:tracePt t="88208" x="10537825" y="1933575"/>
          <p14:tracePt t="88224" x="10548938" y="1933575"/>
          <p14:tracePt t="88240" x="10587038" y="1989138"/>
          <p14:tracePt t="88253" x="10617200" y="2032000"/>
          <p14:tracePt t="88270" x="10655300" y="2130425"/>
          <p14:tracePt t="88279" x="10668000" y="2187575"/>
          <p14:tracePt t="88288" x="10672763" y="2243138"/>
          <p14:tracePt t="88295" x="10672763" y="2292350"/>
          <p14:tracePt t="88304" x="10685463" y="2360613"/>
          <p14:tracePt t="88320" x="10685463" y="2527300"/>
          <p14:tracePt t="88336" x="10685463" y="2663825"/>
          <p14:tracePt t="88353" x="10685463" y="2781300"/>
          <p14:tracePt t="88371" x="10672763" y="2874963"/>
          <p14:tracePt t="88388" x="10604500" y="2973388"/>
          <p14:tracePt t="88393" x="10555288" y="3035300"/>
          <p14:tracePt t="88403" x="10512425" y="3079750"/>
          <p14:tracePt t="88422" x="10190163" y="3276600"/>
          <p14:tracePt t="88442" x="9737725" y="3370263"/>
          <p14:tracePt t="88454" x="9396413" y="3389313"/>
          <p14:tracePt t="88478" x="8348663" y="3413125"/>
          <p14:tracePt t="88482" x="7772400" y="3413125"/>
          <p14:tracePt t="88490" x="7102475" y="3395663"/>
          <p14:tracePt t="88504" x="6389688" y="3344863"/>
          <p14:tracePt t="88511" x="5021263" y="3221038"/>
          <p14:tracePt t="88521" x="4370388" y="3146425"/>
          <p14:tracePt t="88537" x="2955925" y="2924175"/>
          <p14:tracePt t="88555" x="1536700" y="2651125"/>
          <p14:tracePt t="88565" x="911225" y="2533650"/>
          <p14:tracePt t="88574" x="415925" y="2416175"/>
          <p14:tracePt t="88867" x="354013" y="2862263"/>
          <p14:tracePt t="88882" x="508000" y="2898775"/>
          <p14:tracePt t="88898" x="614363" y="2911475"/>
          <p14:tracePt t="88925" x="693738" y="2911475"/>
          <p14:tracePt t="88935" x="731838" y="2911475"/>
          <p14:tracePt t="88944" x="774700" y="2911475"/>
          <p14:tracePt t="88953" x="793750" y="2911475"/>
          <p14:tracePt t="88970" x="806450" y="2911475"/>
          <p14:tracePt t="88987" x="830263" y="2905125"/>
          <p14:tracePt t="88995" x="836613" y="2905125"/>
          <p14:tracePt t="89003" x="849313" y="2892425"/>
          <p14:tracePt t="89013" x="855663" y="2892425"/>
          <p14:tracePt t="89024" x="874713" y="2887663"/>
          <p14:tracePt t="89035" x="898525" y="2881313"/>
          <p14:tracePt t="89046" x="1022350" y="2849563"/>
          <p14:tracePt t="89055" x="1047750" y="2849563"/>
          <p14:tracePt t="89074" x="1165225" y="2849563"/>
          <p14:tracePt t="89089" x="1363663" y="2849563"/>
          <p14:tracePt t="89095" x="1444625" y="2849563"/>
          <p14:tracePt t="89104" x="1543050" y="2849563"/>
          <p14:tracePt t="89121" x="1790700" y="2849563"/>
          <p14:tracePt t="89138" x="2008188" y="2855913"/>
          <p14:tracePt t="89147" x="2112963" y="2868613"/>
          <p14:tracePt t="89155" x="2193925" y="2868613"/>
          <p14:tracePt t="89165" x="2249488" y="2881313"/>
          <p14:tracePt t="89176" x="2330450" y="2887663"/>
          <p14:tracePt t="89190" x="2343150" y="2898775"/>
          <p14:tracePt t="89193" x="2362200" y="2905125"/>
          <p14:tracePt t="89203" x="2386013" y="2917825"/>
          <p14:tracePt t="89221" x="2405063" y="2930525"/>
          <p14:tracePt t="89238" x="2424113" y="2943225"/>
          <p14:tracePt t="89243" x="2430463" y="2954338"/>
          <p14:tracePt t="89252" x="2430463" y="2960688"/>
          <p14:tracePt t="89260" x="2430463" y="2967038"/>
          <p14:tracePt t="89282" x="2435225" y="2998788"/>
          <p14:tracePt t="89292" x="2435225" y="3011488"/>
          <p14:tracePt t="89303" x="2441575" y="3041650"/>
          <p14:tracePt t="89321" x="2460625" y="3090863"/>
          <p14:tracePt t="89337" x="2460625" y="3122613"/>
          <p14:tracePt t="89354" x="2479675" y="3171825"/>
          <p14:tracePt t="89371" x="2479675" y="3184525"/>
          <p14:tracePt t="89387" x="2479675" y="3197225"/>
          <p14:tracePt t="89432" x="2473325" y="3197225"/>
          <p14:tracePt t="89443" x="2466975" y="3197225"/>
          <p14:tracePt t="89454" x="2460625" y="3203575"/>
          <p14:tracePt t="89471" x="2447925" y="3203575"/>
          <p14:tracePt t="89691" x="2447925" y="3190875"/>
          <p14:tracePt t="89703" x="2447925" y="3184525"/>
          <p14:tracePt t="89729" x="2447925" y="3171825"/>
          <p14:tracePt t="89749" x="2447925" y="3165475"/>
          <p14:tracePt t="89784" x="2454275" y="3165475"/>
          <p14:tracePt t="89793" x="2466975" y="3165475"/>
          <p14:tracePt t="89804" x="2479675" y="3165475"/>
          <p14:tracePt t="89822" x="2535238" y="3152775"/>
          <p14:tracePt t="89830" x="2571750" y="3152775"/>
          <p14:tracePt t="89838" x="2609850" y="3146425"/>
          <p14:tracePt t="89849" x="2684463" y="3135313"/>
          <p14:tracePt t="89855" x="2733675" y="3135313"/>
          <p14:tracePt t="89864" x="2763838" y="3135313"/>
          <p14:tracePt t="89871" x="2801938" y="3135313"/>
          <p14:tracePt t="89888" x="2851150" y="3128963"/>
          <p14:tracePt t="89903" x="2900363" y="3128963"/>
          <p14:tracePt t="89928" x="2968625" y="3128963"/>
          <p14:tracePt t="89936" x="2974975" y="3128963"/>
          <p14:tracePt t="91090" x="2987675" y="3128963"/>
          <p14:tracePt t="91103" x="3006725" y="3128963"/>
          <p14:tracePt t="91122" x="3098800" y="3116263"/>
          <p14:tracePt t="91135" x="3124200" y="3116263"/>
          <p14:tracePt t="91149" x="3160713" y="3116263"/>
          <p14:tracePt t="91158" x="3241675" y="3116263"/>
          <p14:tracePt t="91170" x="3267075" y="3116263"/>
          <p14:tracePt t="91176" x="3284538" y="3116263"/>
          <p14:tracePt t="91182" x="3297238" y="3116263"/>
          <p14:tracePt t="91189" x="3316288" y="3116263"/>
          <p14:tracePt t="91204" x="3322638" y="3116263"/>
          <p14:tracePt t="91323" x="3316288" y="3116263"/>
          <p14:tracePt t="91349" x="3309938" y="3128963"/>
          <p14:tracePt t="91355" x="3297238" y="3128963"/>
          <p14:tracePt t="91369" x="3290888" y="3128963"/>
          <p14:tracePt t="91382" x="3278188" y="3128963"/>
          <p14:tracePt t="91393" x="3267075" y="3135313"/>
          <p14:tracePt t="91405" x="3260725" y="3135313"/>
          <p14:tracePt t="91410" x="3248025" y="3135313"/>
          <p14:tracePt t="91423" x="3241675" y="3135313"/>
          <p14:tracePt t="91437" x="3222625" y="3135313"/>
          <p14:tracePt t="91455" x="3209925" y="3135313"/>
          <p14:tracePt t="91476" x="3192463" y="3135313"/>
          <p14:tracePt t="91514" x="3186113" y="3122613"/>
          <p14:tracePt t="91537" x="3179763" y="3122613"/>
          <p14:tracePt t="92231" x="3186113" y="3116263"/>
          <p14:tracePt t="92245" x="3222625" y="3109913"/>
          <p14:tracePt t="92259" x="3228975" y="3109913"/>
          <p14:tracePt t="92272" x="3260725" y="3090863"/>
          <p14:tracePt t="92278" x="3284538" y="3090863"/>
          <p14:tracePt t="92288" x="3303588" y="3090863"/>
          <p14:tracePt t="92308" x="3371850" y="3084513"/>
          <p14:tracePt t="92319" x="3390900" y="3084513"/>
          <p14:tracePt t="92338" x="3408363" y="3084513"/>
          <p14:tracePt t="92347" x="3414713" y="3084513"/>
          <p14:tracePt t="92358" x="3421063" y="3084513"/>
          <p14:tracePt t="92821" x="3421063" y="3079750"/>
          <p14:tracePt t="92836" x="3433763" y="3067050"/>
          <p14:tracePt t="93106" x="3440113" y="3067050"/>
          <p14:tracePt t="93343" x="3446463" y="3067050"/>
          <p14:tracePt t="93377" x="3452813" y="3067050"/>
          <p14:tracePt t="93385" x="3459163" y="3067050"/>
          <p14:tracePt t="93395" x="3465513" y="3067050"/>
          <p14:tracePt t="93407" x="3482975" y="3067050"/>
          <p14:tracePt t="93417" x="3489325" y="3067050"/>
          <p14:tracePt t="93425" x="3495675" y="3060700"/>
          <p14:tracePt t="93435" x="3508375" y="3060700"/>
          <p14:tracePt t="93442" x="3527425" y="3054350"/>
          <p14:tracePt t="93457" x="3551238" y="3054350"/>
          <p14:tracePt t="93473" x="3570288" y="3048000"/>
          <p14:tracePt t="93490" x="3600450" y="3048000"/>
          <p14:tracePt t="93505" x="3632200" y="3048000"/>
          <p14:tracePt t="93529" x="3657600" y="3048000"/>
          <p14:tracePt t="93538" x="3663950" y="3048000"/>
          <p14:tracePt t="93549" x="3668713" y="3048000"/>
          <p14:tracePt t="93559" x="3675063" y="3048000"/>
          <p14:tracePt t="93571" x="3681413" y="3048000"/>
          <p14:tracePt t="93575" x="3694113" y="3048000"/>
          <p14:tracePt t="93588" x="3700463" y="3048000"/>
          <p14:tracePt t="93605" x="3706813" y="3048000"/>
          <p14:tracePt t="93633" x="3713163" y="3041650"/>
          <p14:tracePt t="94017" x="3719513" y="3041650"/>
          <p14:tracePt t="94033" x="3725863" y="3041650"/>
          <p14:tracePt t="94047" x="3730625" y="3041650"/>
          <p14:tracePt t="94059" x="3736975" y="3048000"/>
          <p14:tracePt t="94071" x="3749675" y="3048000"/>
          <p14:tracePt t="94091" x="3762375" y="3054350"/>
          <p14:tracePt t="94106" x="3768725" y="3060700"/>
          <p14:tracePt t="94115" x="3775075" y="3060700"/>
          <p14:tracePt t="94123" x="3781425" y="3060700"/>
          <p14:tracePt t="94135" x="3781425" y="3067050"/>
          <p14:tracePt t="94144" x="3787775" y="3067050"/>
          <p14:tracePt t="94156" x="3798888" y="3067050"/>
          <p14:tracePt t="94172" x="3805238" y="3073400"/>
          <p14:tracePt t="94189" x="3811588" y="3073400"/>
          <p14:tracePt t="94208" x="3817938" y="3084513"/>
          <p14:tracePt t="94213" x="3824288" y="3084513"/>
          <p14:tracePt t="94217" x="3830638" y="3090863"/>
          <p14:tracePt t="94227" x="3849688" y="3090863"/>
          <p14:tracePt t="94240" x="3860800" y="3097213"/>
          <p14:tracePt t="94256" x="3867150" y="3097213"/>
          <p14:tracePt t="94276" x="3873500" y="3097213"/>
          <p14:tracePt t="94297" x="3892550" y="3097213"/>
          <p14:tracePt t="94315" x="3898900" y="3097213"/>
          <p14:tracePt t="94325" x="3905250" y="3090863"/>
          <p14:tracePt t="94338" x="3935413" y="3090863"/>
          <p14:tracePt t="94342" x="3948113" y="3090863"/>
          <p14:tracePt t="94355" x="3979863" y="3079750"/>
          <p14:tracePt t="94360" x="3990975" y="3079750"/>
          <p14:tracePt t="94371" x="4022725" y="3079750"/>
          <p14:tracePt t="94393" x="4121150" y="3073400"/>
          <p14:tracePt t="94404" x="4146550" y="3060700"/>
          <p14:tracePt t="94410" x="4178300" y="3060700"/>
          <p14:tracePt t="94426" x="4240213" y="3060700"/>
          <p14:tracePt t="94437" x="4276725" y="3060700"/>
          <p14:tracePt t="94445" x="4338638" y="3060700"/>
          <p14:tracePt t="94453" x="4376738" y="3060700"/>
          <p14:tracePt t="94461" x="4413250" y="3060700"/>
          <p14:tracePt t="94464" x="4438650" y="3060700"/>
          <p14:tracePt t="94472" x="4462463" y="3060700"/>
          <p14:tracePt t="94492" x="4518025" y="3060700"/>
          <p14:tracePt t="94506" x="4573588" y="3060700"/>
          <p14:tracePt t="94514" x="4598988" y="3060700"/>
          <p14:tracePt t="94521" x="4611688" y="3060700"/>
          <p14:tracePt t="94541" x="4630738" y="3060700"/>
          <p14:tracePt t="94555" x="4637088" y="3060700"/>
          <p14:tracePt t="94572" x="4654550" y="3060700"/>
          <p14:tracePt t="94590" x="4679950" y="3060700"/>
          <p14:tracePt t="94595" x="4686300" y="3060700"/>
          <p14:tracePt t="94601" x="4699000" y="3060700"/>
          <p14:tracePt t="94607" x="4716463" y="3060700"/>
          <p14:tracePt t="94619" x="4722813" y="3060700"/>
          <p14:tracePt t="94629" x="4741863" y="3060700"/>
          <p14:tracePt t="94634" x="4748213" y="3060700"/>
          <p14:tracePt t="94641" x="4760913" y="3060700"/>
          <p14:tracePt t="94651" x="4767263" y="3060700"/>
          <p14:tracePt t="94658" x="4772025" y="3060700"/>
          <p14:tracePt t="94669" x="4784725" y="3060700"/>
          <p14:tracePt t="94679" x="4816475" y="3060700"/>
          <p14:tracePt t="94691" x="4822825" y="3060700"/>
          <p14:tracePt t="94705" x="4852988" y="3060700"/>
          <p14:tracePt t="94722" x="4884738" y="3060700"/>
          <p14:tracePt t="94739" x="4914900" y="3060700"/>
          <p14:tracePt t="94756" x="4940300" y="3060700"/>
          <p14:tracePt t="94764" x="4946650" y="3060700"/>
          <p14:tracePt t="94772" x="4959350" y="3060700"/>
          <p14:tracePt t="94782" x="4976813" y="3060700"/>
          <p14:tracePt t="94789" x="4989513" y="3060700"/>
          <p14:tracePt t="94806" x="5026025" y="3073400"/>
          <p14:tracePt t="94811" x="5038725" y="3073400"/>
          <p14:tracePt t="94822" x="5064125" y="3073400"/>
          <p14:tracePt t="94826" x="5083175" y="3079750"/>
          <p14:tracePt t="94831" x="5100638" y="3079750"/>
          <p14:tracePt t="94843" x="5113338" y="3090863"/>
          <p14:tracePt t="94856" x="5151438" y="3090863"/>
          <p14:tracePt t="94866" x="5162550" y="3090863"/>
          <p14:tracePt t="94874" x="5181600" y="3090863"/>
          <p14:tracePt t="94882" x="5194300" y="3097213"/>
          <p14:tracePt t="94890" x="5224463" y="3097213"/>
          <p14:tracePt t="94905" x="5256213" y="3103563"/>
          <p14:tracePt t="94919" x="5281613" y="3103563"/>
          <p14:tracePt t="94932" x="5360988" y="3122613"/>
          <p14:tracePt t="94942" x="5405438" y="3122613"/>
          <p14:tracePt t="94955" x="5441950" y="3135313"/>
          <p14:tracePt t="94974" x="5522913" y="3135313"/>
          <p14:tracePt t="95003" x="5559425" y="3135313"/>
          <p14:tracePt t="95013" x="5578475" y="3135313"/>
          <p14:tracePt t="95016" x="5597525" y="3135313"/>
          <p14:tracePt t="95024" x="5603875" y="3135313"/>
          <p14:tracePt t="95038" x="5621338" y="3135313"/>
          <p14:tracePt t="95055" x="5627688" y="3135313"/>
          <p14:tracePt t="95082" x="5634038" y="3135313"/>
          <p14:tracePt t="95211" x="5603875" y="3135313"/>
          <p14:tracePt t="95225" x="5572125" y="3122613"/>
          <p14:tracePt t="95232" x="5553075" y="3116263"/>
          <p14:tracePt t="95389" x="5546725" y="3116263"/>
          <p14:tracePt t="95403" x="5541963" y="3116263"/>
          <p14:tracePt t="96825" x="5529263" y="3116263"/>
          <p14:tracePt t="96839" x="5510213" y="3122613"/>
          <p14:tracePt t="96853" x="5461000" y="3159125"/>
          <p14:tracePt t="96871" x="5354638" y="3221038"/>
          <p14:tracePt t="96880" x="5207000" y="3308350"/>
          <p14:tracePt t="96886" x="5151438" y="3344863"/>
          <p14:tracePt t="96905" x="5076825" y="3382963"/>
          <p14:tracePt t="96910" x="5021263" y="3413125"/>
          <p14:tracePt t="96914" x="4989513" y="3425825"/>
          <p14:tracePt t="96924" x="4927600" y="3444875"/>
          <p14:tracePt t="96940" x="4735513" y="3513138"/>
          <p14:tracePt t="96943" x="4630738" y="3536950"/>
          <p14:tracePt t="96955" x="4481513" y="3562350"/>
          <p14:tracePt t="96976" x="4029075" y="3660775"/>
          <p14:tracePt t="96982" x="3860800" y="3686175"/>
          <p14:tracePt t="97003" x="3533775" y="3698875"/>
          <p14:tracePt t="97011" x="3384550" y="3698875"/>
          <p14:tracePt t="97019" x="3186113" y="3698875"/>
          <p14:tracePt t="97025" x="3006725" y="3698875"/>
          <p14:tracePt t="97030" x="2876550" y="3698875"/>
          <p14:tracePt t="97039" x="2757488" y="3698875"/>
          <p14:tracePt t="97048" x="2609850" y="3698875"/>
          <p14:tracePt t="97055" x="2497138" y="3698875"/>
          <p14:tracePt t="97074" x="2262188" y="3692525"/>
          <p14:tracePt t="97091" x="2070100" y="3643313"/>
          <p14:tracePt t="97095" x="1982788" y="3617913"/>
          <p14:tracePt t="97109" x="1914525" y="3605213"/>
          <p14:tracePt t="97119" x="1803400" y="3562350"/>
          <p14:tracePt t="97126" x="1747838" y="3536950"/>
          <p14:tracePt t="97136" x="1728788" y="3530600"/>
          <p14:tracePt t="97145" x="1704975" y="3513138"/>
          <p14:tracePt t="97149" x="1673225" y="3494088"/>
          <p14:tracePt t="97158" x="1660525" y="3487738"/>
          <p14:tracePt t="97172" x="1654175" y="3487738"/>
          <p14:tracePt t="97176" x="1643063" y="3481388"/>
          <p14:tracePt t="97190" x="1636713" y="3475038"/>
          <p14:tracePt t="97208" x="1624013" y="3462338"/>
          <p14:tracePt t="97215" x="1617663" y="3457575"/>
          <p14:tracePt t="97234" x="1617663" y="3451225"/>
          <p14:tracePt t="97244" x="1611313" y="3444875"/>
          <p14:tracePt t="97259" x="1592263" y="3432175"/>
          <p14:tracePt t="97272" x="1587500" y="3425825"/>
          <p14:tracePt t="97291" x="1581150" y="3425825"/>
          <p14:tracePt t="97306" x="1574800" y="3425825"/>
          <p14:tracePt t="97325" x="1574800" y="3413125"/>
          <p14:tracePt t="97340" x="1568450" y="3413125"/>
          <p14:tracePt t="97344" x="1562100" y="3413125"/>
          <p14:tracePt t="97359" x="1555750" y="3413125"/>
          <p14:tracePt t="97375" x="1543050" y="3413125"/>
          <p14:tracePt t="97384" x="1536700" y="3413125"/>
          <p14:tracePt t="97400" x="1530350" y="3413125"/>
          <p14:tracePt t="97432" x="1524000" y="3413125"/>
          <p14:tracePt t="97469" x="1519238" y="3413125"/>
          <p14:tracePt t="97479" x="1519238" y="3406775"/>
          <p14:tracePt t="97546" x="1512888" y="3406775"/>
          <p14:tracePt t="97570" x="1506538" y="3406775"/>
          <p14:tracePt t="97640" x="1493838" y="3406775"/>
          <p14:tracePt t="97651" x="1493838" y="3400425"/>
          <p14:tracePt t="97683" x="1487488" y="3400425"/>
          <p14:tracePt t="97697" x="1487488" y="3395663"/>
          <p14:tracePt t="97947" x="1487488" y="3389313"/>
          <p14:tracePt t="97965" x="1487488" y="3382963"/>
          <p14:tracePt t="98209" x="1487488" y="3376613"/>
          <p14:tracePt t="98224" x="1500188" y="3376613"/>
          <p14:tracePt t="98248" x="1506538" y="3363913"/>
          <p14:tracePt t="98258" x="1512888" y="3363913"/>
          <p14:tracePt t="98274" x="1524000" y="3363913"/>
          <p14:tracePt t="98280" x="1549400" y="3363913"/>
          <p14:tracePt t="98296" x="1568450" y="3363913"/>
          <p14:tracePt t="98306" x="1581150" y="3363913"/>
          <p14:tracePt t="98310" x="1598613" y="3363913"/>
          <p14:tracePt t="98321" x="1624013" y="3363913"/>
          <p14:tracePt t="98338" x="1666875" y="3363913"/>
          <p14:tracePt t="98342" x="1692275" y="3370263"/>
          <p14:tracePt t="98357" x="1728788" y="3370263"/>
          <p14:tracePt t="98367" x="1754188" y="3370263"/>
          <p14:tracePt t="98374" x="1822450" y="3370263"/>
          <p14:tracePt t="98390" x="1884363" y="3370263"/>
          <p14:tracePt t="98400" x="1909763" y="3370263"/>
          <p14:tracePt t="98408" x="1946275" y="3370263"/>
          <p14:tracePt t="98421" x="1971675" y="3370263"/>
          <p14:tracePt t="98428" x="2008188" y="3370263"/>
          <p14:tracePt t="98433" x="2076450" y="3370263"/>
          <p14:tracePt t="98443" x="2101850" y="3370263"/>
          <p14:tracePt t="98459" x="2163763" y="3370263"/>
          <p14:tracePt t="98474" x="2219325" y="3370263"/>
          <p14:tracePt t="98491" x="2249488" y="3370263"/>
          <p14:tracePt t="98499" x="2255838" y="3370263"/>
          <p14:tracePt t="98507" x="2268538" y="3370263"/>
          <p14:tracePt t="98520" x="2293938" y="3370263"/>
          <p14:tracePt t="98527" x="2300288" y="3370263"/>
          <p14:tracePt t="98537" x="2311400" y="3370263"/>
          <p14:tracePt t="98547" x="2330450" y="3370263"/>
          <p14:tracePt t="98556" x="2355850" y="3370263"/>
          <p14:tracePt t="98560" x="2373313" y="3370263"/>
          <p14:tracePt t="98572" x="2398713" y="3370263"/>
          <p14:tracePt t="98575" x="2417763" y="3370263"/>
          <p14:tracePt t="98590" x="2466975" y="3370263"/>
          <p14:tracePt t="98599" x="2492375" y="3370263"/>
          <p14:tracePt t="98606" x="2522538" y="3370263"/>
          <p14:tracePt t="98615" x="2535238" y="3376613"/>
          <p14:tracePt t="98622" x="2565400" y="3376613"/>
          <p14:tracePt t="98640" x="2597150" y="3389313"/>
          <p14:tracePt t="98657" x="2622550" y="3389313"/>
          <p14:tracePt t="98674" x="2652713" y="3395663"/>
          <p14:tracePt t="98691" x="2665413" y="3395663"/>
          <p14:tracePt t="98707" x="2684463" y="3395663"/>
          <p14:tracePt t="98714" x="2690813" y="3395663"/>
          <p14:tracePt t="98722" x="2695575" y="3395663"/>
          <p14:tracePt t="98729" x="2701925" y="3395663"/>
          <p14:tracePt t="98735" x="2708275" y="3395663"/>
          <p14:tracePt t="98742" x="2727325" y="3395663"/>
          <p14:tracePt t="98752" x="2733675" y="3395663"/>
          <p14:tracePt t="98758" x="2740025" y="3395663"/>
          <p14:tracePt t="98773" x="2757488" y="3395663"/>
          <p14:tracePt t="98789" x="2770188" y="3395663"/>
          <p14:tracePt t="98807" x="2795588" y="3400425"/>
          <p14:tracePt t="98815" x="2801938" y="3400425"/>
          <p14:tracePt t="98822" x="2814638" y="3400425"/>
          <p14:tracePt t="98832" x="2820988" y="3400425"/>
          <p14:tracePt t="98848" x="2825750" y="3406775"/>
          <p14:tracePt t="98872" x="2832100" y="3406775"/>
          <p14:tracePt t="98888" x="2838450" y="3406775"/>
          <p14:tracePt t="98922" x="2844800" y="3406775"/>
          <p14:tracePt t="98954" x="2851150" y="3406775"/>
          <p14:tracePt t="99720" x="2863850" y="3406775"/>
          <p14:tracePt t="99730" x="2882900" y="3406775"/>
          <p14:tracePt t="99746" x="3006725" y="3389313"/>
          <p14:tracePt t="99752" x="3055938" y="3389313"/>
          <p14:tracePt t="99769" x="3092450" y="3389313"/>
          <p14:tracePt t="99777" x="3260725" y="3376613"/>
          <p14:tracePt t="99787" x="3340100" y="3376613"/>
          <p14:tracePt t="99800" x="3459163" y="3376613"/>
          <p14:tracePt t="99809" x="3675063" y="3376613"/>
          <p14:tracePt t="99819" x="3756025" y="3376613"/>
          <p14:tracePt t="99826" x="3787775" y="3376613"/>
          <p14:tracePt t="99833" x="3817938" y="3376613"/>
          <p14:tracePt t="99846" x="3849688" y="3376613"/>
          <p14:tracePt t="99856" x="3892550" y="3376613"/>
          <p14:tracePt t="99866" x="3905250" y="3376613"/>
          <p14:tracePt t="99872" x="3911600" y="3376613"/>
          <p14:tracePt t="99878" x="3922713" y="3376613"/>
          <p14:tracePt t="100104" x="3929063" y="3376613"/>
          <p14:tracePt t="100408" x="3935413" y="3376613"/>
          <p14:tracePt t="100419" x="3941763" y="3370263"/>
          <p14:tracePt t="100434" x="3954463" y="3370263"/>
          <p14:tracePt t="100443" x="3960813" y="3363913"/>
          <p14:tracePt t="100449" x="3979863" y="3363913"/>
          <p14:tracePt t="100457" x="3986213" y="3363913"/>
          <p14:tracePt t="100468" x="3997325" y="3357563"/>
          <p14:tracePt t="100490" x="4016375" y="3344863"/>
          <p14:tracePt t="100507" x="4059238" y="3321050"/>
          <p14:tracePt t="100516" x="4171950" y="3259138"/>
          <p14:tracePt t="100531" x="4257675" y="3208338"/>
          <p14:tracePt t="100539" x="4302125" y="3178175"/>
          <p14:tracePt t="100543" x="4376738" y="3109913"/>
          <p14:tracePt t="100560" x="4641850" y="2898775"/>
          <p14:tracePt t="100568" x="4822825" y="2757488"/>
          <p14:tracePt t="100575" x="5076825" y="2546350"/>
          <p14:tracePt t="100587" x="5349875" y="2322513"/>
          <p14:tracePt t="100600" x="5627688" y="2106613"/>
          <p14:tracePt t="100607" x="6229350" y="1728788"/>
          <p14:tracePt t="100620" x="6619875" y="1530350"/>
          <p14:tracePt t="100625" x="6942138" y="1393825"/>
          <p14:tracePt t="100630" x="7283450" y="1270000"/>
          <p14:tracePt t="100645" x="7586663" y="1195388"/>
          <p14:tracePt t="100649" x="7815263" y="1146175"/>
          <p14:tracePt t="100660" x="8101013" y="1109663"/>
          <p14:tracePt t="100674" x="8826500" y="1071563"/>
          <p14:tracePt t="100691" x="9259888" y="1071563"/>
          <p14:tracePt t="100696" x="9699625" y="1071563"/>
          <p14:tracePt t="100709" x="10072688" y="1071563"/>
          <p14:tracePt t="100715" x="10512425" y="1047750"/>
          <p14:tracePt t="100726" x="11355388" y="1047750"/>
          <p14:tracePt t="100742" x="11628438" y="1047750"/>
          <p14:tracePt t="100759" x="12030075" y="1047750"/>
          <p14:tracePt t="101071" x="11993563" y="1604963"/>
          <p14:tracePt t="101074" x="11876088" y="1604963"/>
          <p14:tracePt t="101083" x="11795125" y="1604963"/>
          <p14:tracePt t="101091" x="11696700" y="1604963"/>
          <p14:tracePt t="101110" x="11510963" y="1604963"/>
          <p14:tracePt t="101115" x="11410950" y="1604963"/>
          <p14:tracePt t="101121" x="11312525" y="1604963"/>
          <p14:tracePt t="101132" x="11225213" y="1598613"/>
          <p14:tracePt t="101147" x="11039475" y="1585913"/>
          <p14:tracePt t="101156" x="10958513" y="1585913"/>
          <p14:tracePt t="101170" x="10772775" y="1585913"/>
          <p14:tracePt t="101177" x="10710863" y="1585913"/>
          <p14:tracePt t="101187" x="10642600" y="1585913"/>
          <p14:tracePt t="101196" x="10593388" y="1585913"/>
          <p14:tracePt t="101199" x="10518775" y="1573213"/>
          <p14:tracePt t="101208" x="10469563" y="1573213"/>
          <p14:tracePt t="101217" x="10444163" y="1573213"/>
          <p14:tracePt t="101223" x="10407650" y="1573213"/>
          <p14:tracePt t="101243" x="10301288" y="1560513"/>
          <p14:tracePt t="101258" x="10220325" y="1560513"/>
          <p14:tracePt t="101263" x="10164763" y="1560513"/>
          <p14:tracePt t="101274" x="10140950" y="1560513"/>
          <p14:tracePt t="101290" x="10034588" y="1566863"/>
          <p14:tracePt t="101294" x="10010775" y="1566863"/>
          <p14:tracePt t="101307" x="9979025" y="1566863"/>
          <p14:tracePt t="101324" x="9942513" y="1566863"/>
          <p14:tracePt t="101329" x="9923463" y="1566863"/>
          <p14:tracePt t="101347" x="9880600" y="1566863"/>
          <p14:tracePt t="101364" x="9836150" y="1560513"/>
          <p14:tracePt t="101368" x="9825038" y="1560513"/>
          <p14:tracePt t="101381" x="9805988" y="1560513"/>
          <p14:tracePt t="101390" x="9799638" y="1555750"/>
          <p14:tracePt t="101409" x="9750425" y="1549400"/>
          <p14:tracePt t="101424" x="9744075" y="1543050"/>
          <p14:tracePt t="101443" x="9737725" y="1543050"/>
          <p14:tracePt t="101449" x="9731375" y="1543050"/>
          <p14:tracePt t="101456" x="9731375" y="1536700"/>
          <p14:tracePt t="101471" x="9725025" y="1536700"/>
          <p14:tracePt t="101479" x="9725025" y="1524000"/>
          <p14:tracePt t="101492" x="9718675" y="1524000"/>
          <p14:tracePt t="101508" x="9718675" y="1517650"/>
          <p14:tracePt t="101525" x="9705975" y="1504950"/>
          <p14:tracePt t="101541" x="9699625" y="1498600"/>
          <p14:tracePt t="101558" x="9699625" y="1487488"/>
          <p14:tracePt t="101568" x="9699625" y="1474788"/>
          <p14:tracePt t="101575" x="9699625" y="1462088"/>
          <p14:tracePt t="101590" x="9705975" y="1443038"/>
          <p14:tracePt t="101599" x="9712325" y="1436688"/>
          <p14:tracePt t="101608" x="9718675" y="1430338"/>
          <p14:tracePt t="101624" x="9731375" y="1406525"/>
          <p14:tracePt t="101641" x="9767888" y="1381125"/>
          <p14:tracePt t="101659" x="9829800" y="1357313"/>
          <p14:tracePt t="101665" x="9867900" y="1357313"/>
          <p14:tracePt t="101683" x="9985375" y="1344613"/>
          <p14:tracePt t="101691" x="10021888" y="1344613"/>
          <p14:tracePt t="101696" x="10047288" y="1344613"/>
          <p14:tracePt t="101712" x="10121900" y="1344613"/>
          <p14:tracePt t="101726" x="10171113" y="1344613"/>
          <p14:tracePt t="101730" x="10209213" y="1344613"/>
          <p14:tracePt t="101734" x="10245725" y="1344613"/>
          <p14:tracePt t="101741" x="10282238" y="1344613"/>
          <p14:tracePt t="101758" x="10307638" y="1344613"/>
          <p14:tracePt t="101762" x="10344150" y="1344613"/>
          <p14:tracePt t="101772" x="10375900" y="1344613"/>
          <p14:tracePt t="101777" x="10401300" y="1344613"/>
          <p14:tracePt t="101788" x="10425113" y="1344613"/>
          <p14:tracePt t="101793" x="10444163" y="1344613"/>
          <p14:tracePt t="101799" x="10469563" y="1344613"/>
          <p14:tracePt t="101807" x="10474325" y="1344613"/>
          <p14:tracePt t="101819" x="10480675" y="1344613"/>
          <p14:tracePt t="101826" x="10487025" y="1344613"/>
          <p14:tracePt t="101962" x="10487025" y="1350963"/>
          <p14:tracePt t="101975" x="10474325" y="1350963"/>
          <p14:tracePt t="101990" x="10431463" y="1363663"/>
          <p14:tracePt t="102000" x="10401300" y="1368425"/>
          <p14:tracePt t="102010" x="10388600" y="1368425"/>
          <p14:tracePt t="102025" x="10344150" y="1387475"/>
          <p14:tracePt t="102042" x="10277475" y="1400175"/>
          <p14:tracePt t="102049" x="10226675" y="1400175"/>
          <p14:tracePt t="102057" x="10202863" y="1406525"/>
          <p14:tracePt t="102064" x="10164763" y="1406525"/>
          <p14:tracePt t="102073" x="10109200" y="1419225"/>
          <p14:tracePt t="102090" x="10066338" y="1425575"/>
          <p14:tracePt t="102108" x="10028238" y="1425575"/>
          <p14:tracePt t="102114" x="10010775" y="1425575"/>
          <p14:tracePt t="102126" x="9998075" y="1425575"/>
          <p14:tracePt t="102145" x="9991725" y="1430338"/>
          <p14:tracePt t="102150" x="9985375" y="1430338"/>
          <p14:tracePt t="102160" x="9972675" y="1430338"/>
          <p14:tracePt t="102175" x="9966325" y="1430338"/>
          <p14:tracePt t="102280" x="9979025" y="1406525"/>
          <p14:tracePt t="102291" x="9998075" y="1381125"/>
          <p14:tracePt t="102303" x="10079038" y="1325563"/>
          <p14:tracePt t="102311" x="10121900" y="1306513"/>
          <p14:tracePt t="102320" x="10177463" y="1270000"/>
          <p14:tracePt t="102330" x="10252075" y="1250950"/>
          <p14:tracePt t="102339" x="10320338" y="1227138"/>
          <p14:tracePt t="102348" x="10344150" y="1227138"/>
          <p14:tracePt t="102355" x="10375900" y="1214438"/>
          <p14:tracePt t="102367" x="10450513" y="1208088"/>
          <p14:tracePt t="102375" x="10487025" y="1208088"/>
          <p14:tracePt t="102392" x="10542588" y="1208088"/>
          <p14:tracePt t="102410" x="10593388" y="1208088"/>
          <p14:tracePt t="102413" x="10642600" y="1208088"/>
          <p14:tracePt t="102425" x="10679113" y="1220788"/>
          <p14:tracePt t="102440" x="10747375" y="1227138"/>
          <p14:tracePt t="102459" x="10802938" y="1244600"/>
          <p14:tracePt t="102598" x="10809288" y="1244600"/>
          <p14:tracePt t="102612" x="10809288" y="1270000"/>
          <p14:tracePt t="102619" x="10798175" y="1289050"/>
          <p14:tracePt t="102625" x="10791825" y="1295400"/>
          <p14:tracePt t="102639" x="10785475" y="1301750"/>
          <p14:tracePt t="102648" x="10766425" y="1325563"/>
          <p14:tracePt t="102658" x="10760075" y="1331913"/>
          <p14:tracePt t="102666" x="10753725" y="1331913"/>
          <p14:tracePt t="102671" x="10747375" y="1338263"/>
          <p14:tracePt t="102688" x="10741025" y="1338263"/>
          <p14:tracePt t="102777" x="10734675" y="1338263"/>
          <p14:tracePt t="102790" x="10723563" y="1338263"/>
          <p14:tracePt t="102805" x="10717213" y="1325563"/>
          <p14:tracePt t="102824" x="10698163" y="1295400"/>
          <p14:tracePt t="102833" x="10679113" y="1276350"/>
          <p14:tracePt t="102846" x="10661650" y="1244600"/>
          <p14:tracePt t="102859" x="10642600" y="1227138"/>
          <p14:tracePt t="102864" x="10623550" y="1195388"/>
          <p14:tracePt t="102873" x="10610850" y="1176338"/>
          <p14:tracePt t="102892" x="10599738" y="1165225"/>
          <p14:tracePt t="102895" x="10593388" y="1152525"/>
          <p14:tracePt t="102935" x="10593388" y="1158875"/>
          <p14:tracePt t="102943" x="10604500" y="1182688"/>
          <p14:tracePt t="102960" x="10610850" y="1189038"/>
          <p14:tracePt t="102965" x="10617200" y="1195388"/>
          <p14:tracePt t="102994" x="10623550" y="1195388"/>
          <p14:tracePt t="103018" x="10623550" y="1201738"/>
          <p14:tracePt t="103031" x="10636250" y="1208088"/>
          <p14:tracePt t="103041" x="10648950" y="1208088"/>
          <p14:tracePt t="103054" x="10648950" y="1220788"/>
          <p14:tracePt t="103067" x="10655300" y="1220788"/>
          <p14:tracePt t="103073" x="10655300" y="1233488"/>
          <p14:tracePt t="103088" x="10655300" y="1238250"/>
          <p14:tracePt t="103100" x="10655300" y="1250950"/>
          <p14:tracePt t="103110" x="10655300" y="1257300"/>
          <p14:tracePt t="103116" x="10642600" y="1263650"/>
          <p14:tracePt t="103120" x="10636250" y="1270000"/>
          <p14:tracePt t="103129" x="10629900" y="1289050"/>
          <p14:tracePt t="103141" x="10629900" y="1295400"/>
          <p14:tracePt t="103158" x="10629900" y="1301750"/>
          <p14:tracePt t="103176" x="10629900" y="1306513"/>
          <p14:tracePt t="103253" x="10629900" y="1319213"/>
          <p14:tracePt t="103264" x="10623550" y="1325563"/>
          <p14:tracePt t="103276" x="10617200" y="1331913"/>
          <p14:tracePt t="103291" x="10610850" y="1338263"/>
          <p14:tracePt t="103319" x="10599738" y="1338263"/>
          <p14:tracePt t="103357" x="10593388" y="1338263"/>
          <p14:tracePt t="103367" x="10587038" y="1338263"/>
          <p14:tracePt t="103374" x="10580688" y="1319213"/>
          <p14:tracePt t="103394" x="10574338" y="1306513"/>
          <p14:tracePt t="103411" x="10567988" y="1301750"/>
          <p14:tracePt t="103417" x="10567988" y="1295400"/>
          <p14:tracePt t="103428" x="10555288" y="1289050"/>
          <p14:tracePt t="103442" x="10555288" y="1276350"/>
          <p14:tracePt t="103522" x="10548938" y="1276350"/>
          <p14:tracePt t="103537" x="10548938" y="1263650"/>
          <p14:tracePt t="103554" x="10542588" y="1263650"/>
          <p14:tracePt t="112009" x="10512425" y="1350963"/>
          <p14:tracePt t="112021" x="10474325" y="1517650"/>
          <p14:tracePt t="112027" x="10407650" y="1735138"/>
          <p14:tracePt t="112034" x="10301288" y="2136775"/>
          <p14:tracePt t="112041" x="10164763" y="2638425"/>
          <p14:tracePt t="112048" x="9972675" y="3276600"/>
          <p14:tracePt t="112053" x="9688513" y="3989388"/>
          <p14:tracePt t="112070" x="9012238" y="5278438"/>
          <p14:tracePt t="112077" x="8528050" y="5686425"/>
          <p14:tracePt t="112084" x="8032750" y="5940425"/>
          <p14:tracePt t="112095" x="7629525" y="6070600"/>
          <p14:tracePt t="112111" x="6662738" y="6076950"/>
          <p14:tracePt t="112115" x="6135688" y="5959475"/>
          <p14:tracePt t="112127" x="5597525" y="5799138"/>
          <p14:tracePt t="112144" x="4797425" y="5476875"/>
          <p14:tracePt t="112168" x="4233863" y="5005388"/>
          <p14:tracePt t="112180" x="4127500" y="4838700"/>
          <p14:tracePt t="112194" x="3997325" y="4398963"/>
          <p14:tracePt t="112198" x="3960813" y="4144963"/>
          <p14:tracePt t="112209" x="3960813" y="3835400"/>
          <p14:tracePt t="112227" x="4103688" y="3084513"/>
          <p14:tracePt t="112248" x="4202113" y="2744788"/>
          <p14:tracePt t="112258" x="4332288" y="2459038"/>
          <p14:tracePt t="112264" x="4462463" y="2205038"/>
          <p14:tracePt t="112275" x="4605338" y="1970088"/>
          <p14:tracePt t="112285" x="4840288" y="1716088"/>
          <p14:tracePt t="112296" x="5268913" y="1357313"/>
          <p14:tracePt t="112309" x="5621338" y="1103313"/>
          <p14:tracePt t="112327" x="5738813" y="1022350"/>
          <p14:tracePt t="112343" x="5745163" y="1016000"/>
          <p14:tracePt t="112348" x="5757863" y="1016000"/>
          <p14:tracePt t="112363" x="5776913" y="1016000"/>
          <p14:tracePt t="112372" x="5745163" y="1041400"/>
          <p14:tracePt t="112379" x="5702300" y="1071563"/>
          <p14:tracePt t="112391" x="5627688" y="1120775"/>
          <p14:tracePt t="112402" x="5559425" y="1158875"/>
          <p14:tracePt t="112412" x="5546725" y="1176338"/>
          <p14:tracePt t="112428" x="5516563" y="1176338"/>
          <p14:tracePt t="112431" x="5491163" y="1189038"/>
          <p14:tracePt t="112442" x="5441950" y="1195388"/>
          <p14:tracePt t="112456" x="5230813" y="1250950"/>
          <p14:tracePt t="112475" x="5070475" y="1276350"/>
          <p14:tracePt t="112479" x="4933950" y="1289050"/>
          <p14:tracePt t="112482" x="4767263" y="1319213"/>
          <p14:tracePt t="112490" x="4579938" y="1344613"/>
          <p14:tracePt t="112494" x="4419600" y="1374775"/>
          <p14:tracePt t="112507" x="4302125" y="1387475"/>
          <p14:tracePt t="112517" x="4110038" y="1425575"/>
          <p14:tracePt t="112525" x="4041775" y="1449388"/>
          <p14:tracePt t="112548" x="3986213" y="1487488"/>
          <p14:tracePt t="112569" x="3805238" y="1654175"/>
          <p14:tracePt t="112581" x="3632200" y="1852613"/>
          <p14:tracePt t="112593" x="3533775" y="1995488"/>
          <p14:tracePt t="112614" x="3384550" y="2224088"/>
          <p14:tracePt t="112625" x="3335338" y="2328863"/>
          <p14:tracePt t="112635" x="3273425" y="2514600"/>
          <p14:tracePt t="112646" x="3260725" y="2533650"/>
          <p14:tracePt t="112662" x="3260725" y="2540000"/>
          <p14:tracePt t="112666" x="3260725" y="2546350"/>
          <p14:tracePt t="112671" x="3254375" y="2546350"/>
          <p14:tracePt t="112680" x="3254375" y="2552700"/>
          <p14:tracePt t="112696" x="3248025" y="2576513"/>
          <p14:tracePt t="112707" x="3248025" y="2589213"/>
          <p14:tracePt t="112716" x="3248025" y="2644775"/>
          <p14:tracePt t="112725" x="3235325" y="2670175"/>
          <p14:tracePt t="112742" x="3228975" y="2713038"/>
          <p14:tracePt t="112760" x="3209925" y="2751138"/>
          <p14:tracePt t="112784" x="3205163" y="2751138"/>
          <p14:tracePt t="112790" x="3205163" y="2757488"/>
          <p14:tracePt t="112806" x="3205163" y="2762250"/>
          <p14:tracePt t="112815" x="3205163" y="2768600"/>
          <p14:tracePt t="112827" x="3205163" y="2774950"/>
          <p14:tracePt t="112843" x="3205163" y="2825750"/>
          <p14:tracePt t="112848" x="3209925" y="2868613"/>
          <p14:tracePt t="112860" x="3216275" y="2892425"/>
          <p14:tracePt t="112878" x="3235325" y="2924175"/>
          <p14:tracePt t="112888" x="3254375" y="2960688"/>
          <p14:tracePt t="112903" x="3273425" y="2967038"/>
          <p14:tracePt t="112914" x="3290888" y="2973388"/>
          <p14:tracePt t="112927" x="3365500" y="2986088"/>
          <p14:tracePt t="112942" x="3421063" y="2986088"/>
          <p14:tracePt t="112971" x="3613150" y="2986088"/>
          <p14:tracePt t="112975" x="3663950" y="2986088"/>
          <p14:tracePt t="112989" x="3719513" y="2986088"/>
          <p14:tracePt t="112994" x="3756025" y="2986088"/>
          <p14:tracePt t="113000" x="3768725" y="2986088"/>
          <p14:tracePt t="113010" x="3787775" y="2986088"/>
          <p14:tracePt t="113019" x="3794125" y="2986088"/>
          <p14:tracePt t="113028" x="3798888" y="2986088"/>
          <p14:tracePt t="113139" x="3805238" y="2986088"/>
          <p14:tracePt t="113152" x="3886200" y="2973388"/>
          <p14:tracePt t="113168" x="3990975" y="2973388"/>
          <p14:tracePt t="113178" x="4041775" y="2973388"/>
          <p14:tracePt t="113193" x="4178300" y="2973388"/>
          <p14:tracePt t="113209" x="4295775" y="2973388"/>
          <p14:tracePt t="113227" x="4325938" y="2973388"/>
          <p14:tracePt t="113244" x="4338638" y="2973388"/>
          <p14:tracePt t="113261" x="4357688" y="2973388"/>
          <p14:tracePt t="113278" x="4376738" y="2973388"/>
          <p14:tracePt t="113294" x="4400550" y="2973388"/>
          <p14:tracePt t="113433" x="4406900" y="2979738"/>
          <p14:tracePt t="113451" x="4419600" y="2979738"/>
          <p14:tracePt t="113465" x="4432300" y="2973388"/>
          <p14:tracePt t="113477" x="4438650" y="2930525"/>
          <p14:tracePt t="113494" x="4438650" y="2892425"/>
          <p14:tracePt t="115922" x="4456113" y="2930525"/>
          <p14:tracePt t="115934" x="4494213" y="2998788"/>
          <p14:tracePt t="115938" x="4573588" y="3159125"/>
          <p14:tracePt t="115948" x="4767263" y="3519488"/>
          <p14:tracePt t="115965" x="5386388" y="4937125"/>
          <p14:tracePt t="115983" x="5665788" y="6040438"/>
          <p14:tracePt t="116895" x="11769725" y="6256338"/>
          <p14:tracePt t="116911" x="10926763" y="6492875"/>
          <p14:tracePt t="116930" x="9637713" y="6770688"/>
          <p14:tracePt t="117098" x="2597150" y="6753225"/>
          <p14:tracePt t="117102" x="2554288" y="6734175"/>
          <p14:tracePt t="117107" x="2479675" y="6659563"/>
          <p14:tracePt t="117113" x="2435225" y="6610350"/>
          <p14:tracePt t="117125" x="2405063" y="6567488"/>
          <p14:tracePt t="117133" x="2366963" y="6523038"/>
          <p14:tracePt t="117144" x="2362200" y="6499225"/>
          <p14:tracePt t="117148" x="2362200" y="6437313"/>
          <p14:tracePt t="117162" x="2362200" y="6356350"/>
          <p14:tracePt t="117171" x="2362200" y="6294438"/>
          <p14:tracePt t="117179" x="2362200" y="6213475"/>
          <p14:tracePt t="117187" x="2349500" y="6108700"/>
          <p14:tracePt t="117198" x="2349500" y="6008688"/>
          <p14:tracePt t="117208" x="2336800" y="5910263"/>
          <p14:tracePt t="117214" x="2324100" y="5810250"/>
          <p14:tracePt t="117219" x="2324100" y="5724525"/>
          <p14:tracePt t="117228" x="2324100" y="5643563"/>
          <p14:tracePt t="117244" x="2324100" y="5507038"/>
          <p14:tracePt t="117260" x="2366963" y="5334000"/>
          <p14:tracePt t="117278" x="2441575" y="5141913"/>
          <p14:tracePt t="117281" x="2509838" y="5005388"/>
          <p14:tracePt t="117291" x="2578100" y="4881563"/>
          <p14:tracePt t="117300" x="2659063" y="4683125"/>
          <p14:tracePt t="117305" x="2733675" y="4497388"/>
          <p14:tracePt t="117315" x="2789238" y="4360863"/>
          <p14:tracePt t="117328" x="2825750" y="4262438"/>
          <p14:tracePt t="117331" x="2863850" y="4168775"/>
          <p14:tracePt t="117344" x="2876550" y="4144963"/>
          <p14:tracePt t="117361" x="2887663" y="4125913"/>
          <p14:tracePt t="117373" x="2894013" y="4125913"/>
          <p14:tracePt t="117382" x="2913063" y="4125913"/>
          <p14:tracePt t="117394" x="2951163" y="4119563"/>
          <p14:tracePt t="117410" x="3055938" y="4106863"/>
          <p14:tracePt t="117414" x="3105150" y="4095750"/>
          <p14:tracePt t="117429" x="3186113" y="4076700"/>
          <p14:tracePt t="117444" x="3222625" y="4076700"/>
          <p14:tracePt t="117463" x="3235325" y="4076700"/>
          <p14:tracePt t="117468" x="3241675" y="4070350"/>
          <p14:tracePt t="117478" x="3267075" y="4070350"/>
          <p14:tracePt t="117489" x="3284538" y="4070350"/>
          <p14:tracePt t="117494" x="3309938" y="4064000"/>
          <p14:tracePt t="117503" x="3328988" y="4064000"/>
          <p14:tracePt t="117514" x="3340100" y="4064000"/>
          <p14:tracePt t="117529" x="3371850" y="4051300"/>
          <p14:tracePt t="117547" x="3397250" y="4051300"/>
          <p14:tracePt t="117561" x="3414713" y="4051300"/>
          <p14:tracePt t="117565" x="3421063" y="4051300"/>
          <p14:tracePt t="117569" x="3427413" y="4051300"/>
          <p14:tracePt t="117582" x="3440113" y="4051300"/>
          <p14:tracePt t="117594" x="3470275" y="4064000"/>
          <p14:tracePt t="117615" x="3533775" y="4089400"/>
          <p14:tracePt t="117625" x="3570288" y="4119563"/>
          <p14:tracePt t="117629" x="3589338" y="4119563"/>
          <p14:tracePt t="117635" x="3600450" y="4125913"/>
          <p14:tracePt t="117645" x="3632200" y="4138613"/>
          <p14:tracePt t="117653" x="3651250" y="4144963"/>
          <p14:tracePt t="117669" x="3681413" y="4144963"/>
          <p14:tracePt t="117679" x="3687763" y="4144963"/>
          <p14:tracePt t="117688" x="3694113" y="4144963"/>
          <p14:tracePt t="117864" x="3694113" y="4151313"/>
          <p14:tracePt t="117877" x="3694113" y="4168775"/>
          <p14:tracePt t="117884" x="3694113" y="4175125"/>
          <p14:tracePt t="117893" x="3694113" y="4181475"/>
          <p14:tracePt t="117903" x="3694113" y="4187825"/>
          <p14:tracePt t="117914" x="3694113" y="4200525"/>
          <p14:tracePt t="117942" x="3694113" y="4213225"/>
          <p14:tracePt t="117971" x="3694113" y="4219575"/>
          <p14:tracePt t="117997" x="3694113" y="4224338"/>
          <p14:tracePt t="118021" x="3694113" y="4230688"/>
          <p14:tracePt t="118029" x="3687763" y="4230688"/>
          <p14:tracePt t="118047" x="3668713" y="4243388"/>
          <p14:tracePt t="118054" x="3663950" y="4249738"/>
          <p14:tracePt t="118061" x="3657600" y="4262438"/>
          <p14:tracePt t="118069" x="3657600" y="4268788"/>
          <p14:tracePt t="118078" x="3651250" y="4281488"/>
          <p14:tracePt t="118084" x="3651250" y="4286250"/>
          <p14:tracePt t="118093" x="3644900" y="4292600"/>
          <p14:tracePt t="118110" x="3644900" y="4318000"/>
          <p14:tracePt t="118113" x="3644900" y="4324350"/>
          <p14:tracePt t="118127" x="3644900" y="4343400"/>
          <p14:tracePt t="118133" x="3644900" y="4354513"/>
          <p14:tracePt t="118148" x="3644900" y="4386263"/>
          <p14:tracePt t="118161" x="3657600" y="4416425"/>
          <p14:tracePt t="118164" x="3663950" y="4429125"/>
          <p14:tracePt t="118180" x="3681413" y="4454525"/>
          <p14:tracePt t="118197" x="3694113" y="4484688"/>
          <p14:tracePt t="118215" x="3694113" y="4503738"/>
          <p14:tracePt t="118230" x="3700463" y="4522788"/>
          <p14:tracePt t="118240" x="3700463" y="4529138"/>
          <p14:tracePt t="118248" x="3700463" y="4535488"/>
          <p14:tracePt t="118258" x="3700463" y="4546600"/>
          <p14:tracePt t="118271" x="3694113" y="4552950"/>
          <p14:tracePt t="118277" x="3687763" y="4565650"/>
          <p14:tracePt t="118296" x="3657600" y="4603750"/>
          <p14:tracePt t="118312" x="3632200" y="4633913"/>
          <p14:tracePt t="118316" x="3625850" y="4652963"/>
          <p14:tracePt t="118328" x="3595688" y="4683125"/>
          <p14:tracePt t="118330" x="3589338" y="4695825"/>
          <p14:tracePt t="118346" x="3557588" y="4727575"/>
          <p14:tracePt t="118363" x="3465513" y="4806950"/>
          <p14:tracePt t="118370" x="3403600" y="4838700"/>
          <p14:tracePt t="118378" x="3346450" y="4862513"/>
          <p14:tracePt t="118389" x="3309938" y="4868863"/>
          <p14:tracePt t="118395" x="3254375" y="4894263"/>
          <p14:tracePt t="118409" x="3167063" y="4919663"/>
          <p14:tracePt t="118420" x="2932113" y="4975225"/>
          <p14:tracePt t="118428" x="2795588" y="4986338"/>
          <p14:tracePt t="118447" x="2509838" y="5037138"/>
          <p14:tracePt t="118455" x="2392363" y="5067300"/>
          <p14:tracePt t="118468" x="2200275" y="5111750"/>
          <p14:tracePt t="118477" x="1914525" y="5160963"/>
          <p14:tracePt t="118487" x="1766888" y="5178425"/>
          <p14:tracePt t="118494" x="1587500" y="5191125"/>
          <p14:tracePt t="118503" x="1438275" y="5203825"/>
          <p14:tracePt t="118507" x="1289050" y="5216525"/>
          <p14:tracePt t="118517" x="1171575" y="5216525"/>
          <p14:tracePt t="118529" x="1009650" y="5216525"/>
          <p14:tracePt t="118548" x="563563" y="5216525"/>
          <p14:tracePt t="118553" x="384175" y="5210175"/>
          <p14:tracePt t="118562" x="234950" y="5197475"/>
          <p14:tracePt t="118780" x="1060450" y="1957388"/>
          <p14:tracePt t="118784" x="1493838" y="1852613"/>
          <p14:tracePt t="118789" x="1884363" y="1765300"/>
          <p14:tracePt t="118799" x="2311400" y="1703388"/>
          <p14:tracePt t="118815" x="3036888" y="1641475"/>
          <p14:tracePt t="118829" x="3787775" y="1622425"/>
          <p14:tracePt t="118846" x="4699000" y="1622425"/>
          <p14:tracePt t="118861" x="5132388" y="1622425"/>
          <p14:tracePt t="118880" x="6018213" y="1660525"/>
          <p14:tracePt t="118895" x="6873875" y="1809750"/>
          <p14:tracePt t="118911" x="7554913" y="2032000"/>
          <p14:tracePt t="118932" x="8013700" y="2298700"/>
          <p14:tracePt t="118938" x="8101013" y="2379663"/>
          <p14:tracePt t="118948" x="8181975" y="2459038"/>
          <p14:tracePt t="118962" x="8293100" y="2595563"/>
          <p14:tracePt t="118973" x="8324850" y="2651125"/>
          <p14:tracePt t="118982" x="8361363" y="2706688"/>
          <p14:tracePt t="118994" x="8380413" y="2751138"/>
          <p14:tracePt t="118999" x="8393113" y="2800350"/>
          <p14:tracePt t="119010" x="8404225" y="2855913"/>
          <p14:tracePt t="119029" x="8404225" y="2967038"/>
          <p14:tracePt t="119045" x="8361363" y="3227388"/>
          <p14:tracePt t="119061" x="8312150" y="3400425"/>
          <p14:tracePt t="119079" x="8286750" y="3524250"/>
          <p14:tracePt t="119087" x="8274050" y="3581400"/>
          <p14:tracePt t="119102" x="8269288" y="3643313"/>
          <p14:tracePt t="119112" x="8231188" y="3698875"/>
          <p14:tracePt t="119118" x="8224838" y="3729038"/>
          <p14:tracePt t="119127" x="8194675" y="3754438"/>
          <p14:tracePt t="119142" x="8101013" y="3878263"/>
          <p14:tracePt t="119147" x="8081963" y="3890963"/>
          <p14:tracePt t="119156" x="8026400" y="3946525"/>
          <p14:tracePt t="119164" x="7983538" y="3983038"/>
          <p14:tracePt t="119170" x="7921625" y="4038600"/>
          <p14:tracePt t="119182" x="7878763" y="4076700"/>
          <p14:tracePt t="119196" x="7810500" y="4132263"/>
          <p14:tracePt t="119212" x="7735888" y="4168775"/>
          <p14:tracePt t="119214" x="7680325" y="4206875"/>
          <p14:tracePt t="119228" x="7488238" y="4268788"/>
          <p14:tracePt t="119237" x="7400925" y="4292600"/>
          <p14:tracePt t="119244" x="7296150" y="4337050"/>
          <p14:tracePt t="119250" x="7177088" y="4373563"/>
          <p14:tracePt t="119275" x="6954838" y="4422775"/>
          <p14:tracePt t="119285" x="6750050" y="4467225"/>
          <p14:tracePt t="119308" x="6515100" y="4478338"/>
          <p14:tracePt t="119321" x="6446838" y="4478338"/>
          <p14:tracePt t="119330" x="6346825" y="4478338"/>
          <p14:tracePt t="119346" x="6242050" y="4473575"/>
          <p14:tracePt t="119363" x="6148388" y="4454525"/>
          <p14:tracePt t="119382" x="6080125" y="4429125"/>
          <p14:tracePt t="119386" x="6056313" y="4429125"/>
          <p14:tracePt t="119395" x="6037263" y="4422775"/>
          <p14:tracePt t="119413" x="6024563" y="4416425"/>
          <p14:tracePt t="119453" x="6024563" y="4411663"/>
          <p14:tracePt t="119462" x="6018213" y="4411663"/>
          <p14:tracePt t="119478" x="6018213" y="4392613"/>
          <p14:tracePt t="119485" x="6005513" y="4379913"/>
          <p14:tracePt t="119495" x="6005513" y="4360863"/>
          <p14:tracePt t="119501" x="6005513" y="4354513"/>
          <p14:tracePt t="119505" x="6005513" y="4349750"/>
          <p14:tracePt t="119513" x="6005513" y="4343400"/>
          <p14:tracePt t="119528" x="6005513" y="4337050"/>
          <p14:tracePt t="119546" x="6005513" y="4324350"/>
          <p14:tracePt t="119564" x="6005513" y="4311650"/>
          <p14:tracePt t="119802" x="6005513" y="4318000"/>
          <p14:tracePt t="119814" x="6005513" y="4324350"/>
          <p14:tracePt t="119817" x="6011863" y="4337050"/>
          <p14:tracePt t="119835" x="6024563" y="4354513"/>
          <p14:tracePt t="119847" x="6043613" y="4373563"/>
          <p14:tracePt t="119869" x="6049963" y="4392613"/>
          <p14:tracePt t="119878" x="6056313" y="4398963"/>
          <p14:tracePt t="119885" x="6062663" y="4398963"/>
          <p14:tracePt t="119890" x="6067425" y="4411663"/>
          <p14:tracePt t="119903" x="6073775" y="4416425"/>
          <p14:tracePt t="119911" x="6086475" y="4416425"/>
          <p14:tracePt t="119928" x="6092825" y="4416425"/>
          <p14:tracePt t="119982" x="6092825" y="4411663"/>
          <p14:tracePt t="119994" x="6092825" y="4392613"/>
          <p14:tracePt t="120000" x="6092825" y="4386263"/>
          <p14:tracePt t="120011" x="6092825" y="4373563"/>
          <p14:tracePt t="120022" x="6092825" y="4367213"/>
          <p14:tracePt t="120029" x="6080125" y="4367213"/>
          <p14:tracePt t="120035" x="6080125" y="4360863"/>
          <p14:tracePt t="120051" x="6073775" y="4349750"/>
          <p14:tracePt t="120116" x="6067425" y="4349750"/>
          <p14:tracePt t="120128" x="6056313" y="4349750"/>
          <p14:tracePt t="120140" x="6037263" y="4354513"/>
          <p14:tracePt t="120145" x="6030913" y="4360863"/>
          <p14:tracePt t="120160" x="6018213" y="4367213"/>
          <p14:tracePt t="120168" x="6011863" y="4373563"/>
          <p14:tracePt t="120176" x="5999163" y="4379913"/>
          <p14:tracePt t="120184" x="5994400" y="4379913"/>
          <p14:tracePt t="120187" x="5988050" y="4386263"/>
          <p14:tracePt t="120197" x="5981700" y="4398963"/>
          <p14:tracePt t="120211" x="5975350" y="4405313"/>
          <p14:tracePt t="120310" x="5969000" y="4405313"/>
          <p14:tracePt t="120320" x="5969000" y="4386263"/>
          <p14:tracePt t="120335" x="5962650" y="4373563"/>
          <p14:tracePt t="120340" x="5962650" y="4360863"/>
          <p14:tracePt t="120350" x="5962650" y="4349750"/>
          <p14:tracePt t="120362" x="5962650" y="4337050"/>
          <p14:tracePt t="120370" x="5962650" y="4330700"/>
          <p14:tracePt t="120378" x="5962650" y="4318000"/>
          <p14:tracePt t="120387" x="5969000" y="4311650"/>
          <p14:tracePt t="120400" x="6011863" y="4286250"/>
          <p14:tracePt t="120411" x="6037263" y="4281488"/>
          <p14:tracePt t="120428" x="6111875" y="4219575"/>
          <p14:tracePt t="120444" x="6210300" y="4162425"/>
          <p14:tracePt t="120462" x="6297613" y="4119563"/>
          <p14:tracePt t="120469" x="6372225" y="4095750"/>
          <p14:tracePt t="120478" x="6457950" y="4057650"/>
          <p14:tracePt t="120486" x="6551613" y="4032250"/>
          <p14:tracePt t="120492" x="6638925" y="4008438"/>
          <p14:tracePt t="120500" x="6707188" y="3983038"/>
          <p14:tracePt t="120507" x="6792913" y="3959225"/>
          <p14:tracePt t="120513" x="6861175" y="3946525"/>
          <p14:tracePt t="120528" x="6916738" y="3940175"/>
          <p14:tracePt t="120540" x="6954838" y="3927475"/>
          <p14:tracePt t="120546" x="6985000" y="3921125"/>
          <p14:tracePt t="120550" x="6997700" y="3921125"/>
          <p14:tracePt t="120553" x="7023100" y="3921125"/>
          <p14:tracePt t="120563" x="7040563" y="3921125"/>
          <p14:tracePt t="120580" x="7053263" y="3921125"/>
          <p14:tracePt t="120595" x="7059613" y="3921125"/>
          <p14:tracePt t="120612" x="7072313" y="3921125"/>
          <p14:tracePt t="120629" x="7078663" y="3921125"/>
          <p14:tracePt t="120644" x="7085013" y="3927475"/>
          <p14:tracePt t="120651" x="7085013" y="3933825"/>
          <p14:tracePt t="120662" x="7085013" y="3940175"/>
          <p14:tracePt t="120675" x="7091363" y="3946525"/>
          <p14:tracePt t="120686" x="7091363" y="3952875"/>
          <p14:tracePt t="120699" x="7091363" y="3965575"/>
          <p14:tracePt t="120724" x="7091363" y="3970338"/>
          <p14:tracePt t="120822" x="7091363" y="3976688"/>
          <p14:tracePt t="120833" x="7091363" y="3983038"/>
          <p14:tracePt t="120848" x="7091363" y="3995738"/>
          <p14:tracePt t="120864" x="7091363" y="4014788"/>
          <p14:tracePt t="120870" x="7091363" y="4021138"/>
          <p14:tracePt t="120889" x="7091363" y="4032250"/>
          <p14:tracePt t="120899" x="7085013" y="4044950"/>
          <p14:tracePt t="121084" x="7078663" y="4044950"/>
          <p14:tracePt t="121101" x="7065963" y="4051300"/>
          <p14:tracePt t="121124" x="7059613" y="4051300"/>
          <p14:tracePt t="121142" x="7053263" y="4064000"/>
          <p14:tracePt t="121157" x="7046913" y="4064000"/>
          <p14:tracePt t="121168" x="7040563" y="4064000"/>
          <p14:tracePt t="121182" x="7010400" y="4070350"/>
          <p14:tracePt t="121195" x="6967538" y="4070350"/>
          <p14:tracePt t="121220" x="6899275" y="4076700"/>
          <p14:tracePt t="121229" x="6861175" y="4076700"/>
          <p14:tracePt t="121239" x="6842125" y="4089400"/>
          <p14:tracePt t="121247" x="6792913" y="4089400"/>
          <p14:tracePt t="121260" x="6737350" y="4089400"/>
          <p14:tracePt t="121268" x="6724650" y="4095750"/>
          <p14:tracePt t="121279" x="6688138" y="4095750"/>
          <p14:tracePt t="121283" x="6669088" y="4095750"/>
          <p14:tracePt t="121291" x="6632575" y="4095750"/>
          <p14:tracePt t="121300" x="6607175" y="4095750"/>
          <p14:tracePt t="121312" x="6581775" y="4095750"/>
          <p14:tracePt t="121316" x="6551613" y="4095750"/>
          <p14:tracePt t="121333" x="6508750" y="4095750"/>
          <p14:tracePt t="121342" x="6483350" y="4095750"/>
          <p14:tracePt t="121348" x="6477000" y="4095750"/>
          <p14:tracePt t="121415" x="6470650" y="4095750"/>
          <p14:tracePt t="121445" x="6470650" y="4100513"/>
          <p14:tracePt t="121488" x="6470650" y="4106863"/>
          <p14:tracePt t="121565" x="6470650" y="4083050"/>
          <p14:tracePt t="121575" x="6470650" y="4070350"/>
          <p14:tracePt t="121586" x="6470650" y="4038600"/>
          <p14:tracePt t="121591" x="6457950" y="4027488"/>
          <p14:tracePt t="121599" x="6457950" y="3995738"/>
          <p14:tracePt t="121612" x="6457950" y="3946525"/>
          <p14:tracePt t="121629" x="6483350" y="3852863"/>
          <p14:tracePt t="121646" x="6581775" y="3692525"/>
          <p14:tracePt t="121651" x="6700838" y="3543300"/>
          <p14:tracePt t="121659" x="6916738" y="3344863"/>
          <p14:tracePt t="121667" x="7208838" y="3079750"/>
          <p14:tracePt t="121678" x="7586663" y="2762250"/>
          <p14:tracePt t="121685" x="8132763" y="2373313"/>
          <p14:tracePt t="121693" x="8726488" y="1995488"/>
          <p14:tracePt t="121703" x="9321800" y="1673225"/>
          <p14:tracePt t="121712" x="9910763" y="1406525"/>
          <p14:tracePt t="121716" x="10487025" y="1189038"/>
          <p14:tracePt t="121729" x="10964863" y="1028700"/>
          <p14:tracePt t="121748" x="11987213" y="787400"/>
          <p14:tracePt t="121962" x="11745913" y="1784350"/>
          <p14:tracePt t="121972" x="11479213" y="1852613"/>
          <p14:tracePt t="121987" x="11206163" y="1901825"/>
          <p14:tracePt t="121998" x="11056938" y="1914525"/>
          <p14:tracePt t="122012" x="10779125" y="1944688"/>
          <p14:tracePt t="122029" x="10512425" y="1944688"/>
          <p14:tracePt t="122048" x="10245725" y="1957388"/>
          <p14:tracePt t="122058" x="10115550" y="1957388"/>
          <p14:tracePt t="122063" x="10004425" y="1957388"/>
          <p14:tracePt t="122069" x="9898063" y="1957388"/>
          <p14:tracePt t="122083" x="9718675" y="1957388"/>
          <p14:tracePt t="122096" x="9650413" y="1970088"/>
          <p14:tracePt t="122102" x="9564688" y="1970088"/>
          <p14:tracePt t="122119" x="9458325" y="1970088"/>
          <p14:tracePt t="122133" x="9421813" y="1970088"/>
          <p14:tracePt t="122137" x="9390063" y="1970088"/>
          <p14:tracePt t="122147" x="9366250" y="1970088"/>
          <p14:tracePt t="122150" x="9347200" y="1970088"/>
          <p14:tracePt t="122153" x="9340850" y="1970088"/>
          <p14:tracePt t="122164" x="9334500" y="1970088"/>
          <p14:tracePt t="122180" x="9315450" y="1970088"/>
          <p14:tracePt t="122197" x="9297988" y="1970088"/>
          <p14:tracePt t="122213" x="9278938" y="1976438"/>
          <p14:tracePt t="122218" x="9272588" y="1982788"/>
          <p14:tracePt t="122229" x="9259888" y="1989138"/>
          <p14:tracePt t="122235" x="9253538" y="1995488"/>
          <p14:tracePt t="122252" x="9240838" y="2006600"/>
          <p14:tracePt t="122260" x="9236075" y="2012950"/>
          <p14:tracePt t="122266" x="9217025" y="2025650"/>
          <p14:tracePt t="122285" x="9185275" y="2063750"/>
          <p14:tracePt t="122297" x="9167813" y="2074863"/>
          <p14:tracePt t="122301" x="9148763" y="2093913"/>
          <p14:tracePt t="122305" x="9129713" y="2112963"/>
          <p14:tracePt t="122314" x="9105900" y="2143125"/>
          <p14:tracePt t="122329" x="9074150" y="2162175"/>
          <p14:tracePt t="122349" x="9018588" y="2187575"/>
          <p14:tracePt t="122359" x="8999538" y="2192338"/>
          <p14:tracePt t="122367" x="8993188" y="2198688"/>
          <p14:tracePt t="122375" x="8986838" y="2198688"/>
          <p14:tracePt t="122387" x="8975725" y="2198688"/>
          <p14:tracePt t="122397" x="8969375" y="2198688"/>
          <p14:tracePt t="122401" x="8963025" y="2198688"/>
          <p14:tracePt t="122419" x="8956675" y="2198688"/>
          <p14:tracePt t="122435" x="8950325" y="2198688"/>
          <p14:tracePt t="122445" x="8943975" y="2198688"/>
          <p14:tracePt t="122526" x="8950325" y="2198688"/>
          <p14:tracePt t="122539" x="9031288" y="2181225"/>
          <p14:tracePt t="122557" x="9117013" y="2168525"/>
          <p14:tracePt t="122568" x="9223375" y="2143125"/>
          <p14:tracePt t="122579" x="9464675" y="2063750"/>
          <p14:tracePt t="122601" x="9793288" y="1938338"/>
          <p14:tracePt t="122606" x="9929813" y="1865313"/>
          <p14:tracePt t="122611" x="10047288" y="1814513"/>
          <p14:tracePt t="122621" x="10152063" y="1758950"/>
          <p14:tracePt t="122629" x="10258425" y="1709738"/>
          <p14:tracePt t="122647" x="10425113" y="1611313"/>
          <p14:tracePt t="122664" x="10480675" y="1573213"/>
          <p14:tracePt t="122668" x="10487025" y="1560513"/>
          <p14:tracePt t="122681" x="10493375" y="1549400"/>
          <p14:tracePt t="122759" x="10474325" y="1549400"/>
          <p14:tracePt t="122770" x="10469563" y="1560513"/>
          <p14:tracePt t="122776" x="10456863" y="1573213"/>
          <p14:tracePt t="122787" x="10437813" y="1604963"/>
          <p14:tracePt t="122799" x="10375900" y="1673225"/>
          <p14:tracePt t="122806" x="10326688" y="1746250"/>
          <p14:tracePt t="122812" x="10264775" y="1820863"/>
          <p14:tracePt t="122825" x="10213975" y="1895475"/>
          <p14:tracePt t="122830" x="10164763" y="1944688"/>
          <p14:tracePt t="122835" x="10140950" y="1970088"/>
          <p14:tracePt t="122845" x="10109200" y="2000250"/>
          <p14:tracePt t="122861" x="10010775" y="2081213"/>
          <p14:tracePt t="122880" x="9923463" y="2125663"/>
          <p14:tracePt t="122896" x="9842500" y="2162175"/>
          <p14:tracePt t="122900" x="9799638" y="2187575"/>
          <p14:tracePt t="122910" x="9761538" y="2205038"/>
          <p14:tracePt t="122922" x="9731375" y="2211388"/>
          <p14:tracePt t="122925" x="9718675" y="2224088"/>
          <p14:tracePt t="122932" x="9699625" y="2230438"/>
          <p14:tracePt t="122945" x="9694863" y="2236788"/>
          <p14:tracePt t="122962" x="9688513" y="2236788"/>
          <p14:tracePt t="123015" x="9699625" y="2205038"/>
          <p14:tracePt t="123027" x="9705975" y="2174875"/>
          <p14:tracePt t="123040" x="9761538" y="2063750"/>
          <p14:tracePt t="123046" x="9812338" y="1989138"/>
          <p14:tracePt t="123061" x="9985375" y="1803400"/>
          <p14:tracePt t="123084" x="10258425" y="1592263"/>
          <p14:tracePt t="123096" x="10333038" y="1555750"/>
          <p14:tracePt t="123103" x="10388600" y="1524000"/>
          <p14:tracePt t="123116" x="10407650" y="1517650"/>
          <p14:tracePt t="123181" x="10401300" y="1517650"/>
          <p14:tracePt t="123195" x="10388600" y="1517650"/>
          <p14:tracePt t="123207" x="10307638" y="1566863"/>
          <p14:tracePt t="123216" x="10233025" y="1617663"/>
          <p14:tracePt t="123229" x="10158413" y="1679575"/>
          <p14:tracePt t="123233" x="10102850" y="1722438"/>
          <p14:tracePt t="123247" x="10028238" y="1803400"/>
          <p14:tracePt t="123255" x="9955213" y="1852613"/>
          <p14:tracePt t="123261" x="9880600" y="1914525"/>
          <p14:tracePt t="123269" x="9767888" y="1982788"/>
          <p14:tracePt t="123276" x="9682163" y="2032000"/>
          <p14:tracePt t="123281" x="9588500" y="2081213"/>
          <p14:tracePt t="123290" x="9520238" y="2119313"/>
          <p14:tracePt t="123301" x="9428163" y="2155825"/>
          <p14:tracePt t="123315" x="9353550" y="2192338"/>
          <p14:tracePt t="123330" x="9240838" y="2236788"/>
          <p14:tracePt t="123348" x="9197975" y="2260600"/>
          <p14:tracePt t="123364" x="9178925" y="2266950"/>
          <p14:tracePt t="123404" x="9178925" y="2254250"/>
          <p14:tracePt t="123412" x="9191625" y="2230438"/>
          <p14:tracePt t="123421" x="9210675" y="2198688"/>
          <p14:tracePt t="123429" x="9229725" y="2174875"/>
          <p14:tracePt t="123444" x="9315450" y="2087563"/>
          <p14:tracePt t="123462" x="9409113" y="1982788"/>
          <p14:tracePt t="123468" x="9471025" y="1920875"/>
          <p14:tracePt t="123484" x="9532938" y="1858963"/>
          <p14:tracePt t="123493" x="9669463" y="1752600"/>
          <p14:tracePt t="123501" x="9725025" y="1716088"/>
          <p14:tracePt t="123512" x="9731375" y="1716088"/>
          <p14:tracePt t="123517" x="9737725" y="1716088"/>
          <p14:tracePt t="123559" x="9737725" y="1735138"/>
          <p14:tracePt t="123571" x="9725025" y="1784350"/>
          <p14:tracePt t="123578" x="9725025" y="1814513"/>
          <p14:tracePt t="123596" x="9688513" y="1882775"/>
          <p14:tracePt t="123603" x="9656763" y="1938338"/>
          <p14:tracePt t="123612" x="9607550" y="1982788"/>
          <p14:tracePt t="123622" x="9532938" y="2044700"/>
          <p14:tracePt t="123630" x="9490075" y="2081213"/>
          <p14:tracePt t="123635" x="9445625" y="2112963"/>
          <p14:tracePt t="123645" x="9409113" y="2130425"/>
          <p14:tracePt t="123655" x="9366250" y="2149475"/>
          <p14:tracePt t="123663" x="9340850" y="2162175"/>
          <p14:tracePt t="123680" x="9297988" y="2168525"/>
          <p14:tracePt t="123683" x="9278938" y="2168525"/>
          <p14:tracePt t="123701" x="9272588" y="2168525"/>
          <p14:tracePt t="123712" x="9266238" y="2168525"/>
          <p14:tracePt t="123731" x="9253538" y="2130425"/>
          <p14:tracePt t="123741" x="9253538" y="2093913"/>
          <p14:tracePt t="123748" x="9259888" y="2038350"/>
          <p14:tracePt t="123760" x="9272588" y="2000250"/>
          <p14:tracePt t="123770" x="9328150" y="1889125"/>
          <p14:tracePt t="123779" x="9377363" y="1814513"/>
          <p14:tracePt t="123787" x="9439275" y="1735138"/>
          <p14:tracePt t="123799" x="9501188" y="1660525"/>
          <p14:tracePt t="123812" x="9650413" y="1560513"/>
          <p14:tracePt t="123830" x="9718675" y="1543050"/>
          <p14:tracePt t="123835" x="9774238" y="1536700"/>
          <p14:tracePt t="123850" x="9825038" y="1536700"/>
          <p14:tracePt t="123854" x="9861550" y="1536700"/>
          <p14:tracePt t="123861" x="9867900" y="1536700"/>
          <p14:tracePt t="123866" x="9880600" y="1536700"/>
          <p14:tracePt t="123875" x="9891713" y="1549400"/>
          <p14:tracePt t="123885" x="9898063" y="1566863"/>
          <p14:tracePt t="123890" x="9898063" y="1617663"/>
          <p14:tracePt t="123905" x="9898063" y="1735138"/>
          <p14:tracePt t="123913" x="9898063" y="1771650"/>
          <p14:tracePt t="123929" x="9874250" y="1895475"/>
          <p14:tracePt t="123947" x="9774238" y="2032000"/>
          <p14:tracePt t="123962" x="9626600" y="2130425"/>
          <p14:tracePt t="123970" x="9520238" y="2168525"/>
          <p14:tracePt t="123988" x="9366250" y="2205038"/>
          <p14:tracePt t="124002" x="9315450" y="2205038"/>
          <p14:tracePt t="124011" x="9291638" y="2187575"/>
          <p14:tracePt t="124030" x="9259888" y="2136775"/>
          <p14:tracePt t="124034" x="9253538" y="2068513"/>
          <p14:tracePt t="124045" x="9240838" y="2000250"/>
          <p14:tracePt t="124065" x="9240838" y="1938338"/>
          <p14:tracePt t="124070" x="9240838" y="1876425"/>
          <p14:tracePt t="124079" x="9247188" y="1758950"/>
          <p14:tracePt t="124084" x="9272588" y="1622425"/>
          <p14:tracePt t="124093" x="9304338" y="1504950"/>
          <p14:tracePt t="124102" x="9353550" y="1381125"/>
          <p14:tracePt t="124115" x="9471025" y="1220788"/>
          <p14:tracePt t="124125" x="9558338" y="1152525"/>
          <p14:tracePt t="124132" x="9631363" y="1114425"/>
          <p14:tracePt t="124148" x="9756775" y="1084263"/>
          <p14:tracePt t="124159" x="9825038" y="1084263"/>
          <p14:tracePt t="124165" x="9855200" y="1084263"/>
          <p14:tracePt t="124173" x="9880600" y="1114425"/>
          <p14:tracePt t="124181" x="9929813" y="1171575"/>
          <p14:tracePt t="124190" x="9936163" y="1201738"/>
          <p14:tracePt t="124196" x="9959975" y="1263650"/>
          <p14:tracePt t="124207" x="9985375" y="1338263"/>
          <p14:tracePt t="124218" x="10010775" y="1504950"/>
          <p14:tracePt t="124229" x="10010775" y="1611313"/>
          <p14:tracePt t="124245" x="9979025" y="1765300"/>
          <p14:tracePt t="124262" x="9904413" y="1908175"/>
          <p14:tracePt t="124271" x="9861550" y="1970088"/>
          <p14:tracePt t="124278" x="9812338" y="2012950"/>
          <p14:tracePt t="124285" x="9767888" y="2044700"/>
          <p14:tracePt t="124293" x="9725025" y="2081213"/>
          <p14:tracePt t="124309" x="9688513" y="2100263"/>
          <p14:tracePt t="124316" x="9631363" y="2119313"/>
          <p14:tracePt t="124324" x="9607550" y="2119313"/>
          <p14:tracePt t="124331" x="9588500" y="2119313"/>
          <p14:tracePt t="124347" x="9575800" y="2112963"/>
          <p14:tracePt t="124355" x="9575800" y="2093913"/>
          <p14:tracePt t="124363" x="9564688" y="2068513"/>
          <p14:tracePt t="124380" x="9551988" y="1963738"/>
          <p14:tracePt t="124399" x="9551988" y="1889125"/>
          <p14:tracePt t="124408" x="9558338" y="1833563"/>
          <p14:tracePt t="124414" x="9569450" y="1784350"/>
          <p14:tracePt t="124419" x="9607550" y="1690688"/>
          <p14:tracePt t="124429" x="9626600" y="1673225"/>
          <p14:tracePt t="124445" x="9737725" y="1585913"/>
          <p14:tracePt t="124450" x="9774238" y="1573213"/>
          <p14:tracePt t="124462" x="9842500" y="1566863"/>
          <p14:tracePt t="124478" x="9923463" y="1566863"/>
          <p14:tracePt t="124485" x="9948863" y="1566863"/>
          <p14:tracePt t="124496" x="9959975" y="1573213"/>
          <p14:tracePt t="124509" x="9979025" y="1654175"/>
          <p14:tracePt t="124518" x="9979025" y="1679575"/>
          <p14:tracePt t="124534" x="9979025" y="1809750"/>
          <p14:tracePt t="124539" x="9979025" y="1895475"/>
          <p14:tracePt t="124550" x="9972675" y="1982788"/>
          <p14:tracePt t="124562" x="9948863" y="2068513"/>
          <p14:tracePt t="124581" x="9842500" y="2187575"/>
          <p14:tracePt t="124587" x="9786938" y="2211388"/>
          <p14:tracePt t="124597" x="9756775" y="2211388"/>
          <p14:tracePt t="124604" x="9731375" y="2217738"/>
          <p14:tracePt t="124611" x="9712325" y="2217738"/>
          <p14:tracePt t="124623" x="9699625" y="2217738"/>
          <p14:tracePt t="124630" x="9694863" y="2217738"/>
          <p14:tracePt t="124647" x="9675813" y="2168525"/>
          <p14:tracePt t="124650" x="9675813" y="2136775"/>
          <p14:tracePt t="124662" x="9663113" y="2074863"/>
          <p14:tracePt t="124679" x="9663113" y="1957388"/>
          <p14:tracePt t="124682" x="9663113" y="1871663"/>
          <p14:tracePt t="124695" x="9663113" y="1790700"/>
          <p14:tracePt t="124708" x="9682163" y="1635125"/>
          <p14:tracePt t="124715" x="9705975" y="1579563"/>
          <p14:tracePt t="124738" x="9761538" y="1468438"/>
          <p14:tracePt t="124744" x="9793288" y="1425575"/>
          <p14:tracePt t="124755" x="9836150" y="1393825"/>
          <p14:tracePt t="124766" x="9855200" y="1393825"/>
          <p14:tracePt t="124781" x="9867900" y="1393825"/>
          <p14:tracePt t="124786" x="9886950" y="1400175"/>
          <p14:tracePt t="124797" x="9886950" y="1406525"/>
          <p14:tracePt t="124814" x="9891713" y="1468438"/>
          <p14:tracePt t="124819" x="9891713" y="1517650"/>
          <p14:tracePt t="124825" x="9891713" y="1579563"/>
          <p14:tracePt t="124835" x="9891713" y="1617663"/>
          <p14:tracePt t="124850" x="9874250" y="1784350"/>
          <p14:tracePt t="124863" x="9848850" y="1871663"/>
          <p14:tracePt t="124869" x="9805988" y="1989138"/>
          <p14:tracePt t="124879" x="9756775" y="2112963"/>
          <p14:tracePt t="124887" x="9712325" y="2217738"/>
          <p14:tracePt t="124895" x="9675813" y="2305050"/>
          <p14:tracePt t="124903" x="9637713" y="2379663"/>
          <p14:tracePt t="124912" x="9588500" y="2484438"/>
          <p14:tracePt t="124924" x="9451975" y="2695575"/>
          <p14:tracePt t="124929" x="9390063" y="2800350"/>
          <p14:tracePt t="124938" x="9309100" y="2911475"/>
          <p14:tracePt t="124950" x="9223375" y="3035300"/>
          <p14:tracePt t="124962" x="9048750" y="3246438"/>
          <p14:tracePt t="124980" x="8801100" y="3543300"/>
          <p14:tracePt t="124996" x="8578850" y="3790950"/>
          <p14:tracePt t="125014" x="8455025" y="3914775"/>
          <p14:tracePt t="125030" x="8237538" y="4119563"/>
          <p14:tracePt t="125046" x="8051800" y="4262438"/>
          <p14:tracePt t="125052" x="7964488" y="4330700"/>
          <p14:tracePt t="125063" x="7840663" y="4398963"/>
          <p14:tracePt t="125067" x="7716838" y="4467225"/>
          <p14:tracePt t="125080" x="7599363" y="4516438"/>
          <p14:tracePt t="125084" x="7462838" y="4572000"/>
          <p14:tracePt t="125093" x="7339013" y="4614863"/>
          <p14:tracePt t="125101" x="7202488" y="4652963"/>
          <p14:tracePt t="125105" x="7085013" y="4695825"/>
          <p14:tracePt t="125117" x="6997700" y="4721225"/>
          <p14:tracePt t="125127" x="6880225" y="4745038"/>
          <p14:tracePt t="125146" x="6588125" y="4783138"/>
          <p14:tracePt t="125162" x="6421438" y="4806950"/>
          <p14:tracePt t="125179" x="6284913" y="4832350"/>
          <p14:tracePt t="125189" x="6216650" y="4832350"/>
          <p14:tracePt t="125203" x="6124575" y="4838700"/>
          <p14:tracePt t="125212" x="6086475" y="4838700"/>
          <p14:tracePt t="125230" x="6030913" y="4838700"/>
          <p14:tracePt t="125234" x="6018213" y="4838700"/>
          <p14:tracePt t="125246" x="5994400" y="4838700"/>
          <p14:tracePt t="125251" x="5975350" y="4838700"/>
          <p14:tracePt t="125265" x="5949950" y="4838700"/>
          <p14:tracePt t="125275" x="5943600" y="4832350"/>
          <p14:tracePt t="125290" x="5937250" y="4832350"/>
          <p14:tracePt t="125308" x="5937250" y="4826000"/>
          <p14:tracePt t="125315" x="5932488" y="4826000"/>
          <p14:tracePt t="125331" x="5926138" y="4806950"/>
          <p14:tracePt t="125347" x="5900738" y="4794250"/>
          <p14:tracePt t="125364" x="5881688" y="4770438"/>
          <p14:tracePt t="125380" x="5826125" y="4764088"/>
          <p14:tracePt t="125399" x="5757863" y="4751388"/>
          <p14:tracePt t="125408" x="5745163" y="4751388"/>
          <p14:tracePt t="125415" x="5727700" y="4751388"/>
          <p14:tracePt t="125429" x="5715000" y="4751388"/>
          <p14:tracePt t="125436" x="5689600" y="4751388"/>
          <p14:tracePt t="125441" x="5672138" y="4745038"/>
          <p14:tracePt t="125451" x="5646738" y="4745038"/>
          <p14:tracePt t="125461" x="5627688" y="4738688"/>
          <p14:tracePt t="125480" x="5565775" y="4721225"/>
          <p14:tracePt t="125497" x="5461000" y="4708525"/>
          <p14:tracePt t="125513" x="5373688" y="4708525"/>
          <p14:tracePt t="125532" x="5268913" y="4695825"/>
          <p14:tracePt t="125538" x="5237163" y="4683125"/>
          <p14:tracePt t="125548" x="5200650" y="4683125"/>
          <p14:tracePt t="125569" x="5151438" y="4670425"/>
          <p14:tracePt t="125574" x="5119688" y="4659313"/>
          <p14:tracePt t="125581" x="5100638" y="4640263"/>
          <p14:tracePt t="125589" x="5089525" y="4633913"/>
          <p14:tracePt t="125597" x="5083175" y="4627563"/>
          <p14:tracePt t="125608" x="5070475" y="4627563"/>
          <p14:tracePt t="125614" x="5057775" y="4614863"/>
          <p14:tracePt t="125621" x="5051425" y="4608513"/>
          <p14:tracePt t="125629" x="5045075" y="4608513"/>
          <p14:tracePt t="125645" x="5045075" y="4603750"/>
          <p14:tracePt t="125701" x="5045075" y="4597400"/>
          <p14:tracePt t="125711" x="5045075" y="4591050"/>
          <p14:tracePt t="125717" x="5038725" y="4584700"/>
          <p14:tracePt t="125725" x="5038725" y="4578350"/>
          <p14:tracePt t="125733" x="5038725" y="4572000"/>
          <p14:tracePt t="125743" x="5026025" y="4559300"/>
          <p14:tracePt t="125758" x="5021263" y="4540250"/>
          <p14:tracePt t="125767" x="5021263" y="4535488"/>
          <p14:tracePt t="125781" x="5014913" y="4529138"/>
          <p14:tracePt t="125789" x="5014913" y="4516438"/>
          <p14:tracePt t="125802" x="5008563" y="4510088"/>
          <p14:tracePt t="125828" x="5008563" y="4503738"/>
          <p14:tracePt t="125844" x="5002213" y="4497388"/>
          <p14:tracePt t="125856" x="5002213" y="4491038"/>
          <p14:tracePt t="125869" x="5002213" y="4484688"/>
          <p14:tracePt t="125880" x="4995863" y="4478338"/>
          <p14:tracePt t="125898" x="4995863" y="4460875"/>
          <p14:tracePt t="125915" x="4995863" y="4454525"/>
          <p14:tracePt t="126005" x="4995863" y="4448175"/>
          <p14:tracePt t="126017" x="5002213" y="4448175"/>
          <p14:tracePt t="126022" x="5014913" y="4448175"/>
          <p14:tracePt t="126035" x="5038725" y="4441825"/>
          <p14:tracePt t="126047" x="5045075" y="4435475"/>
          <p14:tracePt t="126062" x="5070475" y="4435475"/>
          <p14:tracePt t="126080" x="5089525" y="4435475"/>
          <p14:tracePt t="126092" x="5113338" y="4435475"/>
          <p14:tracePt t="126103" x="5126038" y="4435475"/>
          <p14:tracePt t="126113" x="5194300" y="4435475"/>
          <p14:tracePt t="126130" x="5268913" y="4435475"/>
          <p14:tracePt t="126147" x="5367338" y="4411663"/>
          <p14:tracePt t="126164" x="5541963" y="4386263"/>
          <p14:tracePt t="126180" x="5757863" y="4386263"/>
          <p14:tracePt t="126197" x="6005513" y="4373563"/>
          <p14:tracePt t="126208" x="6118225" y="4373563"/>
          <p14:tracePt t="126213" x="6216650" y="4373563"/>
          <p14:tracePt t="126227" x="6323013" y="4373563"/>
          <p14:tracePt t="126233" x="6434138" y="4373563"/>
          <p14:tracePt t="126239" x="6457950" y="4373563"/>
          <p14:tracePt t="126246" x="6489700" y="4373563"/>
          <p14:tracePt t="126255" x="6538913" y="4373563"/>
          <p14:tracePt t="126268" x="6613525" y="4373563"/>
          <p14:tracePt t="126281" x="6638925" y="4373563"/>
          <p14:tracePt t="126291" x="6645275" y="4373563"/>
          <p14:tracePt t="126382" x="6650038" y="4373563"/>
          <p14:tracePt t="126395" x="6669088" y="4379913"/>
          <p14:tracePt t="126409" x="6700838" y="4379913"/>
          <p14:tracePt t="126418" x="6724650" y="4386263"/>
          <p14:tracePt t="126423" x="6743700" y="4392613"/>
          <p14:tracePt t="126433" x="6769100" y="4405313"/>
          <p14:tracePt t="126443" x="6786563" y="4405313"/>
          <p14:tracePt t="126459" x="6837363" y="4422775"/>
          <p14:tracePt t="126469" x="6854825" y="4429125"/>
          <p14:tracePt t="126485" x="6861175" y="4429125"/>
          <p14:tracePt t="126499" x="6873875" y="4435475"/>
          <p14:tracePt t="126836" x="6880225" y="4441825"/>
          <p14:tracePt t="126849" x="6886575" y="4448175"/>
          <p14:tracePt t="126853" x="6886575" y="4460875"/>
          <p14:tracePt t="126875" x="6899275" y="4473575"/>
          <p14:tracePt t="126884" x="6910388" y="4478338"/>
          <p14:tracePt t="126899" x="6923088" y="4478338"/>
          <p14:tracePt t="126914" x="6923088" y="4484688"/>
          <p14:tracePt t="127024" x="6929438" y="4484688"/>
          <p14:tracePt t="127041" x="6942138" y="4484688"/>
          <p14:tracePt t="127051" x="6948488" y="4484688"/>
          <p14:tracePt t="127060" x="6961188" y="4484688"/>
          <p14:tracePt t="127068" x="6961188" y="4491038"/>
          <p14:tracePt t="127077" x="6967538" y="4497388"/>
          <p14:tracePt t="127085" x="6972300" y="4497388"/>
          <p14:tracePt t="127089" x="6978650" y="4503738"/>
          <p14:tracePt t="127098" x="6985000" y="4516438"/>
          <p14:tracePt t="127113" x="6997700" y="4529138"/>
          <p14:tracePt t="127130" x="7023100" y="4535488"/>
          <p14:tracePt t="127148" x="7029450" y="4540250"/>
          <p14:tracePt t="127159" x="7053263" y="4546600"/>
          <p14:tracePt t="127166" x="7065963" y="4546600"/>
          <p14:tracePt t="127181" x="7085013" y="4559300"/>
          <p14:tracePt t="127190" x="7091363" y="4559300"/>
          <p14:tracePt t="127198" x="7102475" y="4559300"/>
          <p14:tracePt t="127219" x="7115175" y="4559300"/>
          <p14:tracePt t="127228" x="7121525" y="4559300"/>
          <p14:tracePt t="127251" x="7140575" y="4559300"/>
          <p14:tracePt t="127284" x="7146925" y="4559300"/>
          <p14:tracePt t="127301" x="7153275" y="4559300"/>
          <p14:tracePt t="127334" x="7165975" y="4559300"/>
          <p14:tracePt t="127405" x="7170738" y="4559300"/>
          <p14:tracePt t="127430" x="7177088" y="4559300"/>
          <p14:tracePt t="127444" x="7183438" y="4559300"/>
          <p14:tracePt t="127469" x="7189788" y="4559300"/>
          <p14:tracePt t="127492" x="7196138" y="4559300"/>
          <p14:tracePt t="127509" x="7202488" y="4552950"/>
          <p14:tracePt t="127523" x="7215188" y="4552950"/>
          <p14:tracePt t="127531" x="7215188" y="4540250"/>
          <p14:tracePt t="127549" x="7221538" y="4540250"/>
          <p14:tracePt t="127564" x="7227888" y="4540250"/>
          <p14:tracePt t="127582" x="7232650" y="4540250"/>
          <p14:tracePt t="127629" x="7239000" y="4540250"/>
          <p14:tracePt t="127636" x="7239000" y="4535488"/>
          <p14:tracePt t="127650" x="7245350" y="4535488"/>
          <p14:tracePt t="127664" x="7251700" y="4535488"/>
          <p14:tracePt t="127684" x="7258050" y="4535488"/>
          <p14:tracePt t="127717" x="7270750" y="4535488"/>
          <p14:tracePt t="127731" x="7289800" y="4529138"/>
          <p14:tracePt t="127742" x="7307263" y="4529138"/>
          <p14:tracePt t="127750" x="7319963" y="4522788"/>
          <p14:tracePt t="127764" x="7326313" y="4522788"/>
          <p14:tracePt t="127784" x="7375525" y="4510088"/>
          <p14:tracePt t="127790" x="7394575" y="4510088"/>
          <p14:tracePt t="127797" x="7407275" y="4510088"/>
          <p14:tracePt t="127808" x="7424738" y="4510088"/>
          <p14:tracePt t="127818" x="7456488" y="4516438"/>
          <p14:tracePt t="127836" x="7475538" y="4522788"/>
          <p14:tracePt t="127846" x="7493000" y="4522788"/>
          <p14:tracePt t="127866" x="7554913" y="4535488"/>
          <p14:tracePt t="127881" x="7567613" y="4535488"/>
          <p14:tracePt t="127884" x="7599363" y="4535488"/>
          <p14:tracePt t="127889" x="7612063" y="4535488"/>
          <p14:tracePt t="127899" x="7629525" y="4540250"/>
          <p14:tracePt t="127909" x="7648575" y="4540250"/>
          <p14:tracePt t="127916" x="7673975" y="4540250"/>
          <p14:tracePt t="127925" x="7685088" y="4540250"/>
          <p14:tracePt t="127931" x="7716838" y="4540250"/>
          <p14:tracePt t="127939" x="7729538" y="4540250"/>
          <p14:tracePt t="127947" x="7759700" y="4540250"/>
          <p14:tracePt t="127957" x="7785100" y="4535488"/>
          <p14:tracePt t="127963" x="7821613" y="4535488"/>
          <p14:tracePt t="127971" x="7847013" y="4535488"/>
          <p14:tracePt t="127980" x="7872413" y="4535488"/>
          <p14:tracePt t="127997" x="7940675" y="4529138"/>
          <p14:tracePt t="128013" x="7989888" y="4529138"/>
          <p14:tracePt t="128019" x="8026400" y="4529138"/>
          <p14:tracePt t="128031" x="8058150" y="4529138"/>
          <p14:tracePt t="128036" x="8094663" y="4529138"/>
          <p14:tracePt t="128043" x="8120063" y="4529138"/>
          <p14:tracePt t="128060" x="8169275" y="4529138"/>
          <p14:tracePt t="128069" x="8188325" y="4529138"/>
          <p14:tracePt t="128074" x="8212138" y="4529138"/>
          <p14:tracePt t="128088" x="8243888" y="4529138"/>
          <p14:tracePt t="128091" x="8256588" y="4529138"/>
          <p14:tracePt t="128098" x="8280400" y="4529138"/>
          <p14:tracePt t="128114" x="8324850" y="4529138"/>
          <p14:tracePt t="128131" x="8348663" y="4522788"/>
          <p14:tracePt t="128147" x="8380413" y="4522788"/>
          <p14:tracePt t="128164" x="8404225" y="4522788"/>
          <p14:tracePt t="128186" x="8423275" y="4522788"/>
          <p14:tracePt t="128196" x="8429625" y="4522788"/>
          <p14:tracePt t="128207" x="8485188" y="4522788"/>
          <p14:tracePt t="128215" x="8497888" y="4522788"/>
          <p14:tracePt t="128230" x="8540750" y="4522788"/>
          <p14:tracePt t="128234" x="8572500" y="4522788"/>
          <p14:tracePt t="128247" x="8585200" y="4522788"/>
          <p14:tracePt t="128251" x="8609013" y="4522788"/>
          <p14:tracePt t="128268" x="8653463" y="4522788"/>
          <p14:tracePt t="128275" x="8670925" y="4522788"/>
          <p14:tracePt t="128282" x="8683625" y="4522788"/>
          <p14:tracePt t="128302" x="8709025" y="4522788"/>
          <p14:tracePt t="128314" x="8715375" y="4522788"/>
          <p14:tracePt t="128331" x="8732838" y="4510088"/>
          <p14:tracePt t="128350" x="8745538" y="4503738"/>
          <p14:tracePt t="129013" x="8751888" y="4497388"/>
          <p14:tracePt t="129030" x="8751888" y="4491038"/>
          <p14:tracePt t="129072" x="8758238" y="4491038"/>
          <p14:tracePt t="129209" x="8758238" y="4484688"/>
          <p14:tracePt t="129465" x="8764588" y="4478338"/>
          <p14:tracePt t="129478" x="8770938" y="4473575"/>
          <p14:tracePt t="129502" x="8777288" y="4473575"/>
          <p14:tracePt t="129520" x="8801100" y="4473575"/>
          <p14:tracePt t="129529" x="8807450" y="4473575"/>
          <p14:tracePt t="129545" x="8845550" y="4473575"/>
          <p14:tracePt t="129553" x="8901113" y="4473575"/>
          <p14:tracePt t="129564" x="8937625" y="4473575"/>
          <p14:tracePt t="129571" x="8999538" y="4484688"/>
          <p14:tracePt t="129582" x="9043988" y="4491038"/>
          <p14:tracePt t="129599" x="9129713" y="4491038"/>
          <p14:tracePt t="129602" x="9191625" y="4503738"/>
          <p14:tracePt t="129612" x="9240838" y="4503738"/>
          <p14:tracePt t="129632" x="9309100" y="4503738"/>
          <p14:tracePt t="129638" x="9334500" y="4516438"/>
          <p14:tracePt t="129655" x="9390063" y="4516438"/>
          <p14:tracePt t="129665" x="9439275" y="4516438"/>
          <p14:tracePt t="129681" x="9464675" y="4516438"/>
          <p14:tracePt t="129697" x="9471025" y="4516438"/>
          <p14:tracePt t="129765" x="9477375" y="4516438"/>
          <p14:tracePt t="130952" x="9483725" y="4516438"/>
          <p14:tracePt t="130963" x="9483725" y="4510088"/>
          <p14:tracePt t="130974" x="9490075" y="4510088"/>
          <p14:tracePt t="131256" x="9490075" y="4503738"/>
          <p14:tracePt t="131277" x="9490075" y="4497388"/>
          <p14:tracePt t="131290" x="9490075" y="4491038"/>
          <p14:tracePt t="131301" x="9490075" y="4467225"/>
          <p14:tracePt t="131314" x="9501188" y="4435475"/>
          <p14:tracePt t="131332" x="9507538" y="4405313"/>
          <p14:tracePt t="131348" x="9513888" y="4405313"/>
          <p14:tracePt t="131364" x="9513888" y="4398963"/>
          <p14:tracePt t="131381" x="9520238" y="4398963"/>
          <p14:tracePt t="131427" x="9520238" y="4392613"/>
          <p14:tracePt t="131435" x="9545638" y="4373563"/>
          <p14:tracePt t="131445" x="9551988" y="4367213"/>
          <p14:tracePt t="131454" x="9569450" y="4360863"/>
          <p14:tracePt t="131464" x="9575800" y="4349750"/>
          <p14:tracePt t="131519" x="9575800" y="4343400"/>
          <p14:tracePt t="131529" x="9588500" y="4343400"/>
          <p14:tracePt t="131538" x="9644063" y="4324350"/>
          <p14:tracePt t="131542" x="9705975" y="4324350"/>
          <p14:tracePt t="131554" x="9780588" y="4324350"/>
          <p14:tracePt t="131568" x="9829800" y="4324350"/>
          <p14:tracePt t="131579" x="9867900" y="4324350"/>
          <p14:tracePt t="131585" x="9904413" y="4324350"/>
          <p14:tracePt t="131588" x="9972675" y="4330700"/>
          <p14:tracePt t="131595" x="10059988" y="4354513"/>
          <p14:tracePt t="131603" x="10177463" y="4392613"/>
          <p14:tracePt t="131614" x="10313988" y="4435475"/>
          <p14:tracePt t="131618" x="10469563" y="4491038"/>
          <p14:tracePt t="131631" x="10604500" y="4559300"/>
          <p14:tracePt t="131634" x="10741025" y="4640263"/>
          <p14:tracePt t="131648" x="10902950" y="4745038"/>
          <p14:tracePt t="131654" x="11045825" y="4838700"/>
          <p14:tracePt t="131670" x="11244263" y="5011738"/>
          <p14:tracePt t="131685" x="11385550" y="5184775"/>
          <p14:tracePt t="131702" x="11404600" y="5259388"/>
          <p14:tracePt t="131717" x="11404600" y="5334000"/>
          <p14:tracePt t="131733" x="11391900" y="5414963"/>
          <p14:tracePt t="131750" x="11342688" y="5494338"/>
          <p14:tracePt t="131764" x="11268075" y="5545138"/>
          <p14:tracePt t="131781" x="11176000" y="5568950"/>
          <p14:tracePt t="131799" x="11114088" y="5568950"/>
          <p14:tracePt t="131807" x="11075988" y="5568950"/>
          <p14:tracePt t="131814" x="11063288" y="5568950"/>
          <p14:tracePt t="131821" x="11033125" y="5568950"/>
          <p14:tracePt t="131831" x="11007725" y="5568950"/>
          <p14:tracePt t="131845" x="10990263" y="5562600"/>
          <p14:tracePt t="131854" x="10977563" y="5562600"/>
          <p14:tracePt t="131860" x="10971213" y="5556250"/>
          <p14:tracePt t="131868" x="10964863" y="5556250"/>
          <p14:tracePt t="131881" x="10958513" y="5551488"/>
          <p14:tracePt t="131898" x="10945813" y="5551488"/>
          <p14:tracePt t="131916" x="10890250" y="5526088"/>
          <p14:tracePt t="131936" x="10847388" y="5519738"/>
          <p14:tracePt t="131949" x="10815638" y="5507038"/>
          <p14:tracePt t="131958" x="10798175" y="5507038"/>
          <p14:tracePt t="131967" x="10772775" y="5500688"/>
          <p14:tracePt t="131975" x="10753725" y="5500688"/>
          <p14:tracePt t="131985" x="10729913" y="5483225"/>
          <p14:tracePt t="131999" x="10723563" y="5476875"/>
          <p14:tracePt t="132003" x="10710863" y="5464175"/>
          <p14:tracePt t="132014" x="10704513" y="5457825"/>
          <p14:tracePt t="132032" x="10679113" y="5432425"/>
          <p14:tracePt t="132035" x="10661650" y="5421313"/>
          <p14:tracePt t="132042" x="10642600" y="5414963"/>
          <p14:tracePt t="132060" x="10636250" y="5408613"/>
          <p14:tracePt t="132065" x="10593388" y="5383213"/>
          <p14:tracePt t="132081" x="10580688" y="5370513"/>
          <p14:tracePt t="132087" x="10561638" y="5359400"/>
          <p14:tracePt t="132095" x="10542588" y="5346700"/>
          <p14:tracePt t="132104" x="10518775" y="5327650"/>
          <p14:tracePt t="132110" x="10487025" y="5308600"/>
          <p14:tracePt t="132116" x="10469563" y="5291138"/>
          <p14:tracePt t="132130" x="10425113" y="5259388"/>
          <p14:tracePt t="132145" x="10401300" y="5246688"/>
          <p14:tracePt t="132150" x="10382250" y="5229225"/>
          <p14:tracePt t="132156" x="10350500" y="5222875"/>
          <p14:tracePt t="132168" x="10333038" y="5203825"/>
          <p14:tracePt t="132181" x="10307638" y="5191125"/>
          <p14:tracePt t="132199" x="10282238" y="5184775"/>
          <p14:tracePt t="132205" x="10271125" y="5173663"/>
          <p14:tracePt t="132211" x="10252075" y="5160963"/>
          <p14:tracePt t="132224" x="10233025" y="5154613"/>
          <p14:tracePt t="132229" x="10209213" y="5135563"/>
          <p14:tracePt t="132241" x="10177463" y="5129213"/>
          <p14:tracePt t="132255" x="10158413" y="5116513"/>
          <p14:tracePt t="132267" x="10152063" y="5111750"/>
          <p14:tracePt t="132286" x="10140950" y="5099050"/>
          <p14:tracePt t="132291" x="10134600" y="5099050"/>
          <p14:tracePt t="132299" x="10121900" y="5092700"/>
          <p14:tracePt t="132313" x="10115550" y="5086350"/>
          <p14:tracePt t="132316" x="10109200" y="5073650"/>
          <p14:tracePt t="132324" x="10102850" y="5073650"/>
          <p14:tracePt t="132332" x="10102850" y="5067300"/>
          <p14:tracePt t="132348" x="10096500" y="5060950"/>
          <p14:tracePt t="132466" x="10096500" y="5080000"/>
          <p14:tracePt t="132474" x="10096500" y="5092700"/>
          <p14:tracePt t="132485" x="10102850" y="5111750"/>
          <p14:tracePt t="132502" x="10115550" y="5135563"/>
          <p14:tracePt t="132524" x="10128250" y="5184775"/>
          <p14:tracePt t="132530" x="10140950" y="5197475"/>
          <p14:tracePt t="132549" x="10152063" y="5210175"/>
          <p14:tracePt t="132564" x="10152063" y="5216525"/>
          <p14:tracePt t="132614" x="10152063" y="5210175"/>
          <p14:tracePt t="132627" x="10147300" y="5197475"/>
          <p14:tracePt t="132632" x="10128250" y="5184775"/>
          <p14:tracePt t="132636" x="10121900" y="5167313"/>
          <p14:tracePt t="132642" x="10102850" y="5148263"/>
          <p14:tracePt t="132652" x="10083800" y="5122863"/>
          <p14:tracePt t="132666" x="10053638" y="5099050"/>
          <p14:tracePt t="132678" x="10040938" y="5080000"/>
          <p14:tracePt t="132695" x="10034588" y="5073650"/>
          <p14:tracePt t="132705" x="10028238" y="5054600"/>
          <p14:tracePt t="132714" x="10028238" y="5048250"/>
          <p14:tracePt t="132732" x="10028238" y="5043488"/>
          <p14:tracePt t="132749" x="10053638" y="5043488"/>
          <p14:tracePt t="132770" x="10102850" y="5073650"/>
          <p14:tracePt t="132779" x="10147300" y="5105400"/>
          <p14:tracePt t="132784" x="10190163" y="5135563"/>
          <p14:tracePt t="132788" x="10233025" y="5178425"/>
          <p14:tracePt t="132798" x="10264775" y="5210175"/>
          <p14:tracePt t="132808" x="10307638" y="5253038"/>
          <p14:tracePt t="132814" x="10350500" y="5284788"/>
          <p14:tracePt t="132819" x="10394950" y="5334000"/>
          <p14:tracePt t="132830" x="10437813" y="5365750"/>
          <p14:tracePt t="132834" x="10499725" y="5408613"/>
          <p14:tracePt t="132847" x="10525125" y="5427663"/>
          <p14:tracePt t="132851" x="10542588" y="5445125"/>
          <p14:tracePt t="132861" x="10548938" y="5445125"/>
          <p14:tracePt t="132875" x="10548938" y="5451475"/>
          <p14:tracePt t="132925" x="10531475" y="5438775"/>
          <p14:tracePt t="132934" x="10512425" y="5408613"/>
          <p14:tracePt t="132948" x="10456863" y="5365750"/>
          <p14:tracePt t="132964" x="10407650" y="5302250"/>
          <p14:tracePt t="132980" x="10375900" y="5272088"/>
          <p14:tracePt t="132999" x="10339388" y="5235575"/>
          <p14:tracePt t="133021" x="10294938" y="5203825"/>
          <p14:tracePt t="133027" x="10288588" y="5184775"/>
          <p14:tracePt t="133039" x="10271125" y="5178425"/>
          <p14:tracePt t="133051" x="10264775" y="5173663"/>
          <p14:tracePt t="133069" x="10258425" y="5173663"/>
          <p14:tracePt t="133078" x="10252075" y="5160963"/>
          <p14:tracePt t="133098" x="10245725" y="5154613"/>
          <p14:tracePt t="133108" x="10220325" y="5148263"/>
          <p14:tracePt t="133120" x="10213975" y="5141913"/>
          <p14:tracePt t="133141" x="10209213" y="5135563"/>
          <p14:tracePt t="133148" x="10202863" y="5135563"/>
          <p14:tracePt t="133151" x="10196513" y="5129213"/>
          <p14:tracePt t="133162" x="10183813" y="5116513"/>
          <p14:tracePt t="133179" x="10164763" y="5116513"/>
          <p14:tracePt t="133189" x="10158413" y="5116513"/>
          <p14:tracePt t="133213" x="10152063" y="5116513"/>
          <p14:tracePt t="133222" x="10147300" y="5116513"/>
          <p14:tracePt t="133235" x="10140950" y="5116513"/>
          <p14:tracePt t="133250" x="10128250" y="5116513"/>
          <p14:tracePt t="133266" x="10121900" y="5116513"/>
          <p14:tracePt t="133282" x="10115550" y="5116513"/>
          <p14:tracePt t="133338" x="10109200" y="5116513"/>
          <p14:tracePt t="133469" x="10109200" y="5129213"/>
          <p14:tracePt t="133480" x="10109200" y="5141913"/>
          <p14:tracePt t="133490" x="10115550" y="5197475"/>
          <p14:tracePt t="133493" x="10121900" y="5246688"/>
          <p14:tracePt t="133498" x="10134600" y="5291138"/>
          <p14:tracePt t="133508" x="10147300" y="5359400"/>
          <p14:tracePt t="133515" x="10158413" y="5408613"/>
          <p14:tracePt t="133532" x="10190163" y="5581650"/>
          <p14:tracePt t="133563" x="10220325" y="5724525"/>
          <p14:tracePt t="133571" x="10245725" y="5761038"/>
          <p14:tracePt t="133580" x="10252075" y="5792788"/>
          <p14:tracePt t="133585" x="10264775" y="5816600"/>
          <p14:tracePt t="133598" x="10271125" y="5835650"/>
          <p14:tracePt t="133613" x="10288588" y="5867400"/>
          <p14:tracePt t="133619" x="10294938" y="5873750"/>
          <p14:tracePt t="133630" x="10294938" y="5884863"/>
          <p14:tracePt t="133649" x="10301288" y="5884863"/>
          <p14:tracePt t="133758" x="10301288" y="5873750"/>
          <p14:tracePt t="133771" x="10294938" y="5810250"/>
          <p14:tracePt t="133774" x="10288588" y="5780088"/>
          <p14:tracePt t="133780" x="10288588" y="5730875"/>
          <p14:tracePt t="133792" x="10288588" y="5692775"/>
          <p14:tracePt t="133796" x="10277475" y="5643563"/>
          <p14:tracePt t="133809" x="10264775" y="5575300"/>
          <p14:tracePt t="133815" x="10239375" y="5489575"/>
          <p14:tracePt t="133818" x="10226675" y="5402263"/>
          <p14:tracePt t="133837" x="10196513" y="5259388"/>
          <p14:tracePt t="133849" x="10183813" y="5235575"/>
          <p14:tracePt t="133852" x="10183813" y="5229225"/>
          <p14:tracePt t="133866" x="10177463" y="5203825"/>
          <p14:tracePt t="133869" x="10171113" y="5203825"/>
          <p14:tracePt t="133872" x="10164763" y="5197475"/>
          <p14:tracePt t="133881" x="10164763" y="5191125"/>
          <p14:tracePt t="133898" x="10152063" y="5184775"/>
          <p14:tracePt t="134103" x="10152063" y="5191125"/>
          <p14:tracePt t="134115" x="10171113" y="5240338"/>
          <p14:tracePt t="134130" x="10196513" y="5314950"/>
          <p14:tracePt t="134143" x="10202863" y="5359400"/>
          <p14:tracePt t="134150" x="10213975" y="5408613"/>
          <p14:tracePt t="134164" x="10233025" y="5464175"/>
          <p14:tracePt t="134181" x="10252075" y="5519738"/>
          <p14:tracePt t="134187" x="10271125" y="5551488"/>
          <p14:tracePt t="134202" x="10282238" y="5568950"/>
          <p14:tracePt t="134215" x="10282238" y="5575300"/>
          <p14:tracePt t="134231" x="10294938" y="5594350"/>
          <p14:tracePt t="134250" x="10294938" y="5600700"/>
          <p14:tracePt t="134342" x="10294938" y="5581650"/>
          <p14:tracePt t="134353" x="10288588" y="5568950"/>
          <p14:tracePt t="134359" x="10277475" y="5538788"/>
          <p14:tracePt t="134369" x="10271125" y="5489575"/>
          <p14:tracePt t="134383" x="10258425" y="5427663"/>
          <p14:tracePt t="134398" x="10239375" y="5302250"/>
          <p14:tracePt t="134416" x="10202863" y="5173663"/>
          <p14:tracePt t="134422" x="10177463" y="5116513"/>
          <p14:tracePt t="134431" x="10171113" y="5080000"/>
          <p14:tracePt t="134439" x="10158413" y="5043488"/>
          <p14:tracePt t="134448" x="10121900" y="4968875"/>
          <p14:tracePt t="134460" x="10115550" y="4956175"/>
          <p14:tracePt t="134465" x="10102850" y="4900613"/>
          <p14:tracePt t="134474" x="10090150" y="4887913"/>
          <p14:tracePt t="134484" x="10090150" y="4881563"/>
          <p14:tracePt t="134500" x="10090150" y="4875213"/>
          <p14:tracePt t="134554" x="10090150" y="4881563"/>
          <p14:tracePt t="134565" x="10115550" y="4949825"/>
          <p14:tracePt t="134575" x="10121900" y="4986338"/>
          <p14:tracePt t="134583" x="10147300" y="5030788"/>
          <p14:tracePt t="134598" x="10177463" y="5135563"/>
          <p14:tracePt t="134604" x="10202863" y="5197475"/>
          <p14:tracePt t="134619" x="10258425" y="5308600"/>
          <p14:tracePt t="134631" x="10277475" y="5353050"/>
          <p14:tracePt t="134634" x="10301288" y="5408613"/>
          <p14:tracePt t="134649" x="10356850" y="5500688"/>
          <p14:tracePt t="134665" x="10425113" y="5619750"/>
          <p14:tracePt t="134684" x="10463213" y="5699125"/>
          <p14:tracePt t="134695" x="10487025" y="5743575"/>
          <p14:tracePt t="134701" x="10525125" y="5816600"/>
          <p14:tracePt t="134707" x="10542588" y="5873750"/>
          <p14:tracePt t="134717" x="10580688" y="5929313"/>
          <p14:tracePt t="134733" x="10587038" y="5946775"/>
          <p14:tracePt t="134750" x="10604500" y="5991225"/>
          <p14:tracePt t="134754" x="10610850" y="5991225"/>
          <p14:tracePt t="134877" x="10610850" y="5972175"/>
          <p14:tracePt t="134894" x="10610850" y="5935663"/>
          <p14:tracePt t="134911" x="10623550" y="5867400"/>
          <p14:tracePt t="134922" x="10623550" y="5780088"/>
          <p14:tracePt t="134931" x="10623550" y="5711825"/>
          <p14:tracePt t="134950" x="10617200" y="5624513"/>
          <p14:tracePt t="134968" x="10580688" y="5470525"/>
          <p14:tracePt t="134976" x="10555288" y="5383213"/>
          <p14:tracePt t="134983" x="10531475" y="5278438"/>
          <p14:tracePt t="134991" x="10506075" y="5191125"/>
          <p14:tracePt t="134999" x="10480675" y="5105400"/>
          <p14:tracePt t="135006" x="10456863" y="5037138"/>
          <p14:tracePt t="135010" x="10450513" y="5005388"/>
          <p14:tracePt t="135021" x="10437813" y="4992688"/>
          <p14:tracePt t="135031" x="10431463" y="4975225"/>
          <p14:tracePt t="135048" x="10431463" y="4968875"/>
          <p14:tracePt t="135051" x="10431463" y="4962525"/>
          <p14:tracePt t="135079" x="10425113" y="4962525"/>
          <p14:tracePt t="135095" x="10412413" y="4968875"/>
          <p14:tracePt t="135099" x="10401300" y="4975225"/>
          <p14:tracePt t="135109" x="10388600" y="4981575"/>
          <p14:tracePt t="135115" x="10369550" y="4992688"/>
          <p14:tracePt t="135131" x="10326688" y="4992688"/>
          <p14:tracePt t="135148" x="10239375" y="4975225"/>
          <p14:tracePt t="135165" x="10121900" y="4906963"/>
          <p14:tracePt t="135181" x="10034588" y="4845050"/>
          <p14:tracePt t="135189" x="9959975" y="4783138"/>
          <p14:tracePt t="135199" x="9886950" y="4702175"/>
          <p14:tracePt t="135213" x="9818688" y="4597400"/>
          <p14:tracePt t="135217" x="9731375" y="4460875"/>
          <p14:tracePt t="135221" x="9663113" y="4324350"/>
          <p14:tracePt t="135232" x="9588500" y="4119563"/>
          <p14:tracePt t="135249" x="9396413" y="3506788"/>
          <p14:tracePt t="135252" x="9291638" y="3079750"/>
          <p14:tracePt t="135266" x="9210675" y="2713038"/>
          <p14:tracePt t="135283" x="9080500" y="1331913"/>
          <p14:tracePt t="135295" x="9055100" y="984250"/>
          <p14:tracePt t="135301" x="9055100" y="681038"/>
          <p14:tracePt t="135311" x="9067800" y="439738"/>
          <p14:tracePt t="135316" x="9112250" y="273050"/>
          <p14:tracePt t="135325" x="9148763" y="117475"/>
          <p14:tracePt t="135333" x="9204325" y="12700"/>
          <p14:tracePt t="135422" x="9415463" y="74613"/>
          <p14:tracePt t="135432" x="9451975" y="149225"/>
          <p14:tracePt t="135448" x="9507538" y="260350"/>
          <p14:tracePt t="135458" x="9588500" y="452438"/>
          <p14:tracePt t="135468" x="9626600" y="576263"/>
          <p14:tracePt t="135482" x="9694863" y="830263"/>
          <p14:tracePt t="135501" x="9731375" y="1096963"/>
          <p14:tracePt t="135519" x="9731375" y="1276350"/>
          <p14:tracePt t="135527" x="9731375" y="1344613"/>
          <p14:tracePt t="135534" x="9731375" y="1412875"/>
          <p14:tracePt t="135542" x="9731375" y="1462088"/>
          <p14:tracePt t="135551" x="9731375" y="1481138"/>
          <p14:tracePt t="135559" x="9731375" y="1504950"/>
          <p14:tracePt t="135565" x="9731375" y="1524000"/>
          <p14:tracePt t="135575" x="9731375" y="1549400"/>
          <p14:tracePt t="135584" x="9725025" y="1566863"/>
          <p14:tracePt t="135587" x="9725025" y="1592263"/>
          <p14:tracePt t="135598" x="9712325" y="1617663"/>
          <p14:tracePt t="135615" x="9675813" y="1684338"/>
          <p14:tracePt t="135622" x="9656763" y="1716088"/>
          <p14:tracePt t="135632" x="9637713" y="1735138"/>
          <p14:tracePt t="135639" x="9620250" y="1758950"/>
          <p14:tracePt t="135654" x="9575800" y="1852613"/>
          <p14:tracePt t="135666" x="9539288" y="1933575"/>
          <p14:tracePt t="135677" x="9526588" y="1976438"/>
          <p14:tracePt t="135684" x="9501188" y="2044700"/>
          <p14:tracePt t="135693" x="9483725" y="2087563"/>
          <p14:tracePt t="135702" x="9477375" y="2112963"/>
          <p14:tracePt t="135716" x="9458325" y="2181225"/>
          <p14:tracePt t="135733" x="9439275" y="2224088"/>
          <p14:tracePt t="135749" x="9428163" y="2236788"/>
          <p14:tracePt t="135769" x="9415463" y="2243138"/>
          <p14:tracePt t="135790" x="9409113" y="2243138"/>
          <p14:tracePt t="135800" x="9402763" y="2243138"/>
          <p14:tracePt t="135815" x="9390063" y="2243138"/>
          <p14:tracePt t="135833" x="9383713" y="2243138"/>
          <p14:tracePt t="135849" x="9377363" y="2249488"/>
          <p14:tracePt t="135858" x="9366250" y="2254250"/>
          <p14:tracePt t="135867" x="9359900" y="2266950"/>
          <p14:tracePt t="135882" x="9353550" y="2273300"/>
          <p14:tracePt t="135892" x="9347200" y="2273300"/>
          <p14:tracePt t="135907" x="9340850" y="2273300"/>
          <p14:tracePt t="135915" x="9334500" y="2273300"/>
          <p14:tracePt t="135932" x="9309100" y="2273300"/>
          <p14:tracePt t="135951" x="9297988" y="2260600"/>
          <p14:tracePt t="135969" x="9285288" y="2243138"/>
          <p14:tracePt t="135972" x="9285288" y="2224088"/>
          <p14:tracePt t="135982" x="9272588" y="2198688"/>
          <p14:tracePt t="136000" x="9272588" y="2155825"/>
          <p14:tracePt t="136005" x="9272588" y="2136775"/>
          <p14:tracePt t="136018" x="9272588" y="2100263"/>
          <p14:tracePt t="136033" x="9272588" y="2081213"/>
          <p14:tracePt t="136038" x="9272588" y="2068513"/>
          <p14:tracePt t="136041" x="9272588" y="2051050"/>
          <p14:tracePt t="136052" x="9272588" y="2044700"/>
          <p14:tracePt t="136068" x="9291638" y="2019300"/>
          <p14:tracePt t="136079" x="9297988" y="2012950"/>
          <p14:tracePt t="136084" x="9304338" y="2006600"/>
          <p14:tracePt t="136093" x="9315450" y="2000250"/>
          <p14:tracePt t="136100" x="9347200" y="1989138"/>
          <p14:tracePt t="136117" x="9390063" y="1982788"/>
          <p14:tracePt t="136124" x="9402763" y="1982788"/>
          <p14:tracePt t="136132" x="9439275" y="1982788"/>
          <p14:tracePt t="136148" x="9471025" y="1982788"/>
          <p14:tracePt t="136155" x="9483725" y="1982788"/>
          <p14:tracePt t="136165" x="9490075" y="1989138"/>
          <p14:tracePt t="136182" x="9496425" y="2032000"/>
          <p14:tracePt t="136187" x="9496425" y="2044700"/>
          <p14:tracePt t="136198" x="9496425" y="2074863"/>
          <p14:tracePt t="136208" x="9496425" y="2081213"/>
          <p14:tracePt t="136214" x="9496425" y="2125663"/>
          <p14:tracePt t="136219" x="9483725" y="2149475"/>
          <p14:tracePt t="136237" x="9477375" y="2192338"/>
          <p14:tracePt t="136249" x="9458325" y="2211388"/>
          <p14:tracePt t="136253" x="9439275" y="2230438"/>
          <p14:tracePt t="136269" x="9383713" y="2266950"/>
          <p14:tracePt t="136272" x="9353550" y="2286000"/>
          <p14:tracePt t="136284" x="9315450" y="2292350"/>
          <p14:tracePt t="136304" x="9253538" y="2311400"/>
          <p14:tracePt t="136318" x="9236075" y="2311400"/>
          <p14:tracePt t="136324" x="9223375" y="2311400"/>
          <p14:tracePt t="136366" x="9223375" y="2286000"/>
          <p14:tracePt t="136378" x="9240838" y="2236788"/>
          <p14:tracePt t="136388" x="9272588" y="2168525"/>
          <p14:tracePt t="136398" x="9291638" y="2149475"/>
          <p14:tracePt t="136401" x="9321800" y="2100263"/>
          <p14:tracePt t="136415" x="9383713" y="2038350"/>
          <p14:tracePt t="136420" x="9439275" y="1989138"/>
          <p14:tracePt t="136427" x="9520238" y="1927225"/>
          <p14:tracePt t="136447" x="9650413" y="1839913"/>
          <p14:tracePt t="136452" x="9725025" y="1790700"/>
          <p14:tracePt t="136472" x="9842500" y="1735138"/>
          <p14:tracePt t="136476" x="9891713" y="1722438"/>
          <p14:tracePt t="136486" x="9917113" y="1722438"/>
          <p14:tracePt t="136499" x="9942513" y="1722438"/>
          <p14:tracePt t="136519" x="9942513" y="1735138"/>
          <p14:tracePt t="136522" x="9942513" y="1746250"/>
          <p14:tracePt t="136532" x="9942513" y="1765300"/>
          <p14:tracePt t="136552" x="9942513" y="1814513"/>
          <p14:tracePt t="136558" x="9929813" y="1833563"/>
          <p14:tracePt t="136565" x="9910763" y="1865313"/>
          <p14:tracePt t="136571" x="9898063" y="1871663"/>
          <p14:tracePt t="136581" x="9880600" y="1882775"/>
          <p14:tracePt t="136588" x="9848850" y="1889125"/>
          <p14:tracePt t="136600" x="9812338" y="1889125"/>
          <p14:tracePt t="136615" x="9737725" y="1901825"/>
          <p14:tracePt t="136632" x="9637713" y="1901825"/>
          <p14:tracePt t="136638" x="9601200" y="1901825"/>
          <p14:tracePt t="136648" x="9564688" y="1901825"/>
          <p14:tracePt t="136653" x="9526588" y="1901825"/>
          <p14:tracePt t="136660" x="9501188" y="1901825"/>
          <p14:tracePt t="136669" x="9471025" y="1901825"/>
          <p14:tracePt t="136680" x="9434513" y="1895475"/>
          <p14:tracePt t="136685" x="9383713" y="1882775"/>
          <p14:tracePt t="136692" x="9340850" y="1876425"/>
          <p14:tracePt t="136698" x="9304338" y="1865313"/>
          <p14:tracePt t="136715" x="9253538" y="1858963"/>
          <p14:tracePt t="136732" x="9217025" y="1858963"/>
          <p14:tracePt t="136752" x="9197975" y="1858963"/>
          <p14:tracePt t="136757" x="9191625" y="1858963"/>
          <p14:tracePt t="136764" x="9174163" y="1858963"/>
          <p14:tracePt t="136779" x="9167813" y="1858963"/>
          <p14:tracePt t="136792" x="9136063" y="1858963"/>
          <p14:tracePt t="136800" x="9117013" y="1858963"/>
          <p14:tracePt t="136807" x="9105900" y="1858963"/>
          <p14:tracePt t="136812" x="9086850" y="1865313"/>
          <p14:tracePt t="136818" x="9067800" y="1876425"/>
          <p14:tracePt t="136827" x="9055100" y="1882775"/>
          <p14:tracePt t="136833" x="9037638" y="1882775"/>
          <p14:tracePt t="136850" x="9005888" y="1895475"/>
          <p14:tracePt t="136867" x="8963025" y="1908175"/>
          <p14:tracePt t="136880" x="8943975" y="1920875"/>
          <p14:tracePt t="136888" x="8924925" y="1927225"/>
          <p14:tracePt t="136897" x="8918575" y="1933575"/>
          <p14:tracePt t="136914" x="8913813" y="1938338"/>
          <p14:tracePt t="136919" x="8913813" y="1951038"/>
          <p14:tracePt t="136930" x="8907463" y="1951038"/>
          <p14:tracePt t="136934" x="8907463" y="1957388"/>
          <p14:tracePt t="137077" x="8913813" y="1957388"/>
          <p14:tracePt t="137089" x="8931275" y="1957388"/>
          <p14:tracePt t="137102" x="8969375" y="1957388"/>
          <p14:tracePt t="137113" x="9005888" y="1957388"/>
          <p14:tracePt t="137125" x="9123363" y="1951038"/>
          <p14:tracePt t="137133" x="9161463" y="1951038"/>
          <p14:tracePt t="137149" x="9236075" y="1951038"/>
          <p14:tracePt t="137158" x="9259888" y="1951038"/>
          <p14:tracePt t="137167" x="9291638" y="1951038"/>
          <p14:tracePt t="137171" x="9315450" y="1951038"/>
          <p14:tracePt t="137178" x="9353550" y="1951038"/>
          <p14:tracePt t="137188" x="9377363" y="1951038"/>
          <p14:tracePt t="137199" x="9396413" y="1951038"/>
          <p14:tracePt t="137204" x="9409113" y="1951038"/>
          <p14:tracePt t="137218" x="9428163" y="1951038"/>
          <p14:tracePt t="137221" x="9439275" y="1951038"/>
          <p14:tracePt t="137235" x="9445625" y="1951038"/>
          <p14:tracePt t="137293" x="9458325" y="1951038"/>
          <p14:tracePt t="137325" x="9464675" y="1951038"/>
          <p14:tracePt t="137338" x="9483725" y="1951038"/>
          <p14:tracePt t="137349" x="9501188" y="1951038"/>
          <p14:tracePt t="137355" x="9513888" y="1951038"/>
          <p14:tracePt t="137375" x="9532938" y="1944688"/>
          <p14:tracePt t="137381" x="9545638" y="1944688"/>
          <p14:tracePt t="137394" x="9564688" y="1944688"/>
          <p14:tracePt t="137398" x="9569450" y="1944688"/>
          <p14:tracePt t="137403" x="9594850" y="1944688"/>
          <p14:tracePt t="137423" x="9613900" y="1938338"/>
          <p14:tracePt t="137429" x="9631363" y="1938338"/>
          <p14:tracePt t="137433" x="9637713" y="1927225"/>
          <p14:tracePt t="137444" x="9644063" y="1927225"/>
          <p14:tracePt t="137456" x="9650413" y="1927225"/>
          <p14:tracePt t="137467" x="9663113" y="1927225"/>
          <p14:tracePt t="137478" x="9682163" y="1927225"/>
          <p14:tracePt t="137491" x="9694863" y="1927225"/>
          <p14:tracePt t="137508" x="9718675" y="1927225"/>
          <p14:tracePt t="137514" x="9731375" y="1927225"/>
          <p14:tracePt t="137517" x="9750425" y="1933575"/>
          <p14:tracePt t="137530" x="9767888" y="1933575"/>
          <p14:tracePt t="137534" x="9780588" y="1933575"/>
          <p14:tracePt t="137540" x="9799638" y="1933575"/>
          <p14:tracePt t="137549" x="9825038" y="1933575"/>
          <p14:tracePt t="137557" x="9848850" y="1933575"/>
          <p14:tracePt t="137566" x="9880600" y="1933575"/>
          <p14:tracePt t="137574" x="9891713" y="1933575"/>
          <p14:tracePt t="137580" x="9910763" y="1933575"/>
          <p14:tracePt t="137604" x="9917113" y="1933575"/>
          <p14:tracePt t="137682" x="9910763" y="1938338"/>
          <p14:tracePt t="137691" x="9904413" y="1944688"/>
          <p14:tracePt t="137709" x="9886950" y="1951038"/>
          <p14:tracePt t="137719" x="9880600" y="1957388"/>
          <p14:tracePt t="137732" x="9818688" y="1970088"/>
          <p14:tracePt t="137750" x="9761538" y="1976438"/>
          <p14:tracePt t="137759" x="9737725" y="1989138"/>
          <p14:tracePt t="137771" x="9637713" y="1989138"/>
          <p14:tracePt t="137778" x="9575800" y="1989138"/>
          <p14:tracePt t="137797" x="9377363" y="1989138"/>
          <p14:tracePt t="137808" x="9291638" y="1989138"/>
          <p14:tracePt t="137813" x="9191625" y="1989138"/>
          <p14:tracePt t="137819" x="9112250" y="1989138"/>
          <p14:tracePt t="137825" x="9043988" y="1989138"/>
          <p14:tracePt t="137837" x="9012238" y="1982788"/>
          <p14:tracePt t="137849" x="8986838" y="1982788"/>
          <p14:tracePt t="137867" x="8956675" y="1976438"/>
          <p14:tracePt t="137940" x="8969375" y="1976438"/>
          <p14:tracePt t="137949" x="8982075" y="1976438"/>
          <p14:tracePt t="137965" x="9012238" y="1976438"/>
          <p14:tracePt t="137990" x="9074150" y="1989138"/>
          <p14:tracePt t="137999" x="9112250" y="1995488"/>
          <p14:tracePt t="138011" x="9178925" y="2006600"/>
          <p14:tracePt t="138024" x="9285288" y="2006600"/>
          <p14:tracePt t="138029" x="9334500" y="2006600"/>
          <p14:tracePt t="138039" x="9402763" y="2006600"/>
          <p14:tracePt t="138045" x="9451975" y="2006600"/>
          <p14:tracePt t="138051" x="9490075" y="2006600"/>
          <p14:tracePt t="138059" x="9526588" y="2006600"/>
          <p14:tracePt t="138076" x="9644063" y="2006600"/>
          <p14:tracePt t="138089" x="9780588" y="2006600"/>
          <p14:tracePt t="138100" x="9805988" y="2006600"/>
          <p14:tracePt t="138117" x="9855200" y="2006600"/>
          <p14:tracePt t="138125" x="9874250" y="2006600"/>
          <p14:tracePt t="138132" x="9880600" y="2006600"/>
          <p14:tracePt t="138149" x="9904413" y="2006600"/>
          <p14:tracePt t="138165" x="9910763" y="2006600"/>
          <p14:tracePt t="138208" x="9917113" y="2006600"/>
          <p14:tracePt t="138218" x="9923463" y="2006600"/>
          <p14:tracePt t="138229" x="9929813" y="2000250"/>
          <p14:tracePt t="138238" x="9936163" y="2000250"/>
          <p14:tracePt t="138256" x="9955213" y="2000250"/>
          <p14:tracePt t="138260" x="9966325" y="2000250"/>
          <p14:tracePt t="138275" x="10010775" y="1995488"/>
          <p14:tracePt t="138285" x="10028238" y="1995488"/>
          <p14:tracePt t="138301" x="10059988" y="1982788"/>
          <p14:tracePt t="138322" x="10072688" y="1976438"/>
          <p14:tracePt t="138333" x="10079038" y="1976438"/>
          <p14:tracePt t="138455" x="10072688" y="1976438"/>
          <p14:tracePt t="138464" x="10034588" y="1976438"/>
          <p14:tracePt t="138475" x="9991725" y="1970088"/>
          <p14:tracePt t="138484" x="9923463" y="1957388"/>
          <p14:tracePt t="138504" x="9786938" y="1944688"/>
          <p14:tracePt t="138521" x="9712325" y="1938338"/>
          <p14:tracePt t="138525" x="9663113" y="1927225"/>
          <p14:tracePt t="138532" x="9613900" y="1927225"/>
          <p14:tracePt t="138539" x="9558338" y="1927225"/>
          <p14:tracePt t="138557" x="9439275" y="1927225"/>
          <p14:tracePt t="138568" x="9415463" y="1927225"/>
          <p14:tracePt t="138579" x="9371013" y="1927225"/>
          <p14:tracePt t="138587" x="9359900" y="1927225"/>
          <p14:tracePt t="138652" x="9359900" y="1920875"/>
          <p14:tracePt t="138661" x="9366250" y="1920875"/>
          <p14:tracePt t="138667" x="9371013" y="1920875"/>
          <p14:tracePt t="138682" x="9434513" y="1908175"/>
          <p14:tracePt t="138699" x="9507538" y="1908175"/>
          <p14:tracePt t="138717" x="9588500" y="1901825"/>
          <p14:tracePt t="138724" x="9626600" y="1901825"/>
          <p14:tracePt t="138732" x="9675813" y="1901825"/>
          <p14:tracePt t="138739" x="9744075" y="1889125"/>
          <p14:tracePt t="138748" x="9799638" y="1876425"/>
          <p14:tracePt t="138754" x="9848850" y="1876425"/>
          <p14:tracePt t="138763" x="9904413" y="1865313"/>
          <p14:tracePt t="138774" x="9929813" y="1865313"/>
          <p14:tracePt t="138784" x="9955213" y="1858963"/>
          <p14:tracePt t="138788" x="9985375" y="1858963"/>
          <p14:tracePt t="138799" x="9998075" y="1858963"/>
          <p14:tracePt t="138816" x="10004425" y="1858963"/>
          <p14:tracePt t="138846" x="10004425" y="1852613"/>
          <p14:tracePt t="138895" x="9998075" y="1852613"/>
          <p14:tracePt t="138904" x="9991725" y="1852613"/>
          <p14:tracePt t="138926" x="9985375" y="1852613"/>
          <p14:tracePt t="138959" x="9979025" y="1852613"/>
          <p14:tracePt t="138970" x="9948863" y="1839913"/>
          <p14:tracePt t="138984" x="9936163" y="1833563"/>
          <p14:tracePt t="139003" x="9910763" y="1827213"/>
          <p14:tracePt t="139018" x="9891713" y="1820863"/>
          <p14:tracePt t="139035" x="9848850" y="1820863"/>
          <p14:tracePt t="139053" x="9812338" y="1820863"/>
          <p14:tracePt t="139061" x="9786938" y="1820863"/>
          <p14:tracePt t="139075" x="9756775" y="1839913"/>
          <p14:tracePt t="139084" x="9744075" y="1839913"/>
          <p14:tracePt t="139136" x="9737725" y="1839913"/>
          <p14:tracePt t="139393" x="9750425" y="1833563"/>
          <p14:tracePt t="139408" x="9756775" y="1833563"/>
          <p14:tracePt t="139418" x="9799638" y="1852613"/>
          <p14:tracePt t="139432" x="9829800" y="1901825"/>
          <p14:tracePt t="139437" x="9861550" y="1944688"/>
          <p14:tracePt t="139451" x="9966325" y="2143125"/>
          <p14:tracePt t="139458" x="10034588" y="2266950"/>
          <p14:tracePt t="139467" x="10121900" y="2446338"/>
          <p14:tracePt t="139484" x="10301288" y="2849563"/>
          <p14:tracePt t="139501" x="10480675" y="3197225"/>
          <p14:tracePt t="139527" x="10809288" y="3729038"/>
          <p14:tracePt t="139532" x="10890250" y="3841750"/>
          <p14:tracePt t="139539" x="10990263" y="3965575"/>
          <p14:tracePt t="139554" x="11131550" y="4162425"/>
          <p14:tracePt t="139567" x="11199813" y="4268788"/>
          <p14:tracePt t="139572" x="11250613" y="4360863"/>
          <p14:tracePt t="139578" x="11287125" y="4448175"/>
          <p14:tracePt t="139593" x="11312525" y="4516438"/>
          <p14:tracePt t="139599" x="11323638" y="4572000"/>
          <p14:tracePt t="139603" x="11323638" y="4621213"/>
          <p14:tracePt t="139614" x="11312525" y="4665663"/>
          <p14:tracePt t="139619" x="11293475" y="4689475"/>
          <p14:tracePt t="139625" x="11261725" y="4708525"/>
          <p14:tracePt t="139638" x="11225213" y="4738688"/>
          <p14:tracePt t="139650" x="11156950" y="4776788"/>
          <p14:tracePt t="139667" x="11095038" y="4813300"/>
          <p14:tracePt t="139683" x="10995025" y="4894263"/>
          <p14:tracePt t="139701" x="10933113" y="4975225"/>
          <p14:tracePt t="139716" x="10896600" y="5030788"/>
          <p14:tracePt t="139724" x="10890250" y="5048250"/>
          <p14:tracePt t="139730" x="10871200" y="5067300"/>
          <p14:tracePt t="139744" x="10864850" y="5080000"/>
          <p14:tracePt t="139757" x="10847388" y="5105400"/>
          <p14:tracePt t="139766" x="10834688" y="5122863"/>
          <p14:tracePt t="139771" x="10834688" y="5129213"/>
          <p14:tracePt t="139783" x="10815638" y="5148263"/>
          <p14:tracePt t="139791" x="10809288" y="5160963"/>
          <p14:tracePt t="139800" x="10798175" y="5178425"/>
          <p14:tracePt t="139805" x="10791825" y="5184775"/>
          <p14:tracePt t="139809" x="10791825" y="5191125"/>
          <p14:tracePt t="139819" x="10785475" y="5197475"/>
          <p14:tracePt t="139835" x="10772775" y="5210175"/>
          <p14:tracePt t="139852" x="10766425" y="5216525"/>
          <p14:tracePt t="139867" x="10747375" y="5216525"/>
          <p14:tracePt t="139871" x="10741025" y="5222875"/>
          <p14:tracePt t="139878" x="10734675" y="5222875"/>
          <p14:tracePt t="139890" x="10717213" y="5229225"/>
          <p14:tracePt t="139898" x="10704513" y="5229225"/>
          <p14:tracePt t="139906" x="10661650" y="5246688"/>
          <p14:tracePt t="139918" x="10629900" y="5246688"/>
          <p14:tracePt t="139932" x="10567988" y="5253038"/>
          <p14:tracePt t="139949" x="10506075" y="5253038"/>
          <p14:tracePt t="139954" x="10480675" y="5253038"/>
          <p14:tracePt t="139969" x="10450513" y="5253038"/>
          <p14:tracePt t="139973" x="10425113" y="5235575"/>
          <p14:tracePt t="139977" x="10394950" y="5216525"/>
          <p14:tracePt t="139990" x="10375900" y="5197475"/>
          <p14:tracePt t="140005" x="10344150" y="5160963"/>
          <p14:tracePt t="140023" x="10320338" y="5135563"/>
          <p14:tracePt t="140030" x="10294938" y="5122863"/>
          <p14:tracePt t="140036" x="10282238" y="5105400"/>
          <p14:tracePt t="140046" x="10258425" y="5086350"/>
          <p14:tracePt t="140063" x="10239375" y="5086350"/>
          <p14:tracePt t="140077" x="10233025" y="5086350"/>
          <p14:tracePt t="140092" x="10226675" y="5086350"/>
          <p14:tracePt t="140109" x="10220325" y="5111750"/>
          <p14:tracePt t="140117" x="10209213" y="5129213"/>
          <p14:tracePt t="140133" x="10209213" y="5141913"/>
          <p14:tracePt t="140149" x="10202863" y="5154613"/>
          <p14:tracePt t="140167" x="10177463" y="5178425"/>
          <p14:tracePt t="140182" x="10164763" y="5184775"/>
          <p14:tracePt t="140201" x="10152063" y="5191125"/>
          <p14:tracePt t="140208" x="10147300" y="5191125"/>
          <p14:tracePt t="140215" x="10140950" y="5191125"/>
          <p14:tracePt t="140220" x="10128250" y="5191125"/>
          <p14:tracePt t="140230" x="10115550" y="5178425"/>
          <p14:tracePt t="140240" x="10096500" y="5173663"/>
          <p14:tracePt t="140245" x="10090150" y="5167313"/>
          <p14:tracePt t="140252" x="10083800" y="5148263"/>
          <p14:tracePt t="140264" x="10079038" y="5141913"/>
          <p14:tracePt t="140272" x="10072688" y="5141913"/>
          <p14:tracePt t="140278" x="10053638" y="5135563"/>
          <p14:tracePt t="140283" x="10047288" y="5129213"/>
          <p14:tracePt t="140292" x="10040938" y="5122863"/>
          <p14:tracePt t="140300" x="10034588" y="5122863"/>
          <p14:tracePt t="140319" x="10021888" y="5122863"/>
          <p14:tracePt t="140323" x="10017125" y="5122863"/>
          <p14:tracePt t="140493" x="10017125" y="5116513"/>
          <p14:tracePt t="140505" x="10017125" y="5105400"/>
          <p14:tracePt t="140524" x="10017125" y="5086350"/>
          <p14:tracePt t="140545" x="10017125" y="5080000"/>
          <p14:tracePt t="140564" x="10017125" y="5067300"/>
          <p14:tracePt t="140574" x="10017125" y="5054600"/>
          <p14:tracePt t="140596" x="10028238" y="5048250"/>
          <p14:tracePt t="140611" x="10034588" y="5048250"/>
          <p14:tracePt t="140621" x="10047288" y="5048250"/>
          <p14:tracePt t="140634" x="10053638" y="5048250"/>
          <p14:tracePt t="140661" x="10066338" y="5060950"/>
          <p14:tracePt t="140670" x="10079038" y="5080000"/>
          <p14:tracePt t="140683" x="10090150" y="5105400"/>
          <p14:tracePt t="140690" x="10096500" y="5111750"/>
          <p14:tracePt t="140700" x="10109200" y="5129213"/>
          <p14:tracePt t="140708" x="10128250" y="5141913"/>
          <p14:tracePt t="140725" x="10152063" y="5178425"/>
          <p14:tracePt t="140743" x="10164763" y="5210175"/>
          <p14:tracePt t="140751" x="10177463" y="5229225"/>
          <p14:tracePt t="140759" x="10183813" y="5246688"/>
          <p14:tracePt t="140768" x="10196513" y="5265738"/>
          <p14:tracePt t="140780" x="10202863" y="5284788"/>
          <p14:tracePt t="140788" x="10202863" y="5302250"/>
          <p14:tracePt t="140800" x="10209213" y="5314950"/>
          <p14:tracePt t="140806" x="10213975" y="5334000"/>
          <p14:tracePt t="140817" x="10226675" y="5365750"/>
          <p14:tracePt t="140823" x="10226675" y="5370513"/>
          <p14:tracePt t="140834" x="10233025" y="5383213"/>
          <p14:tracePt t="140849" x="10233025" y="5389563"/>
          <p14:tracePt t="140868" x="10233025" y="5395913"/>
          <p14:tracePt t="140893" x="10233025" y="5402263"/>
          <p14:tracePt t="140935" x="10233025" y="5414963"/>
          <p14:tracePt t="140982" x="10233025" y="5408613"/>
          <p14:tracePt t="140994" x="10220325" y="5376863"/>
          <p14:tracePt t="141003" x="10220325" y="5365750"/>
          <p14:tracePt t="141010" x="10213975" y="5346700"/>
          <p14:tracePt t="141021" x="10209213" y="5321300"/>
          <p14:tracePt t="141034" x="10196513" y="5265738"/>
          <p14:tracePt t="141045" x="10190163" y="5246688"/>
          <p14:tracePt t="141054" x="10190163" y="5235575"/>
          <p14:tracePt t="141064" x="10177463" y="5216525"/>
          <p14:tracePt t="141109" x="10190163" y="5222875"/>
          <p14:tracePt t="141122" x="10233025" y="5278438"/>
          <p14:tracePt t="141135" x="10252075" y="5321300"/>
          <p14:tracePt t="141151" x="10326688" y="5432425"/>
          <p14:tracePt t="141157" x="10356850" y="5476875"/>
          <p14:tracePt t="141163" x="10375900" y="5507038"/>
          <p14:tracePt t="141173" x="10394950" y="5532438"/>
          <p14:tracePt t="141182" x="10401300" y="5545138"/>
          <p14:tracePt t="141202" x="10425113" y="5581650"/>
          <p14:tracePt t="141218" x="10431463" y="5588000"/>
          <p14:tracePt t="141221" x="10437813" y="5600700"/>
          <p14:tracePt t="141235" x="10444163" y="5624513"/>
          <p14:tracePt t="141240" x="10456863" y="5624513"/>
          <p14:tracePt t="141251" x="10463213" y="5630863"/>
          <p14:tracePt t="141334" x="10463213" y="5619750"/>
          <p14:tracePt t="141345" x="10463213" y="5594350"/>
          <p14:tracePt t="141351" x="10463213" y="5575300"/>
          <p14:tracePt t="141355" x="10450513" y="5538788"/>
          <p14:tracePt t="141366" x="10437813" y="5507038"/>
          <p14:tracePt t="141375" x="10425113" y="5457825"/>
          <p14:tracePt t="141382" x="10407650" y="5432425"/>
          <p14:tracePt t="141401" x="10363200" y="5334000"/>
          <p14:tracePt t="141419" x="10326688" y="5265738"/>
          <p14:tracePt t="141429" x="10301288" y="5229225"/>
          <p14:tracePt t="141437" x="10282238" y="5184775"/>
          <p14:tracePt t="141446" x="10252075" y="5160963"/>
          <p14:tracePt t="141461" x="10233025" y="5129213"/>
          <p14:tracePt t="141470" x="10226675" y="5105400"/>
          <p14:tracePt t="141484" x="10220325" y="5080000"/>
          <p14:tracePt t="141540" x="10220325" y="5086350"/>
          <p14:tracePt t="141555" x="10288588" y="5160963"/>
          <p14:tracePt t="141567" x="10307638" y="5184775"/>
          <p14:tracePt t="141571" x="10350500" y="5229225"/>
          <p14:tracePt t="141582" x="10401300" y="5302250"/>
          <p14:tracePt t="141587" x="10463213" y="5376863"/>
          <p14:tracePt t="141602" x="10537825" y="5464175"/>
          <p14:tracePt t="141613" x="10587038" y="5526088"/>
          <p14:tracePt t="141619" x="10629900" y="5556250"/>
          <p14:tracePt t="141629" x="10672763" y="5600700"/>
          <p14:tracePt t="141635" x="10717213" y="5630863"/>
          <p14:tracePt t="141648" x="10760075" y="5668963"/>
          <p14:tracePt t="141654" x="10779125" y="5675313"/>
          <p14:tracePt t="141667" x="10847388" y="5711825"/>
          <p14:tracePt t="141688" x="10860088" y="5718175"/>
          <p14:tracePt t="141697" x="10877550" y="5718175"/>
          <p14:tracePt t="141740" x="10877550" y="5711825"/>
          <p14:tracePt t="141751" x="10871200" y="5699125"/>
          <p14:tracePt t="141754" x="10853738" y="5668963"/>
          <p14:tracePt t="141772" x="10815638" y="5613400"/>
          <p14:tracePt t="141784" x="10798175" y="5594350"/>
          <p14:tracePt t="141789" x="10779125" y="5568950"/>
          <p14:tracePt t="141793" x="10760075" y="5538788"/>
          <p14:tracePt t="141802" x="10747375" y="5526088"/>
          <p14:tracePt t="141817" x="10717213" y="5494338"/>
          <p14:tracePt t="141819" x="10698163" y="5464175"/>
          <p14:tracePt t="141833" x="10642600" y="5408613"/>
          <p14:tracePt t="141851" x="10580688" y="5346700"/>
          <p14:tracePt t="141868" x="10531475" y="5278438"/>
          <p14:tracePt t="141884" x="10499725" y="5246688"/>
          <p14:tracePt t="141901" x="10480675" y="5222875"/>
          <p14:tracePt t="141919" x="10474325" y="5210175"/>
          <p14:tracePt t="142224" x="10480675" y="5210175"/>
          <p14:tracePt t="142417" x="10480675" y="5216525"/>
          <p14:tracePt t="142430" x="10474325" y="5222875"/>
          <p14:tracePt t="142435" x="10463213" y="5229225"/>
          <p14:tracePt t="142452" x="10431463" y="5240338"/>
          <p14:tracePt t="142459" x="10425113" y="5240338"/>
          <p14:tracePt t="142464" x="10401300" y="5253038"/>
          <p14:tracePt t="142474" x="10326688" y="5259388"/>
          <p14:tracePt t="142490" x="10271125" y="5259388"/>
          <p14:tracePt t="142498" x="10202863" y="5272088"/>
          <p14:tracePt t="142505" x="10164763" y="5272088"/>
          <p14:tracePt t="142508" x="10090150" y="5284788"/>
          <p14:tracePt t="142518" x="9972675" y="5297488"/>
          <p14:tracePt t="142528" x="9825038" y="5308600"/>
          <p14:tracePt t="142535" x="9656763" y="5327650"/>
          <p14:tracePt t="142540" x="9451975" y="5340350"/>
          <p14:tracePt t="142550" x="9285288" y="5353050"/>
          <p14:tracePt t="142558" x="9012238" y="5353050"/>
          <p14:tracePt t="142574" x="8404225" y="5353050"/>
          <p14:tracePt t="142586" x="7759700" y="5353050"/>
          <p14:tracePt t="142602" x="7016750" y="5353050"/>
          <p14:tracePt t="142611" x="6638925" y="5340350"/>
          <p14:tracePt t="142618" x="6291263" y="5302250"/>
          <p14:tracePt t="142637" x="5516563" y="5197475"/>
          <p14:tracePt t="142654" x="4895850" y="5086350"/>
          <p14:tracePt t="142659" x="4568825" y="5030788"/>
          <p14:tracePt t="142669" x="4308475" y="4975225"/>
          <p14:tracePt t="142683" x="3860800" y="4845050"/>
          <p14:tracePt t="142700" x="3538538" y="4732338"/>
          <p14:tracePt t="142717" x="3254375" y="4640263"/>
          <p14:tracePt t="142735" x="3062288" y="4559300"/>
          <p14:tracePt t="142739" x="2968625" y="4522788"/>
          <p14:tracePt t="142755" x="2870200" y="4467225"/>
          <p14:tracePt t="142776" x="2814638" y="4441825"/>
          <p14:tracePt t="142789" x="2808288" y="4441825"/>
          <p14:tracePt t="142876" x="2808288" y="4448175"/>
          <p14:tracePt t="142887" x="2808288" y="4473575"/>
          <p14:tracePt t="142902" x="2857500" y="4584700"/>
          <p14:tracePt t="142918" x="2913063" y="4695825"/>
          <p14:tracePt t="142940" x="3013075" y="4826000"/>
          <p14:tracePt t="142946" x="3055938" y="4887913"/>
          <p14:tracePt t="142958" x="3098800" y="4930775"/>
          <p14:tracePt t="142965" x="3148013" y="4975225"/>
          <p14:tracePt t="142973" x="3167063" y="5005388"/>
          <p14:tracePt t="142984" x="3205163" y="5037138"/>
          <p14:tracePt t="142994" x="3241675" y="5080000"/>
          <p14:tracePt t="142999" x="3267075" y="5099050"/>
          <p14:tracePt t="143005" x="3297238" y="5122863"/>
          <p14:tracePt t="143015" x="3335338" y="5135563"/>
          <p14:tracePt t="143021" x="3352800" y="5141913"/>
          <p14:tracePt t="143027" x="3378200" y="5154613"/>
          <p14:tracePt t="143039" x="3390900" y="5154613"/>
          <p14:tracePt t="143059" x="3440113" y="5160963"/>
          <p14:tracePt t="143068" x="3459163" y="5160963"/>
          <p14:tracePt t="143081" x="3465513" y="5160963"/>
          <p14:tracePt t="143090" x="3476625" y="5160963"/>
          <p14:tracePt t="143107" x="3482975" y="5160963"/>
          <p14:tracePt t="143124" x="3495675" y="5160963"/>
          <p14:tracePt t="143509" x="3495675" y="5148263"/>
          <p14:tracePt t="143525" x="3495675" y="5141913"/>
          <p14:tracePt t="143541" x="3495675" y="5135563"/>
          <p14:tracePt t="143559" x="3489325" y="5129213"/>
          <p14:tracePt t="143568" x="3482975" y="5122863"/>
          <p14:tracePt t="143572" x="3482975" y="5116513"/>
          <p14:tracePt t="143584" x="3476625" y="5116513"/>
          <p14:tracePt t="143588" x="3476625" y="5111750"/>
          <p14:tracePt t="143600" x="3470275" y="5099050"/>
          <p14:tracePt t="143618" x="3465513" y="5099050"/>
          <p14:tracePt t="143668" x="3459163" y="5099050"/>
          <p14:tracePt t="143733" x="3452813" y="5099050"/>
          <p14:tracePt t="143885" x="3440113" y="5099050"/>
          <p14:tracePt t="143901" x="3440113" y="5105400"/>
          <p14:tracePt t="143935" x="3433763" y="5105400"/>
          <p14:tracePt t="144148" x="3427413" y="5099050"/>
          <p14:tracePt t="144154" x="3421063" y="5099050"/>
          <p14:tracePt t="144174" x="3414713" y="5099050"/>
          <p14:tracePt t="144197" x="3408363" y="5105400"/>
          <p14:tracePt t="144221" x="3403600" y="5105400"/>
          <p14:tracePt t="144235" x="3403600" y="5111750"/>
          <p14:tracePt t="144382" x="3403600" y="5099050"/>
          <p14:tracePt t="144439" x="3403600" y="5092700"/>
          <p14:tracePt t="144476" x="3408363" y="5086350"/>
          <p14:tracePt t="144492" x="3433763" y="5073650"/>
          <p14:tracePt t="144499" x="3440113" y="5073650"/>
          <p14:tracePt t="144510" x="3446463" y="5067300"/>
          <p14:tracePt t="144518" x="3452813" y="5060950"/>
          <p14:tracePt t="144526" x="3459163" y="5048250"/>
          <p14:tracePt t="144533" x="3465513" y="5048250"/>
          <p14:tracePt t="144539" x="3470275" y="5043488"/>
          <p14:tracePt t="144554" x="3489325" y="5030788"/>
          <p14:tracePt t="144568" x="3495675" y="5030788"/>
          <p14:tracePt t="144572" x="3502025" y="5024438"/>
          <p14:tracePt t="144585" x="3508375" y="5024438"/>
          <p14:tracePt t="144589" x="3527425" y="5005388"/>
          <p14:tracePt t="144592" x="3533775" y="4999038"/>
          <p14:tracePt t="144602" x="3538538" y="4999038"/>
          <p14:tracePt t="144622" x="3551238" y="4986338"/>
          <p14:tracePt t="144635" x="3576638" y="4981575"/>
          <p14:tracePt t="144652" x="3595688" y="4968875"/>
          <p14:tracePt t="144668" x="3619500" y="4956175"/>
          <p14:tracePt t="144685" x="3644900" y="4956175"/>
          <p14:tracePt t="144704" x="3651250" y="4949825"/>
          <p14:tracePt t="144735" x="3657600" y="4949825"/>
          <p14:tracePt t="144789" x="3663950" y="4949825"/>
          <p14:tracePt t="144814" x="3668713" y="4949825"/>
          <p14:tracePt t="144848" x="3668713" y="4943475"/>
          <p14:tracePt t="144911" x="3675063" y="4943475"/>
          <p14:tracePt t="144923" x="3694113" y="4943475"/>
          <p14:tracePt t="144932" x="3700463" y="4943475"/>
          <p14:tracePt t="144945" x="3713163" y="4943475"/>
          <p14:tracePt t="144954" x="3719513" y="4943475"/>
          <p14:tracePt t="144971" x="3719513" y="4937125"/>
          <p14:tracePt t="144986" x="3725863" y="4937125"/>
          <p14:tracePt t="145002" x="3736975" y="4937125"/>
          <p14:tracePt t="145017" x="3743325" y="4937125"/>
          <p14:tracePt t="145034" x="3749675" y="4924425"/>
          <p14:tracePt t="145051" x="3756025" y="4924425"/>
          <p14:tracePt t="145070" x="3756025" y="4919663"/>
          <p14:tracePt t="145076" x="3762375" y="4919663"/>
          <p14:tracePt t="145116" x="3768725" y="4919663"/>
          <p14:tracePt t="145132" x="3775075" y="4913313"/>
          <p14:tracePt t="145146" x="3787775" y="4913313"/>
          <p14:tracePt t="145154" x="3794125" y="4913313"/>
          <p14:tracePt t="145172" x="3798888" y="4906963"/>
          <p14:tracePt t="145186" x="3805238" y="4906963"/>
          <p14:tracePt t="145205" x="3811588" y="4906963"/>
          <p14:tracePt t="145242" x="3817938" y="4906963"/>
          <p14:tracePt t="145250" x="3817938" y="4900613"/>
          <p14:tracePt t="145268" x="3824288" y="4900613"/>
          <p14:tracePt t="145294" x="3830638" y="4894263"/>
          <p14:tracePt t="145317" x="3843338" y="4894263"/>
          <p14:tracePt t="145346" x="3849688" y="4887913"/>
          <p14:tracePt t="145366" x="3856038" y="4887913"/>
          <p14:tracePt t="145372" x="3856038" y="4875213"/>
          <p14:tracePt t="145389" x="3860800" y="4875213"/>
          <p14:tracePt t="145444" x="3867150" y="4875213"/>
          <p14:tracePt t="145456" x="3873500" y="4875213"/>
          <p14:tracePt t="145470" x="3905250" y="4875213"/>
          <p14:tracePt t="145487" x="3935413" y="4862513"/>
          <p14:tracePt t="145490" x="3967163" y="4862513"/>
          <p14:tracePt t="145501" x="3973513" y="4857750"/>
          <p14:tracePt t="145518" x="4071938" y="4826000"/>
          <p14:tracePt t="145524" x="4097338" y="4819650"/>
          <p14:tracePt t="145529" x="4146550" y="4806950"/>
          <p14:tracePt t="145541" x="4240213" y="4783138"/>
          <p14:tracePt t="145558" x="4475163" y="4745038"/>
          <p14:tracePt t="145565" x="4660900" y="4714875"/>
          <p14:tracePt t="145578" x="4946650" y="4676775"/>
          <p14:tracePt t="145586" x="5256213" y="4659313"/>
          <p14:tracePt t="145595" x="5937250" y="4640263"/>
          <p14:tracePt t="145603" x="6248400" y="4640263"/>
          <p14:tracePt t="145617" x="6681788" y="4640263"/>
          <p14:tracePt t="145625" x="7023100" y="4640263"/>
          <p14:tracePt t="145631" x="7424738" y="4640263"/>
          <p14:tracePt t="145642" x="8058150" y="4689475"/>
          <p14:tracePt t="145651" x="8342313" y="4727575"/>
          <p14:tracePt t="145670" x="8794750" y="4806950"/>
          <p14:tracePt t="145675" x="8931275" y="4845050"/>
          <p14:tracePt t="145684" x="9067800" y="4887913"/>
          <p14:tracePt t="145703" x="9247188" y="4975225"/>
          <p14:tracePt t="145718" x="9272588" y="5005388"/>
          <p14:tracePt t="145735" x="9291638" y="5060950"/>
          <p14:tracePt t="145751" x="9291638" y="5092700"/>
          <p14:tracePt t="145754" x="9291638" y="5116513"/>
          <p14:tracePt t="145768" x="9291638" y="5135563"/>
          <p14:tracePt t="145772" x="9272588" y="5154613"/>
          <p14:tracePt t="145785" x="9229725" y="5197475"/>
          <p14:tracePt t="145795" x="9197975" y="5216525"/>
          <p14:tracePt t="145806" x="9178925" y="5222875"/>
          <p14:tracePt t="145820" x="9148763" y="5240338"/>
          <p14:tracePt t="145840" x="9105900" y="5259388"/>
          <p14:tracePt t="145849" x="9086850" y="5259388"/>
          <p14:tracePt t="145856" x="9061450" y="5259388"/>
          <p14:tracePt t="145865" x="9031288" y="5272088"/>
          <p14:tracePt t="145878" x="8969375" y="5278438"/>
          <p14:tracePt t="145883" x="8918575" y="5278438"/>
          <p14:tracePt t="145892" x="8894763" y="5291138"/>
          <p14:tracePt t="145898" x="8845550" y="5291138"/>
          <p14:tracePt t="145909" x="8788400" y="5291138"/>
          <p14:tracePt t="145918" x="8751888" y="5291138"/>
          <p14:tracePt t="145922" x="8677275" y="5291138"/>
          <p14:tracePt t="145934" x="8609013" y="5291138"/>
          <p14:tracePt t="145938" x="8528050" y="5297488"/>
          <p14:tracePt t="145952" x="8442325" y="5297488"/>
          <p14:tracePt t="145955" x="8361363" y="5297488"/>
          <p14:tracePt t="145970" x="8194675" y="5297488"/>
          <p14:tracePt t="145983" x="8143875" y="5297488"/>
          <p14:tracePt t="145989" x="8088313" y="5297488"/>
          <p14:tracePt t="145999" x="8039100" y="5297488"/>
          <p14:tracePt t="146006" x="7970838" y="5297488"/>
          <p14:tracePt t="146014" x="7921625" y="5297488"/>
          <p14:tracePt t="146028" x="7866063" y="5297488"/>
          <p14:tracePt t="146036" x="7840663" y="5297488"/>
          <p14:tracePt t="146043" x="7821613" y="5291138"/>
          <p14:tracePt t="146052" x="7797800" y="5291138"/>
          <p14:tracePt t="146069" x="7785100" y="5284788"/>
          <p14:tracePt t="146085" x="7778750" y="5284788"/>
          <p14:tracePt t="146101" x="7766050" y="5284788"/>
          <p14:tracePt t="146109" x="7759700" y="5284788"/>
          <p14:tracePt t="146118" x="7759700" y="5272088"/>
          <p14:tracePt t="146125" x="7753350" y="5272088"/>
          <p14:tracePt t="146148" x="7723188" y="5265738"/>
          <p14:tracePt t="146158" x="7716838" y="5265738"/>
          <p14:tracePt t="146172" x="7685088" y="5259388"/>
          <p14:tracePt t="146179" x="7667625" y="5253038"/>
          <p14:tracePt t="146188" x="7642225" y="5240338"/>
          <p14:tracePt t="146203" x="7586663" y="5235575"/>
          <p14:tracePt t="146220" x="7537450" y="5216525"/>
          <p14:tracePt t="146235" x="7499350" y="5203825"/>
          <p14:tracePt t="146254" x="7469188" y="5203825"/>
          <p14:tracePt t="146260" x="7443788" y="5203825"/>
          <p14:tracePt t="146267" x="7419975" y="5197475"/>
          <p14:tracePt t="146276" x="7400925" y="5197475"/>
          <p14:tracePt t="146285" x="7388225" y="5197475"/>
          <p14:tracePt t="146289" x="7358063" y="5197475"/>
          <p14:tracePt t="146299" x="7345363" y="5197475"/>
          <p14:tracePt t="146308" x="7313613" y="5197475"/>
          <p14:tracePt t="146318" x="7300913" y="5197475"/>
          <p14:tracePt t="146321" x="7296150" y="5197475"/>
          <p14:tracePt t="146334" x="7289800" y="5197475"/>
          <p14:tracePt t="146338" x="7270750" y="5197475"/>
          <p14:tracePt t="146354" x="7258050" y="5191125"/>
          <p14:tracePt t="146365" x="7245350" y="5191125"/>
          <p14:tracePt t="146375" x="7232650" y="5191125"/>
          <p14:tracePt t="146382" x="7227888" y="5184775"/>
          <p14:tracePt t="146399" x="7208838" y="5173663"/>
          <p14:tracePt t="146404" x="7202488" y="5173663"/>
          <p14:tracePt t="146412" x="7189788" y="5167313"/>
          <p14:tracePt t="146421" x="7183438" y="5167313"/>
          <p14:tracePt t="146435" x="7177088" y="5167313"/>
          <p14:tracePt t="146453" x="7165975" y="5160963"/>
          <p14:tracePt t="146458" x="7146925" y="5160963"/>
          <p14:tracePt t="146468" x="7140575" y="5154613"/>
          <p14:tracePt t="146485" x="7108825" y="5148263"/>
          <p14:tracePt t="146502" x="7091363" y="5135563"/>
          <p14:tracePt t="146505" x="7091363" y="5129213"/>
          <p14:tracePt t="146518" x="7078663" y="5129213"/>
          <p14:tracePt t="146521" x="7072313" y="5122863"/>
          <p14:tracePt t="146535" x="7065963" y="5122863"/>
          <p14:tracePt t="146540" x="7059613" y="5122863"/>
          <p14:tracePt t="146545" x="7053263" y="5122863"/>
          <p14:tracePt t="146566" x="7046913" y="5122863"/>
          <p14:tracePt t="146574" x="7029450" y="5122863"/>
          <p14:tracePt t="146582" x="7023100" y="5116513"/>
          <p14:tracePt t="146590" x="7016750" y="5116513"/>
          <p14:tracePt t="146598" x="7010400" y="5116513"/>
          <p14:tracePt t="146609" x="7004050" y="5111750"/>
          <p14:tracePt t="146629" x="7004050" y="5105400"/>
          <p14:tracePt t="146640" x="6997700" y="5099050"/>
          <p14:tracePt t="146652" x="6985000" y="5073650"/>
          <p14:tracePt t="146672" x="6978650" y="5060950"/>
          <p14:tracePt t="146686" x="6978650" y="5048250"/>
          <p14:tracePt t="147229" x="6978650" y="5043488"/>
          <p14:tracePt t="147243" x="6978650" y="5030788"/>
          <p14:tracePt t="147412" x="6978650" y="5037138"/>
          <p14:tracePt t="147424" x="6978650" y="5043488"/>
          <p14:tracePt t="147435" x="6991350" y="5080000"/>
          <p14:tracePt t="147454" x="6991350" y="5111750"/>
          <p14:tracePt t="147468" x="6997700" y="5116513"/>
          <p14:tracePt t="147486" x="6997700" y="5122863"/>
          <p14:tracePt t="147491" x="7004050" y="5129213"/>
          <p14:tracePt t="147501" x="7004050" y="5135563"/>
          <p14:tracePt t="147521" x="7010400" y="5154613"/>
          <p14:tracePt t="147539" x="7010400" y="5160963"/>
          <p14:tracePt t="147553" x="7010400" y="5167313"/>
          <p14:tracePt t="147570" x="7010400" y="5173663"/>
          <p14:tracePt t="147588" x="7010400" y="5178425"/>
          <p14:tracePt t="147611" x="7010400" y="5184775"/>
          <p14:tracePt t="147619" x="7010400" y="5191125"/>
          <p14:tracePt t="147645" x="7010400" y="5203825"/>
          <p14:tracePt t="147660" x="7010400" y="5210175"/>
          <p14:tracePt t="147675" x="7010400" y="5216525"/>
          <p14:tracePt t="148344" x="7004050" y="5210175"/>
          <p14:tracePt t="148354" x="7004050" y="5197475"/>
          <p14:tracePt t="148357" x="7004050" y="5184775"/>
          <p14:tracePt t="148368" x="6997700" y="5178425"/>
          <p14:tracePt t="148386" x="6991350" y="5154613"/>
          <p14:tracePt t="148399" x="6991350" y="5148263"/>
          <p14:tracePt t="148407" x="6991350" y="5141913"/>
          <p14:tracePt t="148416" x="6978650" y="5135563"/>
          <p14:tracePt t="148420" x="6978650" y="5122863"/>
          <p14:tracePt t="148435" x="6978650" y="5111750"/>
          <p14:tracePt t="148452" x="6978650" y="5105400"/>
          <p14:tracePt t="148460" x="6972300" y="5105400"/>
          <p14:tracePt t="148475" x="6972300" y="5099050"/>
          <p14:tracePt t="148524" x="6972300" y="5092700"/>
          <p14:tracePt t="148567" x="6972300" y="5086350"/>
          <p14:tracePt t="148600" x="6972300" y="5080000"/>
          <p14:tracePt t="148611" x="6972300" y="5073650"/>
          <p14:tracePt t="148630" x="6972300" y="5060950"/>
          <p14:tracePt t="148659" x="6972300" y="5054600"/>
          <p14:tracePt t="148684" x="6972300" y="5048250"/>
          <p14:tracePt t="148741" x="6972300" y="5043488"/>
          <p14:tracePt t="148753" x="6985000" y="5043488"/>
          <p14:tracePt t="148760" x="6997700" y="5037138"/>
          <p14:tracePt t="148767" x="7016750" y="5024438"/>
          <p14:tracePt t="148772" x="7040563" y="5024438"/>
          <p14:tracePt t="148782" x="7102475" y="5018088"/>
          <p14:tracePt t="148790" x="7170738" y="5018088"/>
          <p14:tracePt t="148795" x="7202488" y="5018088"/>
          <p14:tracePt t="148806" x="7264400" y="5018088"/>
          <p14:tracePt t="148816" x="7362825" y="5018088"/>
          <p14:tracePt t="148823" x="7462838" y="5018088"/>
          <p14:tracePt t="148834" x="7623175" y="5018088"/>
          <p14:tracePt t="148844" x="7921625" y="5024438"/>
          <p14:tracePt t="148851" x="8126413" y="5037138"/>
          <p14:tracePt t="148868" x="8634413" y="5105400"/>
          <p14:tracePt t="148885" x="9315450" y="5203825"/>
          <p14:tracePt t="148902" x="9725025" y="5265738"/>
          <p14:tracePt t="148908" x="9917113" y="5291138"/>
          <p14:tracePt t="148925" x="10202863" y="5346700"/>
          <p14:tracePt t="148938" x="10226675" y="5359400"/>
          <p14:tracePt t="148954" x="10294938" y="5376863"/>
          <p14:tracePt t="148959" x="10307638" y="5383213"/>
          <p14:tracePt t="148961" x="10320338" y="5402263"/>
          <p14:tracePt t="148971" x="10320338" y="5408613"/>
          <p14:tracePt t="148987" x="10320338" y="5414963"/>
          <p14:tracePt t="149003" x="10320338" y="5432425"/>
          <p14:tracePt t="149019" x="10320338" y="5457825"/>
          <p14:tracePt t="149035" x="10320338" y="5483225"/>
          <p14:tracePt t="149053" x="10320338" y="5494338"/>
          <p14:tracePt t="149059" x="10320338" y="5500688"/>
          <p14:tracePt t="149068" x="10320338" y="5507038"/>
          <p14:tracePt t="149079" x="10320338" y="5526088"/>
          <p14:tracePt t="149088" x="10320338" y="5532438"/>
          <p14:tracePt t="149100" x="10320338" y="5538788"/>
          <p14:tracePt t="149106" x="10320338" y="5551488"/>
          <p14:tracePt t="149115" x="10326688" y="5551488"/>
          <p14:tracePt t="149124" x="10326688" y="5556250"/>
          <p14:tracePt t="149140" x="10326688" y="5562600"/>
          <p14:tracePt t="149151" x="10326688" y="5575300"/>
          <p14:tracePt t="149182" x="10333038" y="5575300"/>
          <p14:tracePt t="149271" x="10333038" y="5562600"/>
          <p14:tracePt t="149289" x="10301288" y="5507038"/>
          <p14:tracePt t="149297" x="10294938" y="5483225"/>
          <p14:tracePt t="149304" x="10282238" y="5451475"/>
          <p14:tracePt t="149310" x="10277475" y="5427663"/>
          <p14:tracePt t="149314" x="10264775" y="5402263"/>
          <p14:tracePt t="149329" x="10258425" y="5370513"/>
          <p14:tracePt t="149334" x="10245725" y="5346700"/>
          <p14:tracePt t="149349" x="10239375" y="5314950"/>
          <p14:tracePt t="149359" x="10233025" y="5302250"/>
          <p14:tracePt t="149373" x="10226675" y="5272088"/>
          <p14:tracePt t="149390" x="10220325" y="5259388"/>
          <p14:tracePt t="149405" x="10220325" y="5253038"/>
          <p14:tracePt t="149422" x="10209213" y="5253038"/>
          <p14:tracePt t="149509" x="10209213" y="5246688"/>
          <p14:tracePt t="149532" x="10202863" y="5246688"/>
          <p14:tracePt t="149555" x="10196513" y="5246688"/>
          <p14:tracePt t="149567" x="10190163" y="5240338"/>
          <p14:tracePt t="149590" x="10183813" y="5240338"/>
          <p14:tracePt t="149611" x="10177463" y="5240338"/>
          <p14:tracePt t="149627" x="10171113" y="5235575"/>
          <p14:tracePt t="149643" x="10158413" y="5235575"/>
          <p14:tracePt t="149655" x="10152063" y="5222875"/>
          <p14:tracePt t="149694" x="10147300" y="5222875"/>
          <p14:tracePt t="149822" x="10147300" y="5216525"/>
          <p14:tracePt t="149900" x="10140950" y="5216525"/>
          <p14:tracePt t="149911" x="10128250" y="5216525"/>
          <p14:tracePt t="149924" x="10072688" y="5216525"/>
          <p14:tracePt t="149939" x="10021888" y="5216525"/>
          <p14:tracePt t="149942" x="9972675" y="5216525"/>
          <p14:tracePt t="149950" x="9936163" y="5216525"/>
          <p14:tracePt t="149959" x="9861550" y="5216525"/>
          <p14:tracePt t="149967" x="9744075" y="5216525"/>
          <p14:tracePt t="149976" x="9613900" y="5216525"/>
          <p14:tracePt t="149981" x="9464675" y="5203825"/>
          <p14:tracePt t="149988" x="9315450" y="5191125"/>
          <p14:tracePt t="150003" x="8937625" y="5135563"/>
          <p14:tracePt t="150021" x="8621713" y="5080000"/>
          <p14:tracePt t="150036" x="8397875" y="5024438"/>
          <p14:tracePt t="150042" x="8331200" y="4999038"/>
          <p14:tracePt t="150054" x="8256588" y="4968875"/>
          <p14:tracePt t="150059" x="8181975" y="4943475"/>
          <p14:tracePt t="150075" x="8150225" y="4924425"/>
          <p14:tracePt t="150089" x="8143875" y="4924425"/>
          <p14:tracePt t="150156" x="8150225" y="4924425"/>
          <p14:tracePt t="150171" x="8150225" y="4937125"/>
          <p14:tracePt t="150185" x="8150225" y="4956175"/>
          <p14:tracePt t="150194" x="8139113" y="4999038"/>
          <p14:tracePt t="150204" x="8132763" y="5018088"/>
          <p14:tracePt t="150210" x="8120063" y="5037138"/>
          <p14:tracePt t="150220" x="8101013" y="5048250"/>
          <p14:tracePt t="150227" x="8075613" y="5080000"/>
          <p14:tracePt t="150234" x="8070850" y="5086350"/>
          <p14:tracePt t="150244" x="8045450" y="5092700"/>
          <p14:tracePt t="150251" x="8039100" y="5092700"/>
          <p14:tracePt t="150260" x="8013700" y="5105400"/>
          <p14:tracePt t="150271" x="7996238" y="5105400"/>
          <p14:tracePt t="150277" x="7970838" y="5105400"/>
          <p14:tracePt t="150280" x="7934325" y="5105400"/>
          <p14:tracePt t="150291" x="7896225" y="5105400"/>
          <p14:tracePt t="150301" x="7859713" y="5105400"/>
          <p14:tracePt t="150320" x="7785100" y="5105400"/>
          <p14:tracePt t="150335" x="7742238" y="5099050"/>
          <p14:tracePt t="150341" x="7716838" y="5092700"/>
          <p14:tracePt t="150350" x="7685088" y="5080000"/>
          <p14:tracePt t="150359" x="7661275" y="5073650"/>
          <p14:tracePt t="150371" x="7623175" y="5054600"/>
          <p14:tracePt t="150379" x="7618413" y="5054600"/>
          <p14:tracePt t="150386" x="7612063" y="5048250"/>
          <p14:tracePt t="150403" x="7605713" y="5043488"/>
          <p14:tracePt t="150421" x="7599363" y="5037138"/>
          <p14:tracePt t="150439" x="7593013" y="5018088"/>
          <p14:tracePt t="150442" x="7593013" y="5011738"/>
          <p14:tracePt t="150452" x="7580313" y="5005388"/>
          <p14:tracePt t="150470" x="7580313" y="4986338"/>
          <p14:tracePt t="150478" x="7573963" y="4975225"/>
          <p14:tracePt t="150493" x="7567613" y="4962525"/>
          <p14:tracePt t="150499" x="7567613" y="4956175"/>
          <p14:tracePt t="150511" x="7561263" y="4949825"/>
          <p14:tracePt t="150522" x="7550150" y="4937125"/>
          <p14:tracePt t="150560" x="7550150" y="4930775"/>
          <p14:tracePt t="150826" x="7550150" y="4919663"/>
          <p14:tracePt t="150835" x="7554913" y="4919663"/>
          <p14:tracePt t="150842" x="7554913" y="4913313"/>
          <p14:tracePt t="150886" x="7554913" y="4906963"/>
          <p14:tracePt t="150909" x="7554913" y="4900613"/>
          <p14:tracePt t="150931" x="7554913" y="4894263"/>
          <p14:tracePt t="150989" x="7561263" y="4894263"/>
          <p14:tracePt t="150998" x="7567613" y="4894263"/>
          <p14:tracePt t="151005" x="7573963" y="4894263"/>
          <p14:tracePt t="151023" x="7593013" y="4906963"/>
          <p14:tracePt t="151027" x="7599363" y="4913313"/>
          <p14:tracePt t="151035" x="7605713" y="4913313"/>
          <p14:tracePt t="151054" x="7618413" y="4930775"/>
          <p14:tracePt t="151070" x="7623175" y="4930775"/>
          <p14:tracePt t="151172" x="7618413" y="4930775"/>
          <p14:tracePt t="151215" x="7612063" y="4930775"/>
          <p14:tracePt t="151229" x="7605713" y="4943475"/>
          <p14:tracePt t="151239" x="7605713" y="4949825"/>
          <p14:tracePt t="151252" x="7586663" y="4981575"/>
          <p14:tracePt t="151272" x="7580313" y="5005388"/>
          <p14:tracePt t="151278" x="7580313" y="5011738"/>
          <p14:tracePt t="151286" x="7573963" y="5018088"/>
          <p14:tracePt t="151298" x="7573963" y="5024438"/>
          <p14:tracePt t="151332" x="7573963" y="5030788"/>
          <p14:tracePt t="151346" x="7580313" y="5030788"/>
          <p14:tracePt t="151350" x="7586663" y="5043488"/>
          <p14:tracePt t="151361" x="7599363" y="5043488"/>
          <p14:tracePt t="151364" x="7605713" y="5048250"/>
          <p14:tracePt t="151370" x="7618413" y="5048250"/>
          <p14:tracePt t="151387" x="7623175" y="5054600"/>
          <p14:tracePt t="151402" x="7629525" y="5060950"/>
          <p14:tracePt t="151425" x="7642225" y="5060950"/>
          <p14:tracePt t="151436" x="7642225" y="5067300"/>
          <p14:tracePt t="151458" x="7648575" y="5073650"/>
          <p14:tracePt t="151472" x="7648575" y="5080000"/>
          <p14:tracePt t="151488" x="7648575" y="5092700"/>
          <p14:tracePt t="151509" x="7648575" y="5099050"/>
          <p14:tracePt t="151630" x="7648575" y="5086350"/>
          <p14:tracePt t="151643" x="7648575" y="5080000"/>
          <p14:tracePt t="151652" x="7648575" y="5073650"/>
          <p14:tracePt t="151839" x="7635875" y="5086350"/>
          <p14:tracePt t="151852" x="7635875" y="5099050"/>
          <p14:tracePt t="151857" x="7635875" y="5105400"/>
          <p14:tracePt t="151869" x="7635875" y="5122863"/>
          <p14:tracePt t="151881" x="7629525" y="5129213"/>
          <p14:tracePt t="151891" x="7629525" y="5135563"/>
          <p14:tracePt t="151909" x="7623175" y="5141913"/>
          <p14:tracePt t="151925" x="7618413" y="5154613"/>
          <p14:tracePt t="151929" x="7612063" y="5173663"/>
          <p14:tracePt t="151947" x="7612063" y="5184775"/>
          <p14:tracePt t="151955" x="7612063" y="5203825"/>
          <p14:tracePt t="151972" x="7612063" y="5235575"/>
          <p14:tracePt t="151977" x="7612063" y="5240338"/>
          <p14:tracePt t="151990" x="7612063" y="5246688"/>
          <p14:tracePt t="152003" x="7612063" y="5253038"/>
          <p14:tracePt t="152086" x="7618413" y="5265738"/>
          <p14:tracePt t="152098" x="7618413" y="5272088"/>
          <p14:tracePt t="152112" x="7623175" y="5284788"/>
          <p14:tracePt t="152119" x="7629525" y="5302250"/>
          <p14:tracePt t="152124" x="7629525" y="5308600"/>
          <p14:tracePt t="152138" x="7629525" y="5321300"/>
          <p14:tracePt t="152152" x="7629525" y="5327650"/>
          <p14:tracePt t="152196" x="7629525" y="5308600"/>
          <p14:tracePt t="152207" x="7623175" y="5297488"/>
          <p14:tracePt t="152224" x="7612063" y="5246688"/>
          <p14:tracePt t="152239" x="7612063" y="5184775"/>
          <p14:tracePt t="152252" x="7605713" y="5135563"/>
          <p14:tracePt t="152261" x="7605713" y="5105400"/>
          <p14:tracePt t="152270" x="7593013" y="5080000"/>
          <p14:tracePt t="152274" x="7593013" y="5043488"/>
          <p14:tracePt t="152285" x="7593013" y="5037138"/>
          <p14:tracePt t="152302" x="7586663" y="5030788"/>
          <p14:tracePt t="152366" x="7593013" y="5054600"/>
          <p14:tracePt t="152379" x="7612063" y="5086350"/>
          <p14:tracePt t="152388" x="7618413" y="5105400"/>
          <p14:tracePt t="152419" x="7642225" y="5173663"/>
          <p14:tracePt t="152426" x="7642225" y="5178425"/>
          <p14:tracePt t="152434" x="7642225" y="5191125"/>
          <p14:tracePt t="152443" x="7648575" y="5191125"/>
          <p14:tracePt t="152452" x="7648575" y="5197475"/>
          <p14:tracePt t="152585" x="7648575" y="5178425"/>
          <p14:tracePt t="152596" x="7648575" y="5173663"/>
          <p14:tracePt t="152608" x="7648575" y="5167313"/>
          <p14:tracePt t="152621" x="7642225" y="5135563"/>
          <p14:tracePt t="152642" x="7635875" y="5111750"/>
          <p14:tracePt t="152647" x="7623175" y="5086350"/>
          <p14:tracePt t="152654" x="7618413" y="5080000"/>
          <p14:tracePt t="152672" x="7599363" y="5043488"/>
          <p14:tracePt t="152677" x="7593013" y="5037138"/>
          <p14:tracePt t="152685" x="7586663" y="5030788"/>
          <p14:tracePt t="152696" x="7586663" y="5024438"/>
          <p14:tracePt t="152702" x="7580313" y="5024438"/>
          <p14:tracePt t="152741" x="7573963" y="5024438"/>
          <p14:tracePt t="152845" x="7573963" y="5030788"/>
          <p14:tracePt t="152911" x="7573963" y="5037138"/>
          <p14:tracePt t="152925" x="7573963" y="5054600"/>
          <p14:tracePt t="152937" x="7573963" y="5060950"/>
          <p14:tracePt t="152942" x="7567613" y="5067300"/>
          <p14:tracePt t="152960" x="7561263" y="5073650"/>
          <p14:tracePt t="152968" x="7550150" y="5080000"/>
          <p14:tracePt t="152979" x="7518400" y="5092700"/>
          <p14:tracePt t="152988" x="7505700" y="5092700"/>
          <p14:tracePt t="153004" x="7450138" y="5099050"/>
          <p14:tracePt t="153020" x="7351713" y="5099050"/>
          <p14:tracePt t="153035" x="7264400" y="5099050"/>
          <p14:tracePt t="153053" x="7159625" y="5086350"/>
          <p14:tracePt t="153060" x="7102475" y="5073650"/>
          <p14:tracePt t="153069" x="7065963" y="5073650"/>
          <p14:tracePt t="153078" x="7004050" y="5060950"/>
          <p14:tracePt t="153088" x="6948488" y="5054600"/>
          <p14:tracePt t="153096" x="6910388" y="5043488"/>
          <p14:tracePt t="153104" x="6873875" y="5043488"/>
          <p14:tracePt t="153110" x="6811963" y="5043488"/>
          <p14:tracePt t="153118" x="6743700" y="5030788"/>
          <p14:tracePt t="153134" x="6526213" y="5030788"/>
          <p14:tracePt t="153150" x="6278563" y="5030788"/>
          <p14:tracePt t="153173" x="6118225" y="5030788"/>
          <p14:tracePt t="153193" x="5683250" y="5018088"/>
          <p14:tracePt t="153203" x="5565775" y="5005388"/>
          <p14:tracePt t="153211" x="5535613" y="5005388"/>
          <p14:tracePt t="153223" x="5510213" y="5005388"/>
          <p14:tracePt t="153232" x="5484813" y="5005388"/>
          <p14:tracePt t="153237" x="5480050" y="5005388"/>
          <p14:tracePt t="153245" x="5473700" y="5005388"/>
          <p14:tracePt t="153253" x="5461000" y="5005388"/>
          <p14:tracePt t="153323" x="5467350" y="4981575"/>
          <p14:tracePt t="153332" x="5484813" y="4956175"/>
          <p14:tracePt t="153341" x="5503863" y="4919663"/>
          <p14:tracePt t="153353" x="5535613" y="4838700"/>
          <p14:tracePt t="153371" x="5572125" y="4764088"/>
          <p14:tracePt t="153378" x="5603875" y="4727575"/>
          <p14:tracePt t="153393" x="5653088" y="4665663"/>
          <p14:tracePt t="153400" x="5715000" y="4621213"/>
          <p14:tracePt t="153405" x="5819775" y="4552950"/>
          <p14:tracePt t="153410" x="5926138" y="4516438"/>
          <p14:tracePt t="153420" x="6062663" y="4473575"/>
          <p14:tracePt t="153425" x="6229350" y="4429125"/>
          <p14:tracePt t="153438" x="6440488" y="4386263"/>
          <p14:tracePt t="153452" x="6899275" y="4286250"/>
          <p14:tracePt t="153469" x="7289800" y="4243388"/>
          <p14:tracePt t="153486" x="7729538" y="4224338"/>
          <p14:tracePt t="153493" x="7970838" y="4224338"/>
          <p14:tracePt t="153500" x="8150225" y="4224338"/>
          <p14:tracePt t="153506" x="8361363" y="4249738"/>
          <p14:tracePt t="153521" x="8702675" y="4305300"/>
          <p14:tracePt t="153537" x="9117013" y="4416425"/>
          <p14:tracePt t="153553" x="9501188" y="4535488"/>
          <p14:tracePt t="153571" x="9812338" y="4665663"/>
          <p14:tracePt t="153580" x="9936163" y="4721225"/>
          <p14:tracePt t="153587" x="10059988" y="4789488"/>
          <p14:tracePt t="153597" x="10177463" y="4857750"/>
          <p14:tracePt t="153604" x="10271125" y="4919663"/>
          <p14:tracePt t="153612" x="10363200" y="4986338"/>
          <p14:tracePt t="153618" x="10437813" y="5048250"/>
          <p14:tracePt t="153636" x="10512425" y="5135563"/>
          <p14:tracePt t="153655" x="10567988" y="5222875"/>
          <p14:tracePt t="153659" x="10574338" y="5246688"/>
          <p14:tracePt t="153671" x="10587038" y="5278438"/>
          <p14:tracePt t="153678" x="10587038" y="5302250"/>
          <p14:tracePt t="153685" x="10587038" y="5314950"/>
          <p14:tracePt t="153697" x="10587038" y="5334000"/>
          <p14:tracePt t="153700" x="10587038" y="5353050"/>
          <p14:tracePt t="153710" x="10587038" y="5359400"/>
          <p14:tracePt t="153721" x="10580688" y="5370513"/>
          <p14:tracePt t="153735" x="10580688" y="5376863"/>
          <p14:tracePt t="153752" x="10580688" y="5383213"/>
          <p14:tracePt t="153755" x="10580688" y="5389563"/>
          <p14:tracePt t="153949" x="10561638" y="5389563"/>
          <p14:tracePt t="153962" x="10506075" y="5365750"/>
          <p14:tracePt t="153973" x="10487025" y="5353050"/>
          <p14:tracePt t="153982" x="10450513" y="5321300"/>
          <p14:tracePt t="153990" x="10431463" y="5314950"/>
          <p14:tracePt t="154003" x="10407650" y="5308600"/>
          <p14:tracePt t="154011" x="10350500" y="5284788"/>
          <p14:tracePt t="154027" x="10333038" y="5278438"/>
          <p14:tracePt t="154036" x="10326688" y="5278438"/>
          <p14:tracePt t="154053" x="10320338" y="5278438"/>
          <p14:tracePt t="154071" x="10320338" y="5272088"/>
          <p14:tracePt t="154086" x="10313988" y="5272088"/>
          <p14:tracePt t="154127" x="10307638" y="5272088"/>
          <p14:tracePt t="154140" x="10301288" y="5265738"/>
          <p14:tracePt t="154164" x="10294938" y="5259388"/>
          <p14:tracePt t="154179" x="10294938" y="5253038"/>
          <p14:tracePt t="154195" x="10288588" y="5246688"/>
          <p14:tracePt t="154204" x="10288588" y="5235575"/>
          <p14:tracePt t="154211" x="10277475" y="5235575"/>
          <p14:tracePt t="154230" x="10271125" y="5222875"/>
          <p14:tracePt t="154252" x="10264775" y="5216525"/>
          <p14:tracePt t="154284" x="10264775" y="5210175"/>
          <p14:tracePt t="154364" x="10258425" y="5210175"/>
          <p14:tracePt t="154655" x="10258425" y="5203825"/>
          <p14:tracePt t="154666" x="10252075" y="5197475"/>
          <p14:tracePt t="154679" x="10245725" y="5178425"/>
          <p14:tracePt t="154694" x="10239375" y="5173663"/>
          <p14:tracePt t="154707" x="10226675" y="5167313"/>
          <p14:tracePt t="154983" x="10220325" y="5173663"/>
          <p14:tracePt t="154995" x="10220325" y="5178425"/>
          <p14:tracePt t="155802" x="10213975" y="5178425"/>
          <p14:tracePt t="155815" x="10209213" y="5178425"/>
          <p14:tracePt t="155829" x="10202863" y="5178425"/>
          <p14:tracePt t="155840" x="10196513" y="5178425"/>
          <p14:tracePt t="155854" x="10190163" y="5178425"/>
          <p14:tracePt t="155942" x="10177463" y="5178425"/>
          <p14:tracePt t="155990" x="10177463" y="5173663"/>
          <p14:tracePt t="156004" x="10171113" y="5173663"/>
          <p14:tracePt t="156053" x="10171113" y="5167313"/>
          <p14:tracePt t="156066" x="10164763" y="5167313"/>
          <p14:tracePt t="156077" x="10164763" y="5160963"/>
          <p14:tracePt t="156092" x="10164763" y="5154613"/>
          <p14:tracePt t="156104" x="10158413" y="5154613"/>
          <p14:tracePt t="156397" x="10158413" y="5148263"/>
          <p14:tracePt t="156477" x="10152063" y="5148263"/>
          <p14:tracePt t="156492" x="10147300" y="5148263"/>
          <p14:tracePt t="156589" x="10140950" y="5148263"/>
          <p14:tracePt t="156621" x="10128250" y="5148263"/>
          <p14:tracePt t="156638" x="10128250" y="5135563"/>
          <p14:tracePt t="156651" x="10121900" y="5135563"/>
          <p14:tracePt t="156671" x="10115550" y="5129213"/>
          <p14:tracePt t="156709" x="10115550" y="5122863"/>
          <p14:tracePt t="156726" x="10109200" y="5122863"/>
          <p14:tracePt t="156847" x="10102850" y="5122863"/>
          <p14:tracePt t="156959" x="10102850" y="5148263"/>
          <p14:tracePt t="156971" x="10102850" y="5191125"/>
          <p14:tracePt t="156985" x="10102850" y="5216525"/>
          <p14:tracePt t="156994" x="10102850" y="5259388"/>
          <p14:tracePt t="157004" x="10102850" y="5278438"/>
          <p14:tracePt t="157020" x="10102850" y="5302250"/>
          <p14:tracePt t="157038" x="10102850" y="5314950"/>
          <p14:tracePt t="157108" x="10102850" y="5321300"/>
          <p14:tracePt t="157239" x="10096500" y="5314950"/>
          <p14:tracePt t="157252" x="10079038" y="5278438"/>
          <p14:tracePt t="157272" x="10066338" y="5246688"/>
          <p14:tracePt t="157278" x="10053638" y="5229225"/>
          <p14:tracePt t="157281" x="10047288" y="5203825"/>
          <p14:tracePt t="157290" x="10034588" y="5184775"/>
          <p14:tracePt t="157307" x="10028238" y="5141913"/>
          <p14:tracePt t="157319" x="10021888" y="5116513"/>
          <p14:tracePt t="157329" x="10010775" y="5060950"/>
          <p14:tracePt t="157338" x="10004425" y="5043488"/>
          <p14:tracePt t="157354" x="10004425" y="5011738"/>
          <p14:tracePt t="157371" x="9998075" y="5005388"/>
          <p14:tracePt t="157493" x="10004425" y="5030788"/>
          <p14:tracePt t="157505" x="10021888" y="5060950"/>
          <p14:tracePt t="157510" x="10034588" y="5099050"/>
          <p14:tracePt t="157515" x="10053638" y="5154613"/>
          <p14:tracePt t="157525" x="10079038" y="5191125"/>
          <p14:tracePt t="157540" x="10121900" y="5291138"/>
          <p14:tracePt t="157554" x="10158413" y="5334000"/>
          <p14:tracePt t="157574" x="10171113" y="5359400"/>
          <p14:tracePt t="157589" x="10177463" y="5359400"/>
          <p14:tracePt t="157638" x="10177463" y="5353050"/>
          <p14:tracePt t="157651" x="10177463" y="5340350"/>
          <p14:tracePt t="157660" x="10171113" y="5327650"/>
          <p14:tracePt t="157670" x="10171113" y="5321300"/>
          <p14:tracePt t="157679" x="10164763" y="5314950"/>
          <p14:tracePt t="157689" x="10164763" y="5302250"/>
          <p14:tracePt t="157698" x="10164763" y="5297488"/>
          <p14:tracePt t="157708" x="10158413" y="5278438"/>
          <p14:tracePt t="157722" x="10158413" y="5265738"/>
          <p14:tracePt t="157738" x="10158413" y="5253038"/>
          <p14:tracePt t="157759" x="10158413" y="5229225"/>
          <p14:tracePt t="157766" x="10158413" y="5222875"/>
          <p14:tracePt t="157774" x="10158413" y="5210175"/>
          <p14:tracePt t="157784" x="10158413" y="5203825"/>
          <p14:tracePt t="157788" x="10158413" y="5197475"/>
          <p14:tracePt t="157804" x="10158413" y="5191125"/>
          <p14:tracePt t="158055" x="10147300" y="5191125"/>
          <p14:tracePt t="158065" x="10140950" y="5191125"/>
          <p14:tracePt t="158078" x="10128250" y="5191125"/>
          <p14:tracePt t="158095" x="10096500" y="5191125"/>
          <p14:tracePt t="158117" x="9948863" y="5191125"/>
          <p14:tracePt t="158124" x="9910763" y="5191125"/>
          <p14:tracePt t="158135" x="9874250" y="5178425"/>
          <p14:tracePt t="158141" x="9756775" y="5154613"/>
          <p14:tracePt t="158145" x="9669463" y="5141913"/>
          <p14:tracePt t="158156" x="9551988" y="5116513"/>
          <p14:tracePt t="158174" x="9297988" y="5048250"/>
          <p14:tracePt t="158179" x="9129713" y="5005388"/>
          <p14:tracePt t="158189" x="9012238" y="4968875"/>
          <p14:tracePt t="158208" x="8702675" y="4868863"/>
          <p14:tracePt t="158227" x="8280400" y="4776788"/>
          <p14:tracePt t="158235" x="8181975" y="4745038"/>
          <p14:tracePt t="158252" x="8075613" y="4721225"/>
          <p14:tracePt t="158261" x="7921625" y="4670425"/>
          <p14:tracePt t="158272" x="7847013" y="4665663"/>
          <p14:tracePt t="158288" x="7766050" y="4640263"/>
          <p14:tracePt t="158298" x="7753350" y="4640263"/>
          <p14:tracePt t="158317" x="7704138" y="4633913"/>
          <p14:tracePt t="158322" x="7697788" y="4627563"/>
          <p14:tracePt t="158339" x="7680325" y="4627563"/>
          <p14:tracePt t="158348" x="7673975" y="4627563"/>
          <p14:tracePt t="158358" x="7661275" y="4627563"/>
          <p14:tracePt t="158369" x="7654925" y="4627563"/>
          <p14:tracePt t="158374" x="7648575" y="4627563"/>
          <p14:tracePt t="158388" x="7629525" y="4627563"/>
          <p14:tracePt t="158395" x="7623175" y="4627563"/>
          <p14:tracePt t="158405" x="7612063" y="4627563"/>
          <p14:tracePt t="158409" x="7599363" y="4633913"/>
          <p14:tracePt t="158421" x="7593013" y="4640263"/>
          <p14:tracePt t="158439" x="7561263" y="4683125"/>
          <p14:tracePt t="158456" x="7518400" y="4764088"/>
          <p14:tracePt t="158461" x="7505700" y="4832350"/>
          <p14:tracePt t="158478" x="7499350" y="4913313"/>
          <p14:tracePt t="158487" x="7488238" y="4943475"/>
          <p14:tracePt t="158495" x="7488238" y="4981575"/>
          <p14:tracePt t="158507" x="7488238" y="4992688"/>
          <p14:tracePt t="158521" x="7488238" y="4999038"/>
          <p14:tracePt t="158538" x="7488238" y="5011738"/>
          <p14:tracePt t="158670" x="7481888" y="5011738"/>
          <p14:tracePt t="158685" x="7475538" y="5005388"/>
          <p14:tracePt t="158702" x="7469188" y="4999038"/>
          <p14:tracePt t="158715" x="7462838" y="4999038"/>
          <p14:tracePt t="158735" x="7462838" y="4992688"/>
          <p14:tracePt t="158749" x="7450138" y="4992688"/>
          <p14:tracePt t="158764" x="7443788" y="4992688"/>
          <p14:tracePt t="158772" x="7437438" y="4992688"/>
          <p14:tracePt t="158789" x="7419975" y="5005388"/>
          <p14:tracePt t="158795" x="7394575" y="5011738"/>
          <p14:tracePt t="158804" x="7362825" y="5018088"/>
          <p14:tracePt t="158816" x="7339013" y="5030788"/>
          <p14:tracePt t="158821" x="7313613" y="5030788"/>
          <p14:tracePt t="158828" x="7277100" y="5030788"/>
          <p14:tracePt t="158838" x="7245350" y="5037138"/>
          <p14:tracePt t="158847" x="7221538" y="5037138"/>
          <p14:tracePt t="158854" x="7183438" y="5037138"/>
          <p14:tracePt t="158858" x="7165975" y="5037138"/>
          <p14:tracePt t="158866" x="7140575" y="5037138"/>
          <p14:tracePt t="158875" x="7115175" y="5037138"/>
          <p14:tracePt t="158890" x="7097713" y="5037138"/>
          <p14:tracePt t="158909" x="7065963" y="5037138"/>
          <p14:tracePt t="158913" x="7059613" y="5037138"/>
          <p14:tracePt t="158934" x="7053263" y="5030788"/>
          <p14:tracePt t="158948" x="7046913" y="5030788"/>
          <p14:tracePt t="158974" x="7046913" y="5024438"/>
          <p14:tracePt t="158995" x="7046913" y="5011738"/>
          <p14:tracePt t="159005" x="7035800" y="5005388"/>
          <p14:tracePt t="159019" x="7035800" y="4999038"/>
          <p14:tracePt t="159031" x="7035800" y="4992688"/>
          <p14:tracePt t="159052" x="7035800" y="4986338"/>
          <p14:tracePt t="159194" x="7035800" y="4981575"/>
          <p14:tracePt t="159199" x="7040563" y="4981575"/>
          <p14:tracePt t="159209" x="7040563" y="4975225"/>
          <p14:tracePt t="159246" x="7040563" y="4962525"/>
          <p14:tracePt t="159414" x="7046913" y="4962525"/>
          <p14:tracePt t="159447" x="7059613" y="4968875"/>
          <p14:tracePt t="159472" x="7102475" y="4999038"/>
          <p14:tracePt t="159479" x="7115175" y="5005388"/>
          <p14:tracePt t="159495" x="7140575" y="5024438"/>
          <p14:tracePt t="159505" x="7159625" y="5030788"/>
          <p14:tracePt t="159522" x="7183438" y="5048250"/>
          <p14:tracePt t="159526" x="7202488" y="5054600"/>
          <p14:tracePt t="159530" x="7208838" y="5054600"/>
          <p14:tracePt t="159538" x="7221538" y="5060950"/>
          <p14:tracePt t="159557" x="7227888" y="5060950"/>
          <p14:tracePt t="159565" x="7239000" y="5067300"/>
          <p14:tracePt t="159574" x="7245350" y="5067300"/>
          <p14:tracePt t="159585" x="7258050" y="5067300"/>
          <p14:tracePt t="159595" x="7264400" y="5067300"/>
          <p14:tracePt t="159604" x="7270750" y="5067300"/>
          <p14:tracePt t="159619" x="7283450" y="5073650"/>
          <p14:tracePt t="159635" x="7289800" y="5073650"/>
          <p14:tracePt t="159644" x="7289800" y="5086350"/>
          <p14:tracePt t="159659" x="7296150" y="5086350"/>
          <p14:tracePt t="159693" x="7300913" y="5086350"/>
          <p14:tracePt t="159744" x="7307263" y="5086350"/>
          <p14:tracePt t="159756" x="7313613" y="5086350"/>
          <p14:tracePt t="159770" x="7313613" y="5080000"/>
          <p14:tracePt t="159949" x="7313613" y="5073650"/>
          <p14:tracePt t="159963" x="7319963" y="5060950"/>
          <p14:tracePt t="159983" x="7326313" y="5054600"/>
          <p14:tracePt t="159991" x="7326313" y="5048250"/>
          <p14:tracePt t="160116" x="7326313" y="5043488"/>
          <p14:tracePt t="160129" x="7339013" y="5043488"/>
          <p14:tracePt t="160165" x="7339013" y="5030788"/>
          <p14:tracePt t="160177" x="7345363" y="5030788"/>
          <p14:tracePt t="160235" x="7351713" y="5024438"/>
          <p14:tracePt t="160381" x="7351713" y="5018088"/>
          <p14:tracePt t="160392" x="7358063" y="5018088"/>
          <p14:tracePt t="160422" x="7362825" y="5011738"/>
          <p14:tracePt t="160519" x="7369175" y="5011738"/>
          <p14:tracePt t="160533" x="7375525" y="5011738"/>
          <p14:tracePt t="160553" x="7407275" y="5011738"/>
          <p14:tracePt t="160561" x="7437438" y="5005388"/>
          <p14:tracePt t="160566" x="7475538" y="5005388"/>
          <p14:tracePt t="160572" x="7537450" y="4992688"/>
          <p14:tracePt t="160584" x="7573963" y="4992688"/>
          <p14:tracePt t="160592" x="7635875" y="4992688"/>
          <p14:tracePt t="160598" x="7704138" y="4992688"/>
          <p14:tracePt t="160619" x="7902575" y="4992688"/>
          <p14:tracePt t="160637" x="8088313" y="4992688"/>
          <p14:tracePt t="160655" x="8299450" y="4992688"/>
          <p14:tracePt t="160660" x="8504238" y="5011738"/>
          <p14:tracePt t="160668" x="8572500" y="5024438"/>
          <p14:tracePt t="160675" x="8628063" y="5024438"/>
          <p14:tracePt t="160688" x="8664575" y="5030788"/>
          <p14:tracePt t="160690" x="8689975" y="5043488"/>
          <p14:tracePt t="160704" x="8709025" y="5043488"/>
          <p14:tracePt t="161083" x="8709025" y="5048250"/>
          <p14:tracePt t="161098" x="8709025" y="5060950"/>
          <p14:tracePt t="161119" x="8709025" y="5067300"/>
          <p14:tracePt t="161137" x="8696325" y="5067300"/>
          <p14:tracePt t="161150" x="8689975" y="5067300"/>
          <p14:tracePt t="161158" x="8683625" y="5067300"/>
          <p14:tracePt t="161173" x="8677275" y="5067300"/>
          <p14:tracePt t="161178" x="8670925" y="5067300"/>
          <p14:tracePt t="161190" x="8653463" y="5067300"/>
          <p14:tracePt t="161194" x="8647113" y="5067300"/>
          <p14:tracePt t="161209" x="8640763" y="5067300"/>
          <p14:tracePt t="161216" x="8628063" y="5067300"/>
          <p14:tracePt t="161221" x="8621713" y="5067300"/>
          <p14:tracePt t="161230" x="8609013" y="5067300"/>
          <p14:tracePt t="161238" x="8602663" y="5067300"/>
          <p14:tracePt t="161244" x="8596313" y="5067300"/>
          <p14:tracePt t="161259" x="8585200" y="5067300"/>
          <p14:tracePt t="161271" x="8578850" y="5067300"/>
          <p14:tracePt t="161289" x="8572500" y="5067300"/>
          <p14:tracePt t="161293" x="8559800" y="5067300"/>
          <p14:tracePt t="161305" x="8553450" y="5067300"/>
          <p14:tracePt t="161324" x="8540750" y="5067300"/>
          <p14:tracePt t="161330" x="8534400" y="5067300"/>
          <p14:tracePt t="161339" x="8528050" y="5067300"/>
          <p14:tracePt t="161355" x="8523288" y="5060950"/>
          <p14:tracePt t="161359" x="8516938" y="5060950"/>
          <p14:tracePt t="161371" x="8504238" y="5060950"/>
          <p14:tracePt t="161389" x="8491538" y="5054600"/>
          <p14:tracePt t="161396" x="8485188" y="5054600"/>
          <p14:tracePt t="161410" x="8472488" y="5054600"/>
          <p14:tracePt t="161421" x="8466138" y="5054600"/>
          <p14:tracePt t="161439" x="8442325" y="5054600"/>
          <p14:tracePt t="161458" x="8404225" y="5054600"/>
          <p14:tracePt t="161475" x="8380413" y="5054600"/>
          <p14:tracePt t="161485" x="8374063" y="5060950"/>
          <p14:tracePt t="161496" x="8367713" y="5060950"/>
          <p14:tracePt t="161501" x="8361363" y="5060950"/>
          <p14:tracePt t="161508" x="8355013" y="5060950"/>
          <p14:tracePt t="161516" x="8335963" y="5060950"/>
          <p14:tracePt t="161523" x="8331200" y="5060950"/>
          <p14:tracePt t="161532" x="8324850" y="5060950"/>
          <p14:tracePt t="161538" x="8312150" y="5060950"/>
          <p14:tracePt t="161542" x="8305800" y="5060950"/>
          <p14:tracePt t="161558" x="8286750" y="5060950"/>
          <p14:tracePt t="161562" x="8274050" y="5060950"/>
          <p14:tracePt t="161571" x="8262938" y="5060950"/>
          <p14:tracePt t="161590" x="8243888" y="5060950"/>
          <p14:tracePt t="161599" x="8237538" y="5060950"/>
          <p14:tracePt t="161604" x="8231188" y="5060950"/>
          <p14:tracePt t="161610" x="8218488" y="5060950"/>
          <p14:tracePt t="161628" x="8205788" y="5060950"/>
          <p14:tracePt t="161645" x="8201025" y="5060950"/>
          <p14:tracePt t="161655" x="8188325" y="5060950"/>
          <p14:tracePt t="161659" x="8181975" y="5060950"/>
          <p14:tracePt t="161671" x="8169275" y="5060950"/>
          <p14:tracePt t="161689" x="8156575" y="5060950"/>
          <p14:tracePt t="161707" x="8150225" y="5060950"/>
          <p14:tracePt t="161724" x="8150225" y="5054600"/>
          <p14:tracePt t="161743" x="8143875" y="5054600"/>
          <p14:tracePt t="161798" x="8139113" y="5054600"/>
          <p14:tracePt t="161830" x="8132763" y="5054600"/>
          <p14:tracePt t="162287" x="8132763" y="5048250"/>
          <p14:tracePt t="162299" x="8132763" y="5043488"/>
          <p14:tracePt t="162750" x="8126413" y="5043488"/>
          <p14:tracePt t="162775" x="8113713" y="5043488"/>
          <p14:tracePt t="162788" x="8107363" y="5048250"/>
          <p14:tracePt t="162849" x="8107363" y="5054600"/>
          <p14:tracePt t="163493" x="8132763" y="5054600"/>
          <p14:tracePt t="163505" x="8150225" y="5043488"/>
          <p14:tracePt t="163523" x="8218488" y="5030788"/>
          <p14:tracePt t="163535" x="8237538" y="5030788"/>
          <p14:tracePt t="163542" x="8262938" y="5030788"/>
          <p14:tracePt t="163549" x="8280400" y="5018088"/>
          <p14:tracePt t="163557" x="8305800" y="5011738"/>
          <p14:tracePt t="163567" x="8361363" y="4999038"/>
          <p14:tracePt t="163588" x="8461375" y="4999038"/>
          <p14:tracePt t="163599" x="8566150" y="4999038"/>
          <p14:tracePt t="163614" x="8664575" y="4999038"/>
          <p14:tracePt t="163621" x="8726488" y="5005388"/>
          <p14:tracePt t="163641" x="8832850" y="5030788"/>
          <p14:tracePt t="163658" x="8856663" y="5048250"/>
          <p14:tracePt t="163668" x="8875713" y="5054600"/>
          <p14:tracePt t="163674" x="8875713" y="5060950"/>
          <p14:tracePt t="163686" x="8882063" y="5060950"/>
          <p14:tracePt t="163693" x="8882063" y="5073650"/>
          <p14:tracePt t="163759" x="8882063" y="5080000"/>
          <p14:tracePt t="163772" x="8869363" y="5080000"/>
          <p14:tracePt t="163813" x="8863013" y="5080000"/>
          <p14:tracePt t="163848" x="8851900" y="5080000"/>
          <p14:tracePt t="163865" x="8845550" y="5067300"/>
          <p14:tracePt t="163869" x="8839200" y="5060950"/>
          <p14:tracePt t="163877" x="8832850" y="5054600"/>
          <p14:tracePt t="163890" x="8820150" y="5043488"/>
          <p14:tracePt t="163906" x="8813800" y="5037138"/>
          <p14:tracePt t="163911" x="8807450" y="5037138"/>
          <p14:tracePt t="163934" x="8801100" y="5030788"/>
          <p14:tracePt t="163957" x="8794750" y="5030788"/>
          <p14:tracePt t="163974" x="8788400" y="5030788"/>
          <p14:tracePt t="163983" x="8783638" y="5030788"/>
          <p14:tracePt t="163989" x="8770938" y="5030788"/>
          <p14:tracePt t="164008" x="8764588" y="5030788"/>
          <p14:tracePt t="164029" x="8758238" y="5030788"/>
          <p14:tracePt t="164334" x="8764588" y="5030788"/>
          <p14:tracePt t="164353" x="8788400" y="5043488"/>
          <p14:tracePt t="164358" x="8794750" y="5048250"/>
          <p14:tracePt t="164370" x="8801100" y="5054600"/>
          <p14:tracePt t="164375" x="8820150" y="5054600"/>
          <p14:tracePt t="164387" x="8832850" y="5054600"/>
          <p14:tracePt t="164395" x="8839200" y="5060950"/>
          <p14:tracePt t="164406" x="8845550" y="5060950"/>
          <p14:tracePt t="164422" x="8863013" y="5060950"/>
          <p14:tracePt t="164439" x="8875713" y="5060950"/>
          <p14:tracePt t="164444" x="8888413" y="5060950"/>
          <p14:tracePt t="164456" x="8894763" y="5060950"/>
          <p14:tracePt t="164460" x="8907463" y="5060950"/>
          <p14:tracePt t="164475" x="8918575" y="5073650"/>
          <p14:tracePt t="164487" x="8924925" y="5073650"/>
          <p14:tracePt t="164495" x="8924925" y="5080000"/>
          <p14:tracePt t="164629" x="8924925" y="5067300"/>
          <p14:tracePt t="164645" x="8924925" y="5060950"/>
          <p14:tracePt t="164662" x="8918575" y="5054600"/>
          <p14:tracePt t="164689" x="8913813" y="5048250"/>
          <p14:tracePt t="164709" x="8894763" y="5048250"/>
          <p14:tracePt t="164722" x="8888413" y="5043488"/>
          <p14:tracePt t="164730" x="8875713" y="5037138"/>
          <p14:tracePt t="164739" x="8869363" y="5030788"/>
          <p14:tracePt t="164748" x="8863013" y="5030788"/>
          <p14:tracePt t="164755" x="8856663" y="5018088"/>
          <p14:tracePt t="164763" x="8845550" y="5018088"/>
          <p14:tracePt t="164773" x="8839200" y="5011738"/>
          <p14:tracePt t="164785" x="8832850" y="5011738"/>
          <p14:tracePt t="164791" x="8826500" y="5011738"/>
          <p14:tracePt t="164796" x="8820150" y="5011738"/>
          <p14:tracePt t="164800" x="8801100" y="5005388"/>
          <p14:tracePt t="164810" x="8794750" y="5005388"/>
          <p14:tracePt t="164813" x="8788400" y="5005388"/>
          <p14:tracePt t="164822" x="8783638" y="5005388"/>
          <p14:tracePt t="164839" x="8770938" y="5005388"/>
          <p14:tracePt t="164859" x="8764588" y="5005388"/>
          <p14:tracePt t="164875" x="8751888" y="5005388"/>
          <p14:tracePt t="164890" x="8745538" y="5005388"/>
          <p14:tracePt t="164908" x="8732838" y="5011738"/>
          <p14:tracePt t="164924" x="8726488" y="5011738"/>
          <p14:tracePt t="164929" x="8721725" y="5018088"/>
          <p14:tracePt t="164945" x="8715375" y="5018088"/>
          <p14:tracePt t="164958" x="8702675" y="5018088"/>
          <p14:tracePt t="165030" x="8696325" y="5018088"/>
          <p14:tracePt t="165069" x="8689975" y="5018088"/>
          <p14:tracePt t="165310" x="8689975" y="5011738"/>
          <p14:tracePt t="165333" x="8689975" y="5005388"/>
          <p14:tracePt t="165344" x="8696325" y="5005388"/>
          <p14:tracePt t="165358" x="8721725" y="5005388"/>
          <p14:tracePt t="165377" x="8801100" y="5018088"/>
          <p14:tracePt t="165383" x="8839200" y="5037138"/>
          <p14:tracePt t="165398" x="8907463" y="5048250"/>
          <p14:tracePt t="165415" x="8986838" y="5067300"/>
          <p14:tracePt t="165421" x="9074150" y="5080000"/>
          <p14:tracePt t="165429" x="9174163" y="5105400"/>
          <p14:tracePt t="165441" x="9309100" y="5135563"/>
          <p14:tracePt t="165448" x="9477375" y="5160963"/>
          <p14:tracePt t="165467" x="9793288" y="5216525"/>
          <p14:tracePt t="165476" x="9923463" y="5246688"/>
          <p14:tracePt t="165486" x="10109200" y="5272088"/>
          <p14:tracePt t="165490" x="10264775" y="5302250"/>
          <p14:tracePt t="165494" x="10394950" y="5314950"/>
          <p14:tracePt t="165504" x="10493375" y="5314950"/>
          <p14:tracePt t="165509" x="10580688" y="5314950"/>
          <p14:tracePt t="165513" x="10593388" y="5314950"/>
          <p14:tracePt t="165524" x="10623550" y="5321300"/>
          <p14:tracePt t="165541" x="10623550" y="5327650"/>
          <p14:tracePt t="165582" x="10617200" y="5334000"/>
          <p14:tracePt t="165590" x="10599738" y="5334000"/>
          <p14:tracePt t="165607" x="10555288" y="5334000"/>
          <p14:tracePt t="165622" x="10499725" y="5334000"/>
          <p14:tracePt t="165627" x="10493375" y="5334000"/>
          <p14:tracePt t="165642" x="10469563" y="5334000"/>
          <p14:tracePt t="165649" x="10463213" y="5327650"/>
          <p14:tracePt t="165665" x="10456863" y="5314950"/>
          <p14:tracePt t="165678" x="10456863" y="5308600"/>
          <p14:tracePt t="165695" x="10456863" y="5297488"/>
          <p14:tracePt t="165707" x="10456863" y="5291138"/>
          <p14:tracePt t="165722" x="10456863" y="5284788"/>
          <p14:tracePt t="165742" x="10450513" y="5272088"/>
          <p14:tracePt t="165750" x="10444163" y="5265738"/>
          <p14:tracePt t="165762" x="10437813" y="5253038"/>
          <p14:tracePt t="165771" x="10418763" y="5240338"/>
          <p14:tracePt t="165791" x="10401300" y="5222875"/>
          <p14:tracePt t="165807" x="10375900" y="5203825"/>
          <p14:tracePt t="165810" x="10363200" y="5197475"/>
          <p14:tracePt t="165824" x="10356850" y="5191125"/>
          <p14:tracePt t="165829" x="10344150" y="5184775"/>
          <p14:tracePt t="165847" x="10333038" y="5173663"/>
          <p14:tracePt t="165855" x="10313988" y="5167313"/>
          <p14:tracePt t="165872" x="10301288" y="5160963"/>
          <p14:tracePt t="165891" x="10288588" y="5154613"/>
          <p14:tracePt t="165908" x="10277475" y="5154613"/>
          <p14:tracePt t="165923" x="10271125" y="5154613"/>
          <p14:tracePt t="165945" x="10258425" y="5148263"/>
          <p14:tracePt t="165950" x="10252075" y="5148263"/>
          <p14:tracePt t="165969" x="10239375" y="5141913"/>
          <p14:tracePt t="165983" x="10239375" y="5129213"/>
          <p14:tracePt t="165995" x="10220325" y="5122863"/>
          <p14:tracePt t="166017" x="10202863" y="5116513"/>
          <p14:tracePt t="166026" x="10183813" y="5111750"/>
          <p14:tracePt t="166038" x="10171113" y="5105400"/>
          <p14:tracePt t="166052" x="10158413" y="5099050"/>
          <p14:tracePt t="166068" x="10147300" y="5086350"/>
          <p14:tracePt t="166079" x="10140950" y="5086350"/>
          <p14:tracePt t="166088" x="10134600" y="5080000"/>
          <p14:tracePt t="166106" x="10128250" y="5073650"/>
          <p14:tracePt t="166200" x="10147300" y="5092700"/>
          <p14:tracePt t="166206" x="10152063" y="5111750"/>
          <p14:tracePt t="166226" x="10164763" y="5154613"/>
          <p14:tracePt t="166241" x="10177463" y="5184775"/>
          <p14:tracePt t="166253" x="10190163" y="5216525"/>
          <p14:tracePt t="166265" x="10196513" y="5229225"/>
          <p14:tracePt t="166270" x="10196513" y="5235575"/>
          <p14:tracePt t="166280" x="10209213" y="5246688"/>
          <p14:tracePt t="166289" x="10213975" y="5253038"/>
          <p14:tracePt t="166306" x="10220325" y="5259388"/>
          <p14:tracePt t="166322" x="10226675" y="5265738"/>
          <p14:tracePt t="166401" x="10226675" y="5259388"/>
          <p14:tracePt t="166413" x="10220325" y="5240338"/>
          <p14:tracePt t="166421" x="10213975" y="5235575"/>
          <p14:tracePt t="166432" x="10202863" y="5210175"/>
          <p14:tracePt t="166437" x="10196513" y="5191125"/>
          <p14:tracePt t="166449" x="10171113" y="5148263"/>
          <p14:tracePt t="166466" x="10171113" y="5141913"/>
          <p14:tracePt t="166474" x="10164763" y="5135563"/>
          <p14:tracePt t="166491" x="10164763" y="5129213"/>
          <p14:tracePt t="166561" x="10171113" y="5129213"/>
          <p14:tracePt t="166572" x="10213975" y="5167313"/>
          <p14:tracePt t="166582" x="10245725" y="5197475"/>
          <p14:tracePt t="166592" x="10264775" y="5246688"/>
          <p14:tracePt t="166606" x="10294938" y="5291138"/>
          <p14:tracePt t="166613" x="10294938" y="5302250"/>
          <p14:tracePt t="166619" x="10301288" y="5302250"/>
          <p14:tracePt t="166628" x="10301288" y="5314950"/>
          <p14:tracePt t="166643" x="10307638" y="5314950"/>
          <p14:tracePt t="166656" x="10307638" y="5321300"/>
          <p14:tracePt t="166765" x="10301288" y="5308600"/>
          <p14:tracePt t="166778" x="10294938" y="5308600"/>
          <p14:tracePt t="166781" x="10282238" y="5302250"/>
          <p14:tracePt t="166800" x="10264775" y="5284788"/>
          <p14:tracePt t="166812" x="10233025" y="5246688"/>
          <p14:tracePt t="166823" x="10202863" y="5216525"/>
          <p14:tracePt t="166832" x="10196513" y="5197475"/>
          <p14:tracePt t="166849" x="10190163" y="5191125"/>
          <p14:tracePt t="166859" x="10183813" y="5184775"/>
          <p14:tracePt t="166928" x="10183813" y="5197475"/>
          <p14:tracePt t="166941" x="10183813" y="5216525"/>
          <p14:tracePt t="166955" x="10190163" y="5229225"/>
          <p14:tracePt t="166968" x="10190163" y="5272088"/>
          <p14:tracePt t="166975" x="10202863" y="5284788"/>
          <p14:tracePt t="166985" x="10202863" y="5302250"/>
          <p14:tracePt t="166994" x="10202863" y="5321300"/>
          <p14:tracePt t="167005" x="10202863" y="5334000"/>
          <p14:tracePt t="167023" x="10202863" y="5340350"/>
          <p14:tracePt t="167072" x="10196513" y="5327650"/>
          <p14:tracePt t="167085" x="10190163" y="5321300"/>
          <p14:tracePt t="167102" x="10183813" y="5284788"/>
          <p14:tracePt t="167110" x="10177463" y="5272088"/>
          <p14:tracePt t="167123" x="10164763" y="5229225"/>
          <p14:tracePt t="167135" x="10152063" y="5173663"/>
          <p14:tracePt t="167140" x="10147300" y="5148263"/>
          <p14:tracePt t="167148" x="10140950" y="5122863"/>
          <p14:tracePt t="167161" x="10128250" y="5092700"/>
          <p14:tracePt t="167175" x="10109200" y="5060950"/>
          <p14:tracePt t="167179" x="10102850" y="5054600"/>
          <p14:tracePt t="167195" x="10102850" y="5043488"/>
          <p14:tracePt t="167233" x="10102850" y="5054600"/>
          <p14:tracePt t="167240" x="10115550" y="5080000"/>
          <p14:tracePt t="167258" x="10140950" y="5129213"/>
          <p14:tracePt t="167273" x="10152063" y="5167313"/>
          <p14:tracePt t="167291" x="10177463" y="5272088"/>
          <p14:tracePt t="167309" x="10183813" y="5302250"/>
          <p14:tracePt t="167325" x="10196513" y="5308600"/>
          <p14:tracePt t="167340" x="10196513" y="5314950"/>
          <p14:tracePt t="167416" x="10196513" y="5308600"/>
          <p14:tracePt t="167430" x="10190163" y="5302250"/>
          <p14:tracePt t="167434" x="10183813" y="5284788"/>
          <p14:tracePt t="167448" x="10158413" y="5253038"/>
          <p14:tracePt t="167459" x="10152063" y="5246688"/>
          <p14:tracePt t="167462" x="10152063" y="5235575"/>
          <p14:tracePt t="167506" x="10152063" y="5240338"/>
          <p14:tracePt t="167518" x="10152063" y="5246688"/>
          <p14:tracePt t="167522" x="10152063" y="5259388"/>
          <p14:tracePt t="167532" x="10158413" y="5278438"/>
          <p14:tracePt t="167540" x="10158413" y="5297488"/>
          <p14:tracePt t="167557" x="10177463" y="5308600"/>
          <p14:tracePt t="167566" x="10177463" y="5314950"/>
          <p14:tracePt t="167581" x="10190163" y="5321300"/>
          <p14:tracePt t="167590" x="10196513" y="5340350"/>
          <p14:tracePt t="167605" x="10213975" y="5353050"/>
          <p14:tracePt t="167615" x="10252075" y="5389563"/>
          <p14:tracePt t="167620" x="10294938" y="5445125"/>
          <p14:tracePt t="167625" x="10313988" y="5470525"/>
          <p14:tracePt t="167636" x="10344150" y="5513388"/>
          <p14:tracePt t="167645" x="10363200" y="5556250"/>
          <p14:tracePt t="167659" x="10418763" y="5656263"/>
          <p14:tracePt t="167675" x="10437813" y="5692775"/>
          <p14:tracePt t="167678" x="10474325" y="5748338"/>
          <p14:tracePt t="167692" x="10518775" y="5848350"/>
          <p14:tracePt t="167708" x="10542588" y="5903913"/>
          <p14:tracePt t="167718" x="10555288" y="5935663"/>
          <p14:tracePt t="167725" x="10561638" y="5946775"/>
          <p14:tracePt t="167735" x="10561638" y="5965825"/>
          <p14:tracePt t="167744" x="10567988" y="5972175"/>
          <p14:tracePt t="167757" x="10567988" y="5978525"/>
          <p14:tracePt t="167772" x="10567988" y="5984875"/>
          <p14:tracePt t="167896" x="10561638" y="5984875"/>
          <p14:tracePt t="167908" x="10555288" y="5978525"/>
          <p14:tracePt t="167913" x="10548938" y="5972175"/>
          <p14:tracePt t="167921" x="10537825" y="5953125"/>
          <p14:tracePt t="167926" x="10525125" y="5946775"/>
          <p14:tracePt t="167934" x="10506075" y="5916613"/>
          <p14:tracePt t="167947" x="10487025" y="5903913"/>
          <p14:tracePt t="167962" x="10469563" y="5873750"/>
          <p14:tracePt t="167977" x="10418763" y="5805488"/>
          <p14:tracePt t="167982" x="10388600" y="5773738"/>
          <p14:tracePt t="167994" x="10363200" y="5748338"/>
          <p14:tracePt t="168007" x="10313988" y="5675313"/>
          <p14:tracePt t="168011" x="10277475" y="5613400"/>
          <p14:tracePt t="168023" x="10239375" y="5556250"/>
          <p14:tracePt t="168039" x="10147300" y="5421313"/>
          <p14:tracePt t="168044" x="10109200" y="5365750"/>
          <p14:tracePt t="168052" x="10059988" y="5302250"/>
          <p14:tracePt t="168058" x="10028238" y="5265738"/>
          <p14:tracePt t="168069" x="10010775" y="5222875"/>
          <p14:tracePt t="168076" x="9979025" y="5191125"/>
          <p14:tracePt t="168085" x="9979025" y="5167313"/>
          <p14:tracePt t="168092" x="9972675" y="5160963"/>
          <p14:tracePt t="168103" x="9972675" y="5154613"/>
          <p14:tracePt t="168108" x="9972675" y="5148263"/>
          <p14:tracePt t="168245" x="9991725" y="5148263"/>
          <p14:tracePt t="168267" x="10083800" y="5259388"/>
          <p14:tracePt t="168278" x="10115550" y="5314950"/>
          <p14:tracePt t="168291" x="10171113" y="5414963"/>
          <p14:tracePt t="168304" x="10202863" y="5438775"/>
          <p14:tracePt t="168318" x="10233025" y="5489575"/>
          <p14:tracePt t="168324" x="10252075" y="5513388"/>
          <p14:tracePt t="168335" x="10264775" y="5519738"/>
          <p14:tracePt t="168344" x="10271125" y="5538788"/>
          <p14:tracePt t="168357" x="10294938" y="5581650"/>
          <p14:tracePt t="168361" x="10301288" y="5588000"/>
          <p14:tracePt t="168373" x="10301288" y="5594350"/>
          <p14:tracePt t="168391" x="10307638" y="5613400"/>
          <p14:tracePt t="168394" x="10307638" y="5619750"/>
          <p14:tracePt t="168415" x="10307638" y="5624513"/>
          <p14:tracePt t="168474" x="10307638" y="5630863"/>
          <p14:tracePt t="168685" x="10307638" y="5624513"/>
          <p14:tracePt t="168709" x="10307638" y="5619750"/>
          <p14:tracePt t="168719" x="10301288" y="5619750"/>
          <p14:tracePt t="168788" x="10294938" y="5619750"/>
          <p14:tracePt t="168799" x="10288588" y="5619750"/>
          <p14:tracePt t="168818" x="10282238" y="5619750"/>
          <p14:tracePt t="168829" x="10277475" y="5607050"/>
          <p14:tracePt t="168833" x="10271125" y="5600700"/>
          <p14:tracePt t="168843" x="10252075" y="5600700"/>
          <p14:tracePt t="168860" x="10213975" y="5568950"/>
          <p14:tracePt t="168868" x="10209213" y="5538788"/>
          <p14:tracePt t="168877" x="10196513" y="5519738"/>
          <p14:tracePt t="168888" x="10190163" y="5507038"/>
          <p14:tracePt t="168898" x="10183813" y="5451475"/>
          <p14:tracePt t="168912" x="10183813" y="5408613"/>
          <p14:tracePt t="168923" x="10183813" y="5395913"/>
          <p14:tracePt t="168928" x="10171113" y="5365750"/>
          <p14:tracePt t="168942" x="10171113" y="5353050"/>
          <p14:tracePt t="168948" x="10171113" y="5334000"/>
          <p14:tracePt t="168954" x="10164763" y="5308600"/>
          <p14:tracePt t="168964" x="10164763" y="5291138"/>
          <p14:tracePt t="168974" x="10152063" y="5265738"/>
          <p14:tracePt t="168991" x="10147300" y="5235575"/>
          <p14:tracePt t="168998" x="10140950" y="5229225"/>
          <p14:tracePt t="169007" x="10140950" y="5210175"/>
          <p14:tracePt t="169014" x="10128250" y="5191125"/>
          <p14:tracePt t="169024" x="10128250" y="5178425"/>
          <p14:tracePt t="169044" x="10121900" y="5173663"/>
          <p14:tracePt t="169051" x="10121900" y="5167313"/>
          <p14:tracePt t="169062" x="10121900" y="5160963"/>
          <p14:tracePt t="169073" x="10115550" y="5160963"/>
          <p14:tracePt t="169158" x="10115550" y="5148263"/>
          <p14:tracePt t="169205" x="10121900" y="5154613"/>
          <p14:tracePt t="169219" x="10140950" y="5173663"/>
          <p14:tracePt t="169228" x="10147300" y="5178425"/>
          <p14:tracePt t="169234" x="10152063" y="5197475"/>
          <p14:tracePt t="169243" x="10164763" y="5222875"/>
          <p14:tracePt t="169257" x="10177463" y="5246688"/>
          <p14:tracePt t="169273" x="10202863" y="5278438"/>
          <p14:tracePt t="169291" x="10226675" y="5314950"/>
          <p14:tracePt t="169308" x="10239375" y="5321300"/>
          <p14:tracePt t="169318" x="10245725" y="5321300"/>
          <p14:tracePt t="169324" x="10245725" y="5327650"/>
          <p14:tracePt t="169407" x="10233025" y="5321300"/>
          <p14:tracePt t="169417" x="10220325" y="5314950"/>
          <p14:tracePt t="169428" x="10183813" y="5291138"/>
          <p14:tracePt t="169437" x="10177463" y="5272088"/>
          <p14:tracePt t="169442" x="10171113" y="5253038"/>
          <p14:tracePt t="169451" x="10158413" y="5246688"/>
          <p14:tracePt t="169457" x="10147300" y="5240338"/>
          <p14:tracePt t="169469" x="10140950" y="5235575"/>
          <p14:tracePt t="169475" x="10134600" y="5216525"/>
          <p14:tracePt t="169478" x="10121900" y="5210175"/>
          <p14:tracePt t="169490" x="10115550" y="5203825"/>
          <p14:tracePt t="169508" x="10109200" y="5203825"/>
          <p14:tracePt t="169524" x="10096500" y="5184775"/>
          <p14:tracePt t="169541" x="10090150" y="5178425"/>
          <p14:tracePt t="169563" x="10083800" y="5173663"/>
          <p14:tracePt t="169637" x="10090150" y="5173663"/>
          <p14:tracePt t="169650" x="10109200" y="5191125"/>
          <p14:tracePt t="169658" x="10128250" y="5203825"/>
          <p14:tracePt t="169674" x="10177463" y="5253038"/>
          <p14:tracePt t="169683" x="10183813" y="5259388"/>
          <p14:tracePt t="169693" x="10196513" y="5259388"/>
          <p14:tracePt t="169709" x="10202863" y="5265738"/>
          <p14:tracePt t="169798" x="10202863" y="5253038"/>
          <p14:tracePt t="169809" x="10202863" y="5246688"/>
          <p14:tracePt t="169820" x="10202863" y="5240338"/>
          <p14:tracePt t="169850" x="10202863" y="5222875"/>
          <p14:tracePt t="169939" x="10209213" y="5229225"/>
          <p14:tracePt t="169950" x="10213975" y="5229225"/>
          <p14:tracePt t="169965" x="10220325" y="5246688"/>
          <p14:tracePt t="169974" x="10220325" y="5278438"/>
          <p14:tracePt t="169985" x="10220325" y="5302250"/>
          <p14:tracePt t="169993" x="10220325" y="5314950"/>
          <p14:tracePt t="170006" x="10220325" y="5334000"/>
          <p14:tracePt t="170011" x="10220325" y="5353050"/>
          <p14:tracePt t="170022" x="10220325" y="5359400"/>
          <p14:tracePt t="170024" x="10220325" y="5365750"/>
          <p14:tracePt t="170033" x="10220325" y="5370513"/>
          <p14:tracePt t="170040" x="10213975" y="5376863"/>
          <p14:tracePt t="170061" x="10209213" y="5383213"/>
          <p14:tracePt t="170074" x="10202863" y="5383213"/>
          <p14:tracePt t="170096" x="10190163" y="5383213"/>
          <p14:tracePt t="170252" x="10202863" y="5376863"/>
          <p14:tracePt t="170263" x="10209213" y="5370513"/>
          <p14:tracePt t="170278" x="10220325" y="5353050"/>
          <p14:tracePt t="170285" x="10226675" y="5346700"/>
          <p14:tracePt t="170299" x="10245725" y="5340350"/>
          <p14:tracePt t="170310" x="10252075" y="5340350"/>
          <p14:tracePt t="170325" x="10258425" y="5334000"/>
          <p14:tracePt t="170444" x="10258425" y="5327650"/>
          <p14:tracePt t="170459" x="10258425" y="5321300"/>
          <p14:tracePt t="170480" x="10258425" y="5314950"/>
          <p14:tracePt t="170621" x="10258425" y="5321300"/>
          <p14:tracePt t="170633" x="10252075" y="5334000"/>
          <p14:tracePt t="170648" x="10245725" y="5334000"/>
          <p14:tracePt t="170662" x="10233025" y="5340350"/>
          <p14:tracePt t="170685" x="10226675" y="5340350"/>
          <p14:tracePt t="170704" x="10220325" y="5340350"/>
          <p14:tracePt t="170713" x="10220325" y="5346700"/>
          <p14:tracePt t="170735" x="10213975" y="5346700"/>
          <p14:tracePt t="170859" x="10220325" y="5346700"/>
          <p14:tracePt t="170871" x="10226675" y="5346700"/>
          <p14:tracePt t="170889" x="10252075" y="5334000"/>
          <p14:tracePt t="170904" x="10277475" y="5321300"/>
          <p14:tracePt t="170919" x="10288588" y="5302250"/>
          <p14:tracePt t="170930" x="10294938" y="5297488"/>
          <p14:tracePt t="170948" x="10301288" y="5297488"/>
          <p14:tracePt t="171016" x="10294938" y="5314950"/>
          <p14:tracePt t="171025" x="10288588" y="5321300"/>
          <p14:tracePt t="171044" x="10264775" y="5346700"/>
          <p14:tracePt t="171054" x="10245725" y="5370513"/>
          <p14:tracePt t="171060" x="10233025" y="5383213"/>
          <p14:tracePt t="171066" x="10213975" y="5395913"/>
          <p14:tracePt t="171076" x="10196513" y="5402263"/>
          <p14:tracePt t="171091" x="10190163" y="5402263"/>
          <p14:tracePt t="171198" x="10190163" y="5395913"/>
          <p14:tracePt t="171211" x="10209213" y="5376863"/>
          <p14:tracePt t="171222" x="10213975" y="5365750"/>
          <p14:tracePt t="171230" x="10233025" y="5353050"/>
          <p14:tracePt t="171239" x="10239375" y="5340350"/>
          <p14:tracePt t="171249" x="10258425" y="5327650"/>
          <p14:tracePt t="171255" x="10277475" y="5321300"/>
          <p14:tracePt t="171268" x="10282238" y="5314950"/>
          <p14:tracePt t="171274" x="10294938" y="5297488"/>
          <p14:tracePt t="171279" x="10301288" y="5297488"/>
          <p14:tracePt t="171289" x="10301288" y="5291138"/>
          <p14:tracePt t="171299" x="10307638" y="5291138"/>
          <p14:tracePt t="171315" x="10307638" y="5284788"/>
          <p14:tracePt t="171360" x="10307638" y="5278438"/>
          <p14:tracePt t="171369" x="10307638" y="5272088"/>
          <p14:tracePt t="171384" x="10307638" y="5265738"/>
          <p14:tracePt t="171405" x="10307638" y="5259388"/>
          <p14:tracePt t="171433" x="10307638" y="5246688"/>
          <p14:tracePt t="171456" x="10307638" y="5240338"/>
          <p14:tracePt t="171472" x="10307638" y="5235575"/>
          <p14:tracePt t="171480" x="10307638" y="5222875"/>
          <p14:tracePt t="171495" x="10307638" y="5203825"/>
          <p14:tracePt t="171500" x="10320338" y="5178425"/>
          <p14:tracePt t="171507" x="10320338" y="5148263"/>
          <p14:tracePt t="171518" x="10326688" y="5135563"/>
          <p14:tracePt t="171525" x="10326688" y="5099050"/>
          <p14:tracePt t="171539" x="10339388" y="5043488"/>
          <p14:tracePt t="171547" x="10344150" y="5005388"/>
          <p14:tracePt t="171560" x="10356850" y="4968875"/>
          <p14:tracePt t="171574" x="10363200" y="4913313"/>
          <p14:tracePt t="171591" x="10363200" y="4868863"/>
          <p14:tracePt t="171608" x="10363200" y="4862513"/>
          <p14:tracePt t="171626" x="10363200" y="4857750"/>
          <p14:tracePt t="171691" x="10369550" y="4857750"/>
          <p14:tracePt t="171701" x="10382250" y="4881563"/>
          <p14:tracePt t="171715" x="10388600" y="4913313"/>
          <p14:tracePt t="171729" x="10394950" y="4924425"/>
          <p14:tracePt t="171737" x="10394950" y="4937125"/>
          <p14:tracePt t="171745" x="10394950" y="4943475"/>
          <p14:tracePt t="171753" x="10401300" y="4943475"/>
          <p14:tracePt t="171818" x="10401300" y="4919663"/>
          <p14:tracePt t="171824" x="10401300" y="4913313"/>
          <p14:tracePt t="171832" x="10401300" y="4900613"/>
          <p14:tracePt t="171841" x="10401300" y="4894263"/>
          <p14:tracePt t="171861" x="10401300" y="4887913"/>
          <p14:tracePt t="171907" x="10407650" y="4894263"/>
          <p14:tracePt t="171919" x="10425113" y="4913313"/>
          <p14:tracePt t="171930" x="10431463" y="4919663"/>
          <p14:tracePt t="171942" x="10437813" y="4930775"/>
          <p14:tracePt t="171958" x="10437813" y="4937125"/>
          <p14:tracePt t="172061" x="10431463" y="4937125"/>
          <p14:tracePt t="172072" x="10401300" y="4919663"/>
          <p14:tracePt t="172089" x="10388600" y="4900613"/>
          <p14:tracePt t="172097" x="10375900" y="4881563"/>
          <p14:tracePt t="172104" x="10369550" y="4862513"/>
          <p14:tracePt t="172118" x="10369550" y="4838700"/>
          <p14:tracePt t="172134" x="10363200" y="4832350"/>
          <p14:tracePt t="172148" x="10363200" y="4826000"/>
          <p14:tracePt t="172175" x="10382250" y="4826000"/>
          <p14:tracePt t="172183" x="10394950" y="4838700"/>
          <p14:tracePt t="172191" x="10412413" y="4857750"/>
          <p14:tracePt t="172211" x="10450513" y="4881563"/>
          <p14:tracePt t="172218" x="10474325" y="4894263"/>
          <p14:tracePt t="172230" x="10487025" y="4919663"/>
          <p14:tracePt t="172240" x="10493375" y="4924425"/>
          <p14:tracePt t="172245" x="10499725" y="4937125"/>
          <p14:tracePt t="172264" x="10499725" y="4943475"/>
          <p14:tracePt t="172296" x="10499725" y="4949825"/>
          <p14:tracePt t="172364" x="10493375" y="4943475"/>
          <p14:tracePt t="172379" x="10487025" y="4924425"/>
          <p14:tracePt t="172393" x="10480675" y="4919663"/>
          <p14:tracePt t="172408" x="10469563" y="4900613"/>
          <p14:tracePt t="172427" x="10469563" y="4894263"/>
          <p14:tracePt t="172444" x="10463213" y="4894263"/>
          <p14:tracePt t="172462" x="10463213" y="4900613"/>
          <p14:tracePt t="172477" x="10469563" y="4924425"/>
          <p14:tracePt t="172480" x="10480675" y="4968875"/>
          <p14:tracePt t="172484" x="10480675" y="4981575"/>
          <p14:tracePt t="172495" x="10480675" y="4999038"/>
          <p14:tracePt t="172510" x="10487025" y="5030788"/>
          <p14:tracePt t="172518" x="10487025" y="5037138"/>
          <p14:tracePt t="172621" x="10469563" y="5018088"/>
          <p14:tracePt t="172633" x="10450513" y="4992688"/>
          <p14:tracePt t="172640" x="10437813" y="4975225"/>
          <p14:tracePt t="172645" x="10425113" y="4956175"/>
          <p14:tracePt t="172651" x="10418763" y="4949825"/>
          <p14:tracePt t="172696" x="10431463" y="4949825"/>
          <p14:tracePt t="172711" x="10480675" y="4986338"/>
          <p14:tracePt t="172725" x="10487025" y="4986338"/>
          <p14:tracePt t="172729" x="10493375" y="4992688"/>
          <p14:tracePt t="172734" x="10499725" y="5005388"/>
          <p14:tracePt t="172743" x="10506075" y="5005388"/>
          <p14:tracePt t="172758" x="10506075" y="5011738"/>
          <p14:tracePt t="172779" x="10518775" y="5011738"/>
          <p14:tracePt t="172840" x="10518775" y="4999038"/>
          <p14:tracePt t="172850" x="10512425" y="4986338"/>
          <p14:tracePt t="172864" x="10506075" y="4968875"/>
          <p14:tracePt t="172880" x="10506075" y="4962525"/>
          <p14:tracePt t="172973" x="10493375" y="4962525"/>
          <p14:tracePt t="172990" x="10474325" y="4986338"/>
          <p14:tracePt t="172996" x="10456863" y="5011738"/>
          <p14:tracePt t="173008" x="10412413" y="5043488"/>
          <p14:tracePt t="173027" x="10344150" y="5067300"/>
          <p14:tracePt t="173037" x="10294938" y="5080000"/>
          <p14:tracePt t="173048" x="10164763" y="5092700"/>
          <p14:tracePt t="173056" x="10017125" y="5092700"/>
          <p14:tracePt t="173061" x="9874250" y="5092700"/>
          <p14:tracePt t="173072" x="9688513" y="5092700"/>
          <p14:tracePt t="173080" x="9490075" y="5092700"/>
          <p14:tracePt t="173088" x="9155113" y="5092700"/>
          <p14:tracePt t="173098" x="8882063" y="5092700"/>
          <p14:tracePt t="173115" x="8194675" y="5060950"/>
          <p14:tracePt t="173129" x="7915275" y="5043488"/>
          <p14:tracePt t="173141" x="7407275" y="4975225"/>
          <p14:tracePt t="173159" x="7016750" y="4913313"/>
          <p14:tracePt t="173163" x="6880225" y="4887913"/>
          <p14:tracePt t="173172" x="6731000" y="4862513"/>
          <p14:tracePt t="173176" x="6613525" y="4845050"/>
          <p14:tracePt t="173189" x="6515100" y="4832350"/>
          <p14:tracePt t="173198" x="6396038" y="4819650"/>
          <p14:tracePt t="173213" x="6248400" y="4819650"/>
          <p14:tracePt t="173221" x="6216650" y="4819650"/>
          <p14:tracePt t="173232" x="6203950" y="4819650"/>
          <p14:tracePt t="173241" x="6180138" y="4819650"/>
          <p14:tracePt t="173252" x="6173788" y="4832350"/>
          <p14:tracePt t="173259" x="6167438" y="4838700"/>
          <p14:tracePt t="173268" x="6161088" y="4845050"/>
          <p14:tracePt t="173274" x="6142038" y="4857750"/>
          <p14:tracePt t="173280" x="6118225" y="4875213"/>
          <p14:tracePt t="173285" x="6105525" y="4894263"/>
          <p14:tracePt t="173299" x="6067425" y="4924425"/>
          <p14:tracePt t="173308" x="6056313" y="4930775"/>
          <p14:tracePt t="173311" x="6011863" y="4962525"/>
          <p14:tracePt t="173325" x="5913438" y="5018088"/>
          <p14:tracePt t="173342" x="5819775" y="5048250"/>
          <p14:tracePt t="173353" x="5745163" y="5073650"/>
          <p14:tracePt t="173368" x="5676900" y="5092700"/>
          <p14:tracePt t="173388" x="5411788" y="5135563"/>
          <p14:tracePt t="173406" x="5256213" y="5148263"/>
          <p14:tracePt t="173416" x="5094288" y="5160963"/>
          <p14:tracePt t="173427" x="4722813" y="5191125"/>
          <p14:tracePt t="173435" x="4518025" y="5203825"/>
          <p14:tracePt t="173445" x="4283075" y="5203825"/>
          <p14:tracePt t="173460" x="4041775" y="5203825"/>
          <p14:tracePt t="173464" x="3794125" y="5222875"/>
          <p14:tracePt t="173475" x="3613150" y="5222875"/>
          <p14:tracePt t="173480" x="3414713" y="5222875"/>
          <p14:tracePt t="173492" x="3209925" y="5222875"/>
          <p14:tracePt t="173498" x="3049588" y="5222875"/>
          <p14:tracePt t="173509" x="2951163" y="5222875"/>
          <p14:tracePt t="173520" x="2838450" y="5222875"/>
          <p14:tracePt t="173526" x="2801938" y="5222875"/>
          <p14:tracePt t="173533" x="2782888" y="5222875"/>
          <p14:tracePt t="173541" x="2776538" y="5222875"/>
          <p14:tracePt t="173764" x="2776538" y="5229225"/>
          <p14:tracePt t="173775" x="2770188" y="5235575"/>
          <p14:tracePt t="173781" x="2752725" y="5240338"/>
          <p14:tracePt t="173800" x="2701925" y="5259388"/>
          <p14:tracePt t="173808" x="2665413" y="5259388"/>
          <p14:tracePt t="173812" x="2622550" y="5272088"/>
          <p14:tracePt t="173826" x="2547938" y="5278438"/>
          <p14:tracePt t="173838" x="2522538" y="5291138"/>
          <p14:tracePt t="173845" x="2473325" y="5291138"/>
          <p14:tracePt t="173852" x="2447925" y="5297488"/>
          <p14:tracePt t="173856" x="2411413" y="5297488"/>
          <p14:tracePt t="173861" x="2379663" y="5297488"/>
          <p14:tracePt t="173871" x="2343150" y="5297488"/>
          <p14:tracePt t="173879" x="2293938" y="5308600"/>
          <p14:tracePt t="173893" x="2243138" y="5308600"/>
          <p14:tracePt t="173910" x="2163763" y="5308600"/>
          <p14:tracePt t="173913" x="2101850" y="5308600"/>
          <p14:tracePt t="173917" x="2033588" y="5308600"/>
          <p14:tracePt t="173925" x="2008188" y="5308600"/>
          <p14:tracePt t="173942" x="1933575" y="5308600"/>
          <p14:tracePt t="173950" x="1884363" y="5308600"/>
          <p14:tracePt t="173963" x="1835150" y="5308600"/>
          <p14:tracePt t="173974" x="1766888" y="5308600"/>
          <p14:tracePt t="173979" x="1698625" y="5308600"/>
          <p14:tracePt t="173982" x="1630363" y="5308600"/>
          <p14:tracePt t="173991" x="1581150" y="5308600"/>
          <p14:tracePt t="174008" x="1562100" y="5308600"/>
          <p14:tracePt t="174208" x="1568450" y="5308600"/>
          <p14:tracePt t="174260" x="1574800" y="5308600"/>
          <p14:tracePt t="174270" x="1587500" y="5308600"/>
          <p14:tracePt t="174279" x="1604963" y="5308600"/>
          <p14:tracePt t="174292" x="1636713" y="5308600"/>
          <p14:tracePt t="174300" x="1649413" y="5308600"/>
          <p14:tracePt t="174308" x="1666875" y="5308600"/>
          <p14:tracePt t="174325" x="1722438" y="5308600"/>
          <p14:tracePt t="174348" x="1822450" y="5308600"/>
          <p14:tracePt t="174358" x="1871663" y="5308600"/>
          <p14:tracePt t="174365" x="1909763" y="5308600"/>
          <p14:tracePt t="174374" x="1933575" y="5308600"/>
          <p14:tracePt t="174382" x="1971675" y="5308600"/>
          <p14:tracePt t="174391" x="2008188" y="5308600"/>
          <p14:tracePt t="174409" x="2063750" y="5308600"/>
          <p14:tracePt t="174424" x="2125663" y="5314950"/>
          <p14:tracePt t="174440" x="2170113" y="5327650"/>
          <p14:tracePt t="174460" x="2181225" y="5334000"/>
          <p14:tracePt t="174472" x="2193925" y="5340350"/>
          <p14:tracePt t="174693" x="2200275" y="5340350"/>
          <p14:tracePt t="174707" x="2200275" y="5334000"/>
          <p14:tracePt t="174719" x="2206625" y="5334000"/>
          <p14:tracePt t="174724" x="2212975" y="5334000"/>
          <p14:tracePt t="174728" x="2212975" y="5327650"/>
          <p14:tracePt t="174738" x="2219325" y="5327650"/>
          <p14:tracePt t="174746" x="2225675" y="5314950"/>
          <p14:tracePt t="174763" x="2236788" y="5314950"/>
          <p14:tracePt t="174776" x="2249488" y="5308600"/>
          <p14:tracePt t="174783" x="2255838" y="5308600"/>
          <p14:tracePt t="174794" x="2262188" y="5302250"/>
          <p14:tracePt t="174810" x="2268538" y="5302250"/>
          <p14:tracePt t="174824" x="2274888" y="5297488"/>
          <p14:tracePt t="174849" x="2281238" y="5297488"/>
          <p14:tracePt t="174892" x="2287588" y="5297488"/>
          <p14:tracePt t="174902" x="2287588" y="5291138"/>
          <p14:tracePt t="174910" x="2300288" y="5291138"/>
          <p14:tracePt t="174925" x="2305050" y="5291138"/>
          <p14:tracePt t="174945" x="2317750" y="5284788"/>
          <p14:tracePt t="174954" x="2317750" y="5278438"/>
          <p14:tracePt t="174960" x="2324100" y="5278438"/>
          <p14:tracePt t="174972" x="2330450" y="5265738"/>
          <p14:tracePt t="174980" x="2336800" y="5259388"/>
          <p14:tracePt t="174987" x="2349500" y="5259388"/>
          <p14:tracePt t="175007" x="2355850" y="5253038"/>
          <p14:tracePt t="175015" x="2362200" y="5253038"/>
          <p14:tracePt t="175097" x="2366963" y="5253038"/>
          <p14:tracePt t="175113" x="2373313" y="5253038"/>
          <p14:tracePt t="175123" x="2379663" y="5253038"/>
          <p14:tracePt t="175131" x="2411413" y="5253038"/>
          <p14:tracePt t="175142" x="2430463" y="5253038"/>
          <p14:tracePt t="175148" x="2441575" y="5253038"/>
          <p14:tracePt t="175168" x="2509838" y="5253038"/>
          <p14:tracePt t="175179" x="2528888" y="5253038"/>
          <p14:tracePt t="175192" x="2571750" y="5259388"/>
          <p14:tracePt t="175211" x="2603500" y="5259388"/>
          <p14:tracePt t="175228" x="2627313" y="5265738"/>
          <p14:tracePt t="175231" x="2633663" y="5265738"/>
          <p14:tracePt t="175238" x="2640013" y="5265738"/>
          <p14:tracePt t="175255" x="2646363" y="5265738"/>
          <p14:tracePt t="175264" x="2659063" y="5265738"/>
          <p14:tracePt t="175379" x="2665413" y="5265738"/>
          <p14:tracePt t="175568" x="2671763" y="5265738"/>
          <p14:tracePt t="175580" x="2678113" y="5265738"/>
          <p14:tracePt t="175592" x="2690813" y="5278438"/>
          <p14:tracePt t="175599" x="2708275" y="5278438"/>
          <p14:tracePt t="175615" x="2720975" y="5291138"/>
          <p14:tracePt t="175623" x="2727325" y="5302250"/>
          <p14:tracePt t="175635" x="2746375" y="5308600"/>
          <p14:tracePt t="175652" x="2776538" y="5327650"/>
          <p14:tracePt t="175661" x="2795588" y="5327650"/>
          <p14:tracePt t="175666" x="2808288" y="5334000"/>
          <p14:tracePt t="175679" x="2832100" y="5340350"/>
          <p14:tracePt t="175687" x="2857500" y="5353050"/>
          <p14:tracePt t="175693" x="2863850" y="5353050"/>
          <p14:tracePt t="175707" x="2882900" y="5353050"/>
          <p14:tracePt t="175711" x="2894013" y="5353050"/>
          <p14:tracePt t="175719" x="2913063" y="5353050"/>
          <p14:tracePt t="175728" x="2925763" y="5353050"/>
          <p14:tracePt t="175733" x="2944813" y="5353050"/>
          <p14:tracePt t="175746" x="2962275" y="5353050"/>
          <p14:tracePt t="175758" x="3000375" y="5353050"/>
          <p14:tracePt t="175783" x="3049588" y="5359400"/>
          <p14:tracePt t="175790" x="3055938" y="5365750"/>
          <p14:tracePt t="175803" x="3074988" y="5365750"/>
          <p14:tracePt t="175812" x="3079750" y="5365750"/>
          <p14:tracePt t="175819" x="3086100" y="5365750"/>
          <p14:tracePt t="175825" x="3092450" y="5365750"/>
          <p14:tracePt t="175838" x="3105150" y="5365750"/>
          <p14:tracePt t="175850" x="3124200" y="5365750"/>
          <p14:tracePt t="175861" x="3130550" y="5365750"/>
          <p14:tracePt t="175878" x="3143250" y="5365750"/>
          <p14:tracePt t="175894" x="3160713" y="5359400"/>
          <p14:tracePt t="175911" x="3179763" y="5346700"/>
          <p14:tracePt t="175927" x="3192463" y="5346700"/>
          <p14:tracePt t="175936" x="3198813" y="5346700"/>
          <p14:tracePt t="175942" x="3205163" y="5340350"/>
          <p14:tracePt t="175951" x="3209925" y="5340350"/>
          <p14:tracePt t="175959" x="3216275" y="5340350"/>
          <p14:tracePt t="175967" x="3222625" y="5340350"/>
          <p14:tracePt t="175975" x="3241675" y="5340350"/>
          <p14:tracePt t="175985" x="3248025" y="5340350"/>
          <p14:tracePt t="175993" x="3254375" y="5340350"/>
          <p14:tracePt t="175998" x="3260725" y="5340350"/>
          <p14:tracePt t="176016" x="3273425" y="5340350"/>
          <p14:tracePt t="176024" x="3278188" y="5340350"/>
          <p14:tracePt t="176032" x="3297238" y="5340350"/>
          <p14:tracePt t="176039" x="3303588" y="5340350"/>
          <p14:tracePt t="176046" x="3309938" y="5340350"/>
          <p14:tracePt t="176055" x="3316288" y="5340350"/>
          <p14:tracePt t="176064" x="3335338" y="5340350"/>
          <p14:tracePt t="176072" x="3340100" y="5340350"/>
          <p14:tracePt t="176087" x="3352800" y="5340350"/>
          <p14:tracePt t="176095" x="3359150" y="5340350"/>
          <p14:tracePt t="176104" x="3378200" y="5340350"/>
          <p14:tracePt t="176114" x="3384550" y="5340350"/>
          <p14:tracePt t="176125" x="3390900" y="5340350"/>
          <p14:tracePt t="176134" x="3403600" y="5340350"/>
          <p14:tracePt t="176148" x="3421063" y="5340350"/>
          <p14:tracePt t="176153" x="3427413" y="5334000"/>
          <p14:tracePt t="176161" x="3440113" y="5334000"/>
          <p14:tracePt t="176175" x="3459163" y="5334000"/>
          <p14:tracePt t="176182" x="3470275" y="5334000"/>
          <p14:tracePt t="176201" x="3476625" y="5334000"/>
          <p14:tracePt t="176212" x="3495675" y="5334000"/>
          <p14:tracePt t="176226" x="3514725" y="5334000"/>
          <p14:tracePt t="176232" x="3521075" y="5334000"/>
          <p14:tracePt t="176244" x="3538538" y="5334000"/>
          <p14:tracePt t="176249" x="3551238" y="5334000"/>
          <p14:tracePt t="176257" x="3570288" y="5334000"/>
          <p14:tracePt t="176264" x="3582988" y="5334000"/>
          <p14:tracePt t="176274" x="3600450" y="5334000"/>
          <p14:tracePt t="176279" x="3625850" y="5334000"/>
          <p14:tracePt t="176286" x="3644900" y="5346700"/>
          <p14:tracePt t="176298" x="3663950" y="5353050"/>
          <p14:tracePt t="176303" x="3675063" y="5353050"/>
          <p14:tracePt t="176319" x="3713163" y="5365750"/>
          <p14:tracePt t="176333" x="3725863" y="5370513"/>
          <p14:tracePt t="176340" x="3743325" y="5370513"/>
          <p14:tracePt t="176352" x="3787775" y="5389563"/>
          <p14:tracePt t="176358" x="3805238" y="5389563"/>
          <p14:tracePt t="176375" x="3836988" y="5402263"/>
          <p14:tracePt t="176381" x="3849688" y="5402263"/>
          <p14:tracePt t="176399" x="3892550" y="5414963"/>
          <p14:tracePt t="176407" x="3922713" y="5421313"/>
          <p14:tracePt t="176416" x="3935413" y="5421313"/>
          <p14:tracePt t="176436" x="3979863" y="5432425"/>
          <p14:tracePt t="176442" x="3997325" y="5432425"/>
          <p14:tracePt t="176449" x="4010025" y="5432425"/>
          <p14:tracePt t="176464" x="4029075" y="5432425"/>
          <p14:tracePt t="176476" x="4035425" y="5432425"/>
          <p14:tracePt t="176484" x="4041775" y="5432425"/>
          <p14:tracePt t="176495" x="4059238" y="5427663"/>
          <p14:tracePt t="176503" x="4078288" y="5427663"/>
          <p14:tracePt t="176512" x="4084638" y="5427663"/>
          <p14:tracePt t="176521" x="4110038" y="5421313"/>
          <p14:tracePt t="176527" x="4133850" y="5414963"/>
          <p14:tracePt t="176535" x="4165600" y="5414963"/>
          <p14:tracePt t="176553" x="4214813" y="5402263"/>
          <p14:tracePt t="176565" x="4251325" y="5395913"/>
          <p14:tracePt t="176571" x="4289425" y="5395913"/>
          <p14:tracePt t="176583" x="4357688" y="5383213"/>
          <p14:tracePt t="176597" x="4370388" y="5383213"/>
          <p14:tracePt t="176609" x="4425950" y="5376863"/>
          <p14:tracePt t="176614" x="4449763" y="5376863"/>
          <p14:tracePt t="176641" x="4494213" y="5376863"/>
          <p14:tracePt t="176650" x="4524375" y="5376863"/>
          <p14:tracePt t="176657" x="4530725" y="5376863"/>
          <p14:tracePt t="176663" x="4537075" y="5376863"/>
          <p14:tracePt t="176674" x="4549775" y="5376863"/>
          <p14:tracePt t="176688" x="4556125" y="5376863"/>
          <p14:tracePt t="176717" x="4556125" y="5365750"/>
          <p14:tracePt t="176805" x="4562475" y="5365750"/>
          <p14:tracePt t="176817" x="4568825" y="5365750"/>
          <p14:tracePt t="176821" x="4573588" y="5365750"/>
          <p14:tracePt t="176831" x="4579938" y="5365750"/>
          <p14:tracePt t="176888" x="4579938" y="5370513"/>
          <p14:tracePt t="176899" x="4586288" y="5376863"/>
          <p14:tracePt t="176909" x="4586288" y="5383213"/>
          <p14:tracePt t="176914" x="4586288" y="5389563"/>
          <p14:tracePt t="176921" x="4598988" y="5389563"/>
          <p14:tracePt t="177456" x="4611688" y="5376863"/>
          <p14:tracePt t="177470" x="4686300" y="5359400"/>
          <p14:tracePt t="177486" x="4816475" y="5359400"/>
          <p14:tracePt t="177499" x="4933950" y="5346700"/>
          <p14:tracePt t="177511" x="5435600" y="5346700"/>
          <p14:tracePt t="177527" x="6210300" y="5346700"/>
          <p14:tracePt t="177539" x="7153275" y="5346700"/>
          <p14:tracePt t="177545" x="7629525" y="5365750"/>
          <p14:tracePt t="177549" x="8045450" y="5408613"/>
          <p14:tracePt t="177560" x="8466138" y="5445125"/>
          <p14:tracePt t="177576" x="9304338" y="5551488"/>
          <p14:tracePt t="177593" x="10072688" y="5630863"/>
          <p14:tracePt t="177615" x="11075988" y="5786438"/>
          <p14:tracePt t="177631" x="11225213" y="5816600"/>
          <p14:tracePt t="177640" x="11361738" y="5829300"/>
          <p14:tracePt t="177648" x="11466513" y="5861050"/>
          <p14:tracePt t="177656" x="11472863" y="5861050"/>
          <p14:tracePt t="177673" x="11472863" y="5867400"/>
          <p14:tracePt t="177688" x="11460163" y="5878513"/>
          <p14:tracePt t="177696" x="11436350" y="5878513"/>
          <p14:tracePt t="177711" x="11355388" y="5897563"/>
          <p14:tracePt t="177718" x="11317288" y="5897563"/>
          <p14:tracePt t="177727" x="11293475" y="5903913"/>
          <p14:tracePt t="177735" x="11268075" y="5903913"/>
          <p14:tracePt t="177744" x="11237913" y="5903913"/>
          <p14:tracePt t="177751" x="11212513" y="5903913"/>
          <p14:tracePt t="177768" x="11187113" y="5903913"/>
          <p14:tracePt t="177775" x="11182350" y="5903913"/>
          <p14:tracePt t="177785" x="11176000" y="5903913"/>
          <p14:tracePt t="177794" x="11169650" y="5903913"/>
          <p14:tracePt t="177809" x="11163300" y="5903913"/>
          <p14:tracePt t="177813" x="11156950" y="5903913"/>
          <p14:tracePt t="177828" x="11137900" y="5903913"/>
          <p14:tracePt t="177832" x="11125200" y="5903913"/>
          <p14:tracePt t="177838" x="11088688" y="5903913"/>
          <p14:tracePt t="177847" x="11056938" y="5891213"/>
          <p14:tracePt t="177856" x="11007725" y="5878513"/>
          <p14:tracePt t="177862" x="10983913" y="5873750"/>
          <p14:tracePt t="177872" x="10926763" y="5861050"/>
          <p14:tracePt t="177882" x="10860088" y="5835650"/>
          <p14:tracePt t="177891" x="10802938" y="5816600"/>
          <p14:tracePt t="177905" x="10655300" y="5754688"/>
          <p14:tracePt t="177910" x="10587038" y="5718175"/>
          <p14:tracePt t="177922" x="10555288" y="5699125"/>
          <p14:tracePt t="177931" x="10487025" y="5668963"/>
          <p14:tracePt t="177942" x="10444163" y="5630863"/>
          <p14:tracePt t="177959" x="10388600" y="5594350"/>
          <p14:tracePt t="177976" x="10344150" y="5556250"/>
          <p14:tracePt t="177992" x="10320338" y="5532438"/>
          <p14:tracePt t="178010" x="10301288" y="5500688"/>
          <p14:tracePt t="178017" x="10294938" y="5483225"/>
          <p14:tracePt t="178028" x="10282238" y="5464175"/>
          <p14:tracePt t="178040" x="10264775" y="5432425"/>
          <p14:tracePt t="178049" x="10264775" y="5414963"/>
          <p14:tracePt t="178059" x="10258425" y="5395913"/>
          <p14:tracePt t="178062" x="10252075" y="5389563"/>
          <p14:tracePt t="178073" x="10252075" y="5376863"/>
          <p14:tracePt t="178082" x="10245725" y="5359400"/>
          <p14:tracePt t="178094" x="10213975" y="5327650"/>
          <p14:tracePt t="178110" x="10202863" y="5302250"/>
          <p14:tracePt t="178118" x="10202863" y="5297488"/>
          <p14:tracePt t="178127" x="10196513" y="5278438"/>
          <p14:tracePt t="178136" x="10196513" y="5272088"/>
          <p14:tracePt t="178153" x="10190163" y="5265738"/>
          <p14:tracePt t="178163" x="10190163" y="5259388"/>
          <p14:tracePt t="178178" x="10177463" y="5240338"/>
          <p14:tracePt t="178182" x="10171113" y="5235575"/>
          <p14:tracePt t="178193" x="10164763" y="5229225"/>
          <p14:tracePt t="178211" x="10158413" y="5222875"/>
          <p14:tracePt t="178218" x="10152063" y="5216525"/>
          <p14:tracePt t="178236" x="10152063" y="5210175"/>
          <p14:tracePt t="178413" x="10147300" y="5210175"/>
          <p14:tracePt t="178425" x="10147300" y="5203825"/>
          <p14:tracePt t="178437" x="10134600" y="5203825"/>
          <p14:tracePt t="178444" x="10121900" y="5203825"/>
          <p14:tracePt t="178457" x="10102850" y="5191125"/>
          <p14:tracePt t="178464" x="10096500" y="5191125"/>
          <p14:tracePt t="178476" x="10083800" y="5191125"/>
          <p14:tracePt t="178481" x="10079038" y="5184775"/>
          <p14:tracePt t="178495" x="10059988" y="5178425"/>
          <p14:tracePt t="178519" x="10047288" y="5167313"/>
          <p14:tracePt t="178526" x="10034588" y="5167313"/>
          <p14:tracePt t="178539" x="10034588" y="5160963"/>
          <p14:tracePt t="178553" x="10028238" y="5154613"/>
          <p14:tracePt t="178579" x="10021888" y="5141913"/>
          <p14:tracePt t="178601" x="10021888" y="5135563"/>
          <p14:tracePt t="178610" x="10017125" y="5135563"/>
          <p14:tracePt t="178638" x="10017125" y="5129213"/>
          <p14:tracePt t="178664" x="10017125" y="5122863"/>
          <p14:tracePt t="178679" x="10017125" y="5116513"/>
          <p14:tracePt t="178705" x="10017125" y="5111750"/>
          <p14:tracePt t="178728" x="10017125" y="5105400"/>
          <p14:tracePt t="178775" x="10017125" y="5092700"/>
          <p14:tracePt t="178808" x="10021888" y="5092700"/>
          <p14:tracePt t="178872" x="10028238" y="5092700"/>
          <p14:tracePt t="178884" x="10040938" y="5092700"/>
          <p14:tracePt t="178896" x="10053638" y="5099050"/>
          <p14:tracePt t="178903" x="10059988" y="5105400"/>
          <p14:tracePt t="178911" x="10072688" y="5116513"/>
          <p14:tracePt t="178918" x="10083800" y="5122863"/>
          <p14:tracePt t="178931" x="10096500" y="5141913"/>
          <p14:tracePt t="178943" x="10158413" y="5203825"/>
          <p14:tracePt t="178959" x="10190163" y="5235575"/>
          <p14:tracePt t="178966" x="10220325" y="5253038"/>
          <p14:tracePt t="178978" x="10239375" y="5272088"/>
          <p14:tracePt t="178993" x="10271125" y="5297488"/>
          <p14:tracePt t="179000" x="10288588" y="5302250"/>
          <p14:tracePt t="179022" x="10294938" y="5314950"/>
          <p14:tracePt t="179028" x="10301288" y="5314950"/>
          <p14:tracePt t="179040" x="10307638" y="5321300"/>
          <p14:tracePt t="179058" x="10313988" y="5327650"/>
          <p14:tracePt t="179072" x="10333038" y="5334000"/>
          <p14:tracePt t="179082" x="10344150" y="5340350"/>
          <p14:tracePt t="179091" x="10363200" y="5346700"/>
          <p14:tracePt t="179107" x="10375900" y="5359400"/>
          <p14:tracePt t="179113" x="10382250" y="5365750"/>
          <p14:tracePt t="179129" x="10388600" y="5370513"/>
          <p14:tracePt t="179144" x="10394950" y="5370513"/>
          <p14:tracePt t="179160" x="10401300" y="5376863"/>
          <p14:tracePt t="179186" x="10412413" y="5376863"/>
          <p14:tracePt t="179260" x="10412413" y="5383213"/>
          <p14:tracePt t="179279" x="10418763" y="5383213"/>
          <p14:tracePt t="179294" x="10418763" y="5389563"/>
          <p14:tracePt t="179302" x="10425113" y="5389563"/>
          <p14:tracePt t="179328" x="10431463" y="5389563"/>
          <p14:tracePt t="179341" x="10431463" y="5395913"/>
          <p14:tracePt t="179351" x="10437813" y="5395913"/>
          <p14:tracePt t="179378" x="10444163" y="5408613"/>
          <p14:tracePt t="179401" x="10450513" y="5414963"/>
          <p14:tracePt t="179415" x="10456863" y="5414963"/>
          <p14:tracePt t="179422" x="10456863" y="5421313"/>
          <p14:tracePt t="179431" x="10469563" y="5421313"/>
          <p14:tracePt t="179597" x="10450513" y="5427663"/>
          <p14:tracePt t="179609" x="10444163" y="5432425"/>
          <p14:tracePt t="179620" x="10375900" y="5470525"/>
          <p14:tracePt t="179634" x="10271125" y="5513388"/>
          <p14:tracePt t="179642" x="10183813" y="5538788"/>
          <p14:tracePt t="179647" x="10066338" y="5562600"/>
          <p14:tracePt t="179666" x="9694863" y="5607050"/>
          <p14:tracePt t="179680" x="9223375" y="5607050"/>
          <p14:tracePt t="179693" x="8982075" y="5607050"/>
          <p14:tracePt t="179697" x="8647113" y="5607050"/>
          <p14:tracePt t="179701" x="8442325" y="5607050"/>
          <p14:tracePt t="179709" x="8224838" y="5600700"/>
          <p14:tracePt t="179729" x="7847013" y="5568950"/>
          <p14:tracePt t="179735" x="7661275" y="5538788"/>
          <p14:tracePt t="179744" x="7493000" y="5526088"/>
          <p14:tracePt t="179759" x="7277100" y="5500688"/>
          <p14:tracePt t="179777" x="7183438" y="5489575"/>
          <p14:tracePt t="179786" x="7170738" y="5489575"/>
          <p14:tracePt t="179825" x="7170738" y="5483225"/>
          <p14:tracePt t="179840" x="7177088" y="5483225"/>
          <p14:tracePt t="179851" x="7183438" y="5483225"/>
          <p14:tracePt t="179929" x="7183438" y="5476875"/>
          <p14:tracePt t="180032" x="7183438" y="5470525"/>
          <p14:tracePt t="180062" x="7183438" y="5457825"/>
          <p14:tracePt t="180502" x="7177088" y="5457825"/>
          <p14:tracePt t="180510" x="7177088" y="5451475"/>
          <p14:tracePt t="180560" x="7170738" y="5451475"/>
          <p14:tracePt t="180603" x="7165975" y="5451475"/>
          <p14:tracePt t="180774" x="7177088" y="5451475"/>
          <p14:tracePt t="180787" x="7183438" y="5451475"/>
          <p14:tracePt t="180794" x="7202488" y="5451475"/>
          <p14:tracePt t="180805" x="7215188" y="5451475"/>
          <p14:tracePt t="180811" x="7221538" y="5451475"/>
          <p14:tracePt t="180826" x="7239000" y="5451475"/>
          <p14:tracePt t="180835" x="7245350" y="5451475"/>
          <p14:tracePt t="180843" x="7251700" y="5464175"/>
          <p14:tracePt t="180857" x="7258050" y="5470525"/>
          <p14:tracePt t="180874" x="7264400" y="5470525"/>
          <p14:tracePt t="180899" x="7270750" y="5470525"/>
          <p14:tracePt t="180907" x="7270750" y="5476875"/>
          <p14:tracePt t="180952" x="7277100" y="5476875"/>
          <p14:tracePt t="181019" x="7289800" y="5476875"/>
          <p14:tracePt t="181040" x="7296150" y="5476875"/>
          <p14:tracePt t="181989" x="7300913" y="5476875"/>
          <p14:tracePt t="182001" x="7319963" y="5476875"/>
          <p14:tracePt t="182008" x="7339013" y="5476875"/>
          <p14:tracePt t="182019" x="7358063" y="5464175"/>
          <p14:tracePt t="182024" x="7369175" y="5464175"/>
          <p14:tracePt t="182035" x="7388225" y="5464175"/>
          <p14:tracePt t="182042" x="7394575" y="5457825"/>
          <p14:tracePt t="182061" x="7424738" y="5457825"/>
          <p14:tracePt t="182078" x="7424738" y="5451475"/>
          <p14:tracePt t="182084" x="7431088" y="5451475"/>
          <p14:tracePt t="183833" x="7424738" y="5457825"/>
          <p14:tracePt t="183847" x="7413625" y="5464175"/>
          <p14:tracePt t="184093" x="7419975" y="5464175"/>
          <p14:tracePt t="184104" x="7431088" y="5464175"/>
          <p14:tracePt t="184112" x="7437438" y="5476875"/>
          <p14:tracePt t="184119" x="7456488" y="5476875"/>
          <p14:tracePt t="184135" x="7531100" y="5476875"/>
          <p14:tracePt t="184144" x="7561263" y="5476875"/>
          <p14:tracePt t="184163" x="7635875" y="5476875"/>
          <p14:tracePt t="184180" x="7685088" y="5476875"/>
          <p14:tracePt t="184185" x="7710488" y="5476875"/>
          <p14:tracePt t="184190" x="7742238" y="5476875"/>
          <p14:tracePt t="184199" x="7753350" y="5476875"/>
          <p14:tracePt t="184211" x="7778750" y="5476875"/>
          <p14:tracePt t="184213" x="7797800" y="5476875"/>
          <p14:tracePt t="184228" x="7815263" y="5476875"/>
          <p14:tracePt t="184231" x="7827963" y="5476875"/>
          <p14:tracePt t="184244" x="7853363" y="5476875"/>
          <p14:tracePt t="184252" x="7866063" y="5476875"/>
          <p14:tracePt t="184264" x="7883525" y="5470525"/>
          <p14:tracePt t="184285" x="7896225" y="5470525"/>
          <p14:tracePt t="184295" x="7908925" y="5470525"/>
          <p14:tracePt t="184334" x="7915275" y="5470525"/>
          <p14:tracePt t="184589" x="7921625" y="5470525"/>
          <p14:tracePt t="184765" x="7921625" y="5464175"/>
          <p14:tracePt t="184777" x="7921625" y="5457825"/>
          <p14:tracePt t="184784" x="7921625" y="5451475"/>
          <p14:tracePt t="184930" x="7927975" y="5451475"/>
          <p14:tracePt t="184963" x="7927975" y="5445125"/>
          <p14:tracePt t="185034" x="7934325" y="5445125"/>
          <p14:tracePt t="185044" x="7934325" y="5438775"/>
          <p14:tracePt t="185643" x="7940675" y="5438775"/>
          <p14:tracePt t="185657" x="7996238" y="5438775"/>
          <p14:tracePt t="185667" x="8020050" y="5438775"/>
          <p14:tracePt t="185679" x="8058150" y="5438775"/>
          <p14:tracePt t="185696" x="8107363" y="5438775"/>
          <p14:tracePt t="185703" x="8194675" y="5438775"/>
          <p14:tracePt t="185712" x="8224838" y="5438775"/>
          <p14:tracePt t="185730" x="8262938" y="5438775"/>
          <p14:tracePt t="185738" x="8324850" y="5438775"/>
          <p14:tracePt t="185748" x="8335963" y="5438775"/>
          <p14:tracePt t="185761" x="8361363" y="5438775"/>
          <p14:tracePt t="185782" x="8367713" y="5438775"/>
          <p14:tracePt t="185915" x="8374063" y="5438775"/>
          <p14:tracePt t="185931" x="8386763" y="5432425"/>
          <p14:tracePt t="185960" x="8393113" y="5432425"/>
          <p14:tracePt t="186801" x="8393113" y="5438775"/>
          <p14:tracePt t="186812" x="8380413" y="5438775"/>
          <p14:tracePt t="186820" x="8374063" y="5445125"/>
          <p14:tracePt t="186839" x="8367713" y="5451475"/>
          <p14:tracePt t="186844" x="8361363" y="5451475"/>
          <p14:tracePt t="186849" x="8361363" y="5457825"/>
          <p14:tracePt t="186862" x="8355013" y="5457825"/>
          <p14:tracePt t="186878" x="8348663" y="5457825"/>
          <p14:tracePt t="186888" x="8331200" y="5464175"/>
          <p14:tracePt t="186894" x="8324850" y="5476875"/>
          <p14:tracePt t="186911" x="8286750" y="5483225"/>
          <p14:tracePt t="186929" x="8218488" y="5483225"/>
          <p14:tracePt t="186947" x="8120063" y="5483225"/>
          <p14:tracePt t="186955" x="8081963" y="5476875"/>
          <p14:tracePt t="186962" x="8032750" y="5476875"/>
          <p14:tracePt t="186973" x="7951788" y="5457825"/>
          <p14:tracePt t="186984" x="7902575" y="5457825"/>
          <p14:tracePt t="186995" x="7872413" y="5451475"/>
          <p14:tracePt t="187010" x="7834313" y="5451475"/>
          <p14:tracePt t="187014" x="7815263" y="5438775"/>
          <p14:tracePt t="187028" x="7797800" y="5438775"/>
          <p14:tracePt t="187049" x="7791450" y="5438775"/>
          <p14:tracePt t="187096" x="7791450" y="5432425"/>
          <p14:tracePt t="187104" x="7791450" y="5421313"/>
          <p14:tracePt t="187113" x="7797800" y="5389563"/>
          <p14:tracePt t="187128" x="7815263" y="5370513"/>
          <p14:tracePt t="187145" x="7834313" y="5359400"/>
          <p14:tracePt t="187169" x="7859713" y="5346700"/>
          <p14:tracePt t="187177" x="7878763" y="5346700"/>
          <p14:tracePt t="187184" x="7883525" y="5346700"/>
          <p14:tracePt t="187194" x="7896225" y="5346700"/>
          <p14:tracePt t="187198" x="7915275" y="5353050"/>
          <p14:tracePt t="187211" x="7934325" y="5353050"/>
          <p14:tracePt t="187214" x="7945438" y="5359400"/>
          <p14:tracePt t="187229" x="7983538" y="5370513"/>
          <p14:tracePt t="187246" x="8008938" y="5370513"/>
          <p14:tracePt t="187258" x="8013700" y="5376863"/>
          <p14:tracePt t="187320" x="7996238" y="5370513"/>
          <p14:tracePt t="187334" x="7977188" y="5359400"/>
          <p14:tracePt t="187348" x="7915275" y="5340350"/>
          <p14:tracePt t="187351" x="7883525" y="5327650"/>
          <p14:tracePt t="187362" x="7847013" y="5308600"/>
          <p14:tracePt t="187365" x="7821613" y="5308600"/>
          <p14:tracePt t="187379" x="7791450" y="5297488"/>
          <p14:tracePt t="187383" x="7766050" y="5297488"/>
          <p14:tracePt t="187395" x="7759700" y="5291138"/>
          <p14:tracePt t="187400" x="7753350" y="5291138"/>
          <p14:tracePt t="187409" x="7748588" y="5291138"/>
          <p14:tracePt t="187418" x="7735888" y="5291138"/>
          <p14:tracePt t="187433" x="7735888" y="5284788"/>
          <p14:tracePt t="187497" x="7742238" y="5278438"/>
          <p14:tracePt t="187511" x="7778750" y="5272088"/>
          <p14:tracePt t="187526" x="7797800" y="5272088"/>
          <p14:tracePt t="187532" x="7834313" y="5272088"/>
          <p14:tracePt t="187551" x="7934325" y="5272088"/>
          <p14:tracePt t="187561" x="7951788" y="5272088"/>
          <p14:tracePt t="187570" x="7977188" y="5272088"/>
          <p14:tracePt t="187580" x="8008938" y="5278438"/>
          <p14:tracePt t="187589" x="8020050" y="5291138"/>
          <p14:tracePt t="187601" x="8039100" y="5297488"/>
          <p14:tracePt t="187613" x="8045450" y="5302250"/>
          <p14:tracePt t="187616" x="8045450" y="5308600"/>
          <p14:tracePt t="187647" x="8039100" y="5321300"/>
          <p14:tracePt t="187657" x="8008938" y="5321300"/>
          <p14:tracePt t="187663" x="7958138" y="5321300"/>
          <p14:tracePt t="187679" x="7840663" y="5334000"/>
          <p14:tracePt t="187694" x="7766050" y="5334000"/>
          <p14:tracePt t="187712" x="7667625" y="5334000"/>
          <p14:tracePt t="187722" x="7599363" y="5334000"/>
          <p14:tracePt t="187728" x="7550150" y="5334000"/>
          <p14:tracePt t="187739" x="7512050" y="5334000"/>
          <p14:tracePt t="187745" x="7481888" y="5334000"/>
          <p14:tracePt t="187751" x="7456488" y="5334000"/>
          <p14:tracePt t="187758" x="7431088" y="5334000"/>
          <p14:tracePt t="187767" x="7413625" y="5334000"/>
          <p14:tracePt t="187785" x="7407275" y="5334000"/>
          <p14:tracePt t="187857" x="7419975" y="5327650"/>
          <p14:tracePt t="187870" x="7424738" y="5321300"/>
          <p14:tracePt t="187876" x="7456488" y="5314950"/>
          <p14:tracePt t="187885" x="7488238" y="5302250"/>
          <p14:tracePt t="187891" x="7537450" y="5302250"/>
          <p14:tracePt t="187899" x="7561263" y="5302250"/>
          <p14:tracePt t="187915" x="7635875" y="5302250"/>
          <p14:tracePt t="187925" x="7661275" y="5302250"/>
          <p14:tracePt t="187935" x="7704138" y="5308600"/>
          <p14:tracePt t="187947" x="7735888" y="5327650"/>
          <p14:tracePt t="187955" x="7748588" y="5334000"/>
          <p14:tracePt t="187965" x="7753350" y="5340350"/>
          <p14:tracePt t="187978" x="7753350" y="5346700"/>
          <p14:tracePt t="188007" x="7748588" y="5359400"/>
          <p14:tracePt t="188017" x="7723188" y="5365750"/>
          <p14:tracePt t="188029" x="7673975" y="5365750"/>
          <p14:tracePt t="188038" x="7623175" y="5376863"/>
          <p14:tracePt t="188044" x="7554913" y="5376863"/>
          <p14:tracePt t="188050" x="7499350" y="5376863"/>
          <p14:tracePt t="188053" x="7437438" y="5376863"/>
          <p14:tracePt t="188063" x="7407275" y="5376863"/>
          <p14:tracePt t="188078" x="7369175" y="5376863"/>
          <p14:tracePt t="188083" x="7332663" y="5376863"/>
          <p14:tracePt t="188087" x="7283450" y="5376863"/>
          <p14:tracePt t="188096" x="7245350" y="5370513"/>
          <p14:tracePt t="188111" x="7215188" y="5365750"/>
          <p14:tracePt t="188129" x="7208838" y="5365750"/>
          <p14:tracePt t="188145" x="7208838" y="5359400"/>
          <p14:tracePt t="188170" x="7208838" y="5346700"/>
          <p14:tracePt t="188184" x="7232650" y="5314950"/>
          <p14:tracePt t="188200" x="7289800" y="5284788"/>
          <p14:tracePt t="188211" x="7326313" y="5278438"/>
          <p14:tracePt t="188218" x="7362825" y="5265738"/>
          <p14:tracePt t="188228" x="7419975" y="5259388"/>
          <p14:tracePt t="188242" x="7543800" y="5246688"/>
          <p14:tracePt t="188255" x="7580313" y="5246688"/>
          <p14:tracePt t="188259" x="7642225" y="5235575"/>
          <p14:tracePt t="188264" x="7691438" y="5235575"/>
          <p14:tracePt t="188269" x="7729538" y="5240338"/>
          <p14:tracePt t="188280" x="7772400" y="5246688"/>
          <p14:tracePt t="188288" x="7810500" y="5259388"/>
          <p14:tracePt t="188294" x="7834313" y="5278438"/>
          <p14:tracePt t="188313" x="7878763" y="5297488"/>
          <p14:tracePt t="188319" x="7883525" y="5302250"/>
          <p14:tracePt t="188334" x="7883525" y="5308600"/>
          <p14:tracePt t="188344" x="7883525" y="5314950"/>
          <p14:tracePt t="188351" x="7883525" y="5321300"/>
          <p14:tracePt t="188361" x="7883525" y="5327650"/>
          <p14:tracePt t="188378" x="7878763" y="5346700"/>
          <p14:tracePt t="188381" x="7859713" y="5353050"/>
          <p14:tracePt t="188395" x="7834313" y="5365750"/>
          <p14:tracePt t="188399" x="7810500" y="5365750"/>
          <p14:tracePt t="188412" x="7766050" y="5370513"/>
          <p14:tracePt t="188417" x="7704138" y="5370513"/>
          <p14:tracePt t="188438" x="7586663" y="5370513"/>
          <p14:tracePt t="188446" x="7537450" y="5370513"/>
          <p14:tracePt t="188459" x="7488238" y="5370513"/>
          <p14:tracePt t="188475" x="7413625" y="5370513"/>
          <p14:tracePt t="188480" x="7375525" y="5370513"/>
          <p14:tracePt t="188489" x="7351713" y="5370513"/>
          <p14:tracePt t="188496" x="7319963" y="5370513"/>
          <p14:tracePt t="188503" x="7307263" y="5359400"/>
          <p14:tracePt t="188511" x="7289800" y="5353050"/>
          <p14:tracePt t="188530" x="7270750" y="5327650"/>
          <p14:tracePt t="188547" x="7270750" y="5321300"/>
          <p14:tracePt t="188551" x="7270750" y="5314950"/>
          <p14:tracePt t="188568" x="7270750" y="5308600"/>
          <p14:tracePt t="188579" x="7270750" y="5302250"/>
          <p14:tracePt t="188585" x="7283450" y="5291138"/>
          <p14:tracePt t="188593" x="7289800" y="5284788"/>
          <p14:tracePt t="188600" x="7300913" y="5278438"/>
          <p14:tracePt t="188610" x="7319963" y="5265738"/>
          <p14:tracePt t="188615" x="7358063" y="5259388"/>
          <p14:tracePt t="188625" x="7388225" y="5259388"/>
          <p14:tracePt t="188634" x="7424738" y="5246688"/>
          <p14:tracePt t="188645" x="7450138" y="5246688"/>
          <p14:tracePt t="188661" x="7499350" y="5246688"/>
          <p14:tracePt t="188681" x="7586663" y="5259388"/>
          <p14:tracePt t="188692" x="7612063" y="5272088"/>
          <p14:tracePt t="188699" x="7629525" y="5278438"/>
          <p14:tracePt t="188705" x="7654925" y="5278438"/>
          <p14:tracePt t="188712" x="7673975" y="5291138"/>
          <p14:tracePt t="188723" x="7680325" y="5297488"/>
          <p14:tracePt t="188729" x="7685088" y="5302250"/>
          <p14:tracePt t="188760" x="7685088" y="5308600"/>
          <p14:tracePt t="188775" x="7685088" y="5314950"/>
          <p14:tracePt t="188782" x="7680325" y="5321300"/>
          <p14:tracePt t="188794" x="7673975" y="5327650"/>
          <p14:tracePt t="188818" x="7580313" y="5340350"/>
          <p14:tracePt t="188824" x="7543800" y="5340350"/>
          <p14:tracePt t="188830" x="7505700" y="5340350"/>
          <p14:tracePt t="188845" x="7388225" y="5340350"/>
          <p14:tracePt t="188867" x="7332663" y="5340350"/>
          <p14:tracePt t="188877" x="7319963" y="5340350"/>
          <p14:tracePt t="188882" x="7300913" y="5327650"/>
          <p14:tracePt t="188888" x="7283450" y="5321300"/>
          <p14:tracePt t="188906" x="7264400" y="5302250"/>
          <p14:tracePt t="188916" x="7258050" y="5284788"/>
          <p14:tracePt t="188931" x="7251700" y="5272088"/>
          <p14:tracePt t="188935" x="7251700" y="5265738"/>
          <p14:tracePt t="188946" x="7251700" y="5253038"/>
          <p14:tracePt t="188962" x="7258050" y="5229225"/>
          <p14:tracePt t="188978" x="7283450" y="5210175"/>
          <p14:tracePt t="188983" x="7307263" y="5203825"/>
          <p14:tracePt t="188997" x="7339013" y="5203825"/>
          <p14:tracePt t="189001" x="7375525" y="5203825"/>
          <p14:tracePt t="189008" x="7413625" y="5203825"/>
          <p14:tracePt t="189014" x="7437438" y="5203825"/>
          <p14:tracePt t="189034" x="7531100" y="5229225"/>
          <p14:tracePt t="189047" x="7586663" y="5265738"/>
          <p14:tracePt t="189062" x="7623175" y="5302250"/>
          <p14:tracePt t="189080" x="7642225" y="5321300"/>
          <p14:tracePt t="189098" x="7642225" y="5340350"/>
          <p14:tracePt t="189114" x="7642225" y="5346700"/>
          <p14:tracePt t="189135" x="7629525" y="5359400"/>
          <p14:tracePt t="189149" x="7593013" y="5370513"/>
          <p14:tracePt t="189159" x="7554913" y="5370513"/>
          <p14:tracePt t="189168" x="7469188" y="5370513"/>
          <p14:tracePt t="189179" x="7400925" y="5365750"/>
          <p14:tracePt t="189187" x="7351713" y="5365750"/>
          <p14:tracePt t="189192" x="7307263" y="5346700"/>
          <p14:tracePt t="189198" x="7283450" y="5334000"/>
          <p14:tracePt t="189208" x="7264400" y="5327650"/>
          <p14:tracePt t="189215" x="7258050" y="5308600"/>
          <p14:tracePt t="189228" x="7258050" y="5302250"/>
          <p14:tracePt t="189231" x="7251700" y="5302250"/>
          <p14:tracePt t="189246" x="7251700" y="5297488"/>
          <p14:tracePt t="189259" x="7251700" y="5284788"/>
          <p14:tracePt t="189276" x="7251700" y="5272088"/>
          <p14:tracePt t="189284" x="7258050" y="5265738"/>
          <p14:tracePt t="189288" x="7270750" y="5265738"/>
          <p14:tracePt t="189294" x="7300913" y="5265738"/>
          <p14:tracePt t="189312" x="7362825" y="5272088"/>
          <p14:tracePt t="189330" x="7419975" y="5291138"/>
          <p14:tracePt t="189349" x="7475538" y="5314950"/>
          <p14:tracePt t="189358" x="7481888" y="5314950"/>
          <p14:tracePt t="189369" x="7488238" y="5321300"/>
          <p14:tracePt t="189382" x="7505700" y="5334000"/>
          <p14:tracePt t="189385" x="7512050" y="5334000"/>
          <p14:tracePt t="189394" x="7512050" y="5340350"/>
          <p14:tracePt t="189467" x="7512050" y="5346700"/>
          <p14:tracePt t="189477" x="7512050" y="5353050"/>
          <p14:tracePt t="189485" x="7505700" y="5359400"/>
          <p14:tracePt t="189489" x="7499350" y="5359400"/>
          <p14:tracePt t="189497" x="7488238" y="5365750"/>
          <p14:tracePt t="189511" x="7481888" y="5383213"/>
          <p14:tracePt t="189528" x="7475538" y="5383213"/>
          <p14:tracePt t="189535" x="7469188" y="5383213"/>
          <p14:tracePt t="189551" x="7469188" y="5389563"/>
          <p14:tracePt t="189683" x="7462838" y="5389563"/>
          <p14:tracePt t="189695" x="7450138" y="5402263"/>
          <p14:tracePt t="189705" x="7431088" y="5402263"/>
          <p14:tracePt t="189719" x="7407275" y="5408613"/>
          <p14:tracePt t="189729" x="7375525" y="5408613"/>
          <p14:tracePt t="189734" x="7296150" y="5408613"/>
          <p14:tracePt t="189745" x="7239000" y="5408613"/>
          <p14:tracePt t="189762" x="7127875" y="5365750"/>
          <p14:tracePt t="189779" x="7097713" y="5346700"/>
          <p14:tracePt t="189798" x="6954838" y="5235575"/>
          <p14:tracePt t="189815" x="6923088" y="5191125"/>
          <p14:tracePt t="189820" x="6873875" y="5135563"/>
          <p14:tracePt t="189885" x="6854825" y="5092700"/>
          <p14:tracePt t="189896" x="6837363" y="5011738"/>
          <p14:tracePt t="189905" x="6848475" y="4986338"/>
          <p14:tracePt t="189915" x="6867525" y="4968875"/>
          <p14:tracePt t="189930" x="6905625" y="4924425"/>
          <p14:tracePt t="189945" x="6954838" y="4887913"/>
          <p14:tracePt t="189961" x="6967538" y="4881563"/>
          <p14:tracePt t="189978" x="7029450" y="4875213"/>
          <p14:tracePt t="189998" x="7053263" y="4875213"/>
          <p14:tracePt t="190010" x="7059613" y="4875213"/>
          <p14:tracePt t="190019" x="7072313" y="4875213"/>
          <p14:tracePt t="190025" x="7078663" y="4881563"/>
          <p14:tracePt t="190032" x="7097713" y="4887913"/>
          <p14:tracePt t="190045" x="7102475" y="4894263"/>
          <p14:tracePt t="190064" x="7121525" y="4913313"/>
          <p14:tracePt t="190264" x="7134225" y="4913313"/>
          <p14:tracePt t="190279" x="7140575" y="4913313"/>
          <p14:tracePt t="190289" x="7146925" y="4913313"/>
          <p14:tracePt t="190297" x="7153275" y="4913313"/>
          <p14:tracePt t="190308" x="7196138" y="4894263"/>
          <p14:tracePt t="190316" x="7221538" y="4894263"/>
          <p14:tracePt t="190332" x="7264400" y="4887913"/>
          <p14:tracePt t="190339" x="7289800" y="4887913"/>
          <p14:tracePt t="190348" x="7307263" y="4887913"/>
          <p14:tracePt t="190361" x="7332663" y="4913313"/>
          <p14:tracePt t="190377" x="7332663" y="4919663"/>
          <p14:tracePt t="190386" x="7339013" y="4919663"/>
          <p14:tracePt t="190396" x="7339013" y="4924425"/>
          <p14:tracePt t="190413" x="7339013" y="4930775"/>
          <p14:tracePt t="190417" x="7339013" y="4937125"/>
          <p14:tracePt t="190429" x="7332663" y="4943475"/>
          <p14:tracePt t="190449" x="7307263" y="4943475"/>
          <p14:tracePt t="190456" x="7289800" y="4943475"/>
          <p14:tracePt t="190465" x="7277100" y="4943475"/>
          <p14:tracePt t="190473" x="7251700" y="4943475"/>
          <p14:tracePt t="190479" x="7221538" y="4943475"/>
          <p14:tracePt t="190492" x="7183438" y="4943475"/>
          <p14:tracePt t="190505" x="7127875" y="4924425"/>
          <p14:tracePt t="190512" x="7115175" y="4913313"/>
          <p14:tracePt t="190522" x="7108825" y="4913313"/>
          <p14:tracePt t="190528" x="7097713" y="4906963"/>
          <p14:tracePt t="190537" x="7091363" y="4900613"/>
          <p14:tracePt t="190542" x="7091363" y="4894263"/>
          <p14:tracePt t="190558" x="7085013" y="4887913"/>
          <p14:tracePt t="190575" x="7085013" y="4881563"/>
          <p14:tracePt t="190582" x="7085013" y="4875213"/>
          <p14:tracePt t="190599" x="7085013" y="4868863"/>
          <p14:tracePt t="190613" x="7115175" y="4857750"/>
          <p14:tracePt t="190633" x="7159625" y="4857750"/>
          <p14:tracePt t="190639" x="7177088" y="4857750"/>
          <p14:tracePt t="190647" x="7196138" y="4862513"/>
          <p14:tracePt t="190659" x="7208838" y="4868863"/>
          <p14:tracePt t="190669" x="7227888" y="4887913"/>
          <p14:tracePt t="190691" x="7239000" y="4900613"/>
          <p14:tracePt t="190708" x="7239000" y="4906963"/>
          <p14:tracePt t="190718" x="7239000" y="4913313"/>
          <p14:tracePt t="190729" x="7239000" y="4924425"/>
          <p14:tracePt t="190752" x="7227888" y="4930775"/>
          <p14:tracePt t="190761" x="7208838" y="4930775"/>
          <p14:tracePt t="190779" x="7177088" y="4930775"/>
          <p14:tracePt t="190785" x="7159625" y="4930775"/>
          <p14:tracePt t="190793" x="7134225" y="4924425"/>
          <p14:tracePt t="190805" x="7121525" y="4924425"/>
          <p14:tracePt t="190810" x="7108825" y="4919663"/>
          <p14:tracePt t="190824" x="7102475" y="4913313"/>
          <p14:tracePt t="190830" x="7102475" y="4906963"/>
          <p14:tracePt t="190842" x="7097713" y="4906963"/>
          <p14:tracePt t="190863" x="7097713" y="4900613"/>
          <p14:tracePt t="190883" x="7097713" y="4894263"/>
          <p14:tracePt t="190897" x="7102475" y="4881563"/>
          <p14:tracePt t="190912" x="7140575" y="4875213"/>
          <p14:tracePt t="190920" x="7165975" y="4875213"/>
          <p14:tracePt t="190930" x="7189788" y="4875213"/>
          <p14:tracePt t="190934" x="7227888" y="4875213"/>
          <p14:tracePt t="190951" x="7251700" y="4875213"/>
          <p14:tracePt t="190961" x="7319963" y="4881563"/>
          <p14:tracePt t="190979" x="7381875" y="4887913"/>
          <p14:tracePt t="190997" x="7431088" y="4913313"/>
          <p14:tracePt t="191014" x="7437438" y="4930775"/>
          <p14:tracePt t="191042" x="7437438" y="4937125"/>
          <p14:tracePt t="191054" x="7413625" y="4943475"/>
          <p14:tracePt t="191064" x="7362825" y="4943475"/>
          <p14:tracePt t="191081" x="7289800" y="4943475"/>
          <p14:tracePt t="191099" x="7227888" y="4943475"/>
          <p14:tracePt t="191119" x="7121525" y="4906963"/>
          <p14:tracePt t="191127" x="7046913" y="4900613"/>
          <p14:tracePt t="191132" x="6991350" y="4875213"/>
          <p14:tracePt t="191139" x="6978650" y="4875213"/>
          <p14:tracePt t="191152" x="6967538" y="4862513"/>
          <p14:tracePt t="191203" x="6972300" y="4845050"/>
          <p14:tracePt t="191230" x="7004050" y="4838700"/>
          <p14:tracePt t="191249" x="7072313" y="4838700"/>
          <p14:tracePt t="191259" x="7091363" y="4838700"/>
          <p14:tracePt t="191277" x="7140575" y="4838700"/>
          <p14:tracePt t="191286" x="7159625" y="4838700"/>
          <p14:tracePt t="191290" x="7177088" y="4851400"/>
          <p14:tracePt t="191298" x="7189788" y="4857750"/>
          <p14:tracePt t="191312" x="7208838" y="4862513"/>
          <p14:tracePt t="191331" x="7215188" y="4862513"/>
          <p14:tracePt t="191347" x="7215188" y="4868863"/>
          <p14:tracePt t="191363" x="7215188" y="4881563"/>
          <p14:tracePt t="191370" x="7202488" y="4887913"/>
          <p14:tracePt t="191379" x="7196138" y="4894263"/>
          <p14:tracePt t="191387" x="7183438" y="4894263"/>
          <p14:tracePt t="191395" x="7134225" y="4906963"/>
          <p14:tracePt t="191405" x="7059613" y="4913313"/>
          <p14:tracePt t="191415" x="7040563" y="4913313"/>
          <p14:tracePt t="191429" x="7010400" y="4913313"/>
          <p14:tracePt t="191446" x="6997700" y="4913313"/>
          <p14:tracePt t="191464" x="6991350" y="4906963"/>
          <p14:tracePt t="191479" x="6991350" y="4900613"/>
          <p14:tracePt t="191498" x="7004050" y="4881563"/>
          <p14:tracePt t="191508" x="7016750" y="4875213"/>
          <p14:tracePt t="191514" x="7035800" y="4868863"/>
          <p14:tracePt t="191527" x="7059613" y="4868863"/>
          <p14:tracePt t="191536" x="7134225" y="4868863"/>
          <p14:tracePt t="191559" x="7251700" y="4868863"/>
          <p14:tracePt t="191567" x="7313613" y="4868863"/>
          <p14:tracePt t="191585" x="7407275" y="4900613"/>
          <p14:tracePt t="191598" x="7413625" y="4900613"/>
          <p14:tracePt t="191601" x="7431088" y="4913313"/>
          <p14:tracePt t="191612" x="7437438" y="4919663"/>
          <p14:tracePt t="191675" x="7437438" y="4924425"/>
          <p14:tracePt t="191689" x="7394575" y="4924425"/>
          <p14:tracePt t="191701" x="7362825" y="4919663"/>
          <p14:tracePt t="191712" x="7332663" y="4913313"/>
          <p14:tracePt t="191730" x="7326313" y="4913313"/>
          <p14:tracePt t="191760" x="7326313" y="4906963"/>
          <p14:tracePt t="191793" x="7339013" y="4900613"/>
          <p14:tracePt t="191804" x="7345363" y="4881563"/>
          <p14:tracePt t="191811" x="7369175" y="4881563"/>
          <p14:tracePt t="191821" x="7424738" y="4881563"/>
          <p14:tracePt t="191830" x="7462838" y="4881563"/>
          <p14:tracePt t="191846" x="7537450" y="4881563"/>
          <p14:tracePt t="191865" x="7580313" y="4881563"/>
          <p14:tracePt t="191881" x="7605713" y="4887913"/>
          <p14:tracePt t="191893" x="7612063" y="4887913"/>
          <p14:tracePt t="191911" x="7612063" y="4894263"/>
          <p14:tracePt t="191928" x="7599363" y="4906963"/>
          <p14:tracePt t="191936" x="7586663" y="4913313"/>
          <p14:tracePt t="191951" x="7475538" y="4930775"/>
          <p14:tracePt t="191962" x="7437438" y="4930775"/>
          <p14:tracePt t="191980" x="7319963" y="4930775"/>
          <p14:tracePt t="191996" x="7221538" y="4930775"/>
          <p14:tracePt t="192001" x="7196138" y="4930775"/>
          <p14:tracePt t="192008" x="7165975" y="4930775"/>
          <p14:tracePt t="192015" x="7159625" y="4924425"/>
          <p14:tracePt t="192026" x="7153275" y="4924425"/>
          <p14:tracePt t="192089" x="7159625" y="4924425"/>
          <p14:tracePt t="192102" x="7202488" y="4924425"/>
          <p14:tracePt t="192115" x="7239000" y="4924425"/>
          <p14:tracePt t="192129" x="7313613" y="4937125"/>
          <p14:tracePt t="192135" x="7345363" y="4943475"/>
          <p14:tracePt t="192142" x="7369175" y="4943475"/>
          <p14:tracePt t="192159" x="7424738" y="4943475"/>
          <p14:tracePt t="192170" x="7431088" y="4943475"/>
          <p14:tracePt t="192224" x="7407275" y="4943475"/>
          <p14:tracePt t="192234" x="7400925" y="4943475"/>
          <p14:tracePt t="192238" x="7375525" y="4943475"/>
          <p14:tracePt t="192256" x="7358063" y="4937125"/>
          <p14:tracePt t="192262" x="7300913" y="4919663"/>
          <p14:tracePt t="192269" x="7289800" y="4913313"/>
          <p14:tracePt t="192288" x="7277100" y="4900613"/>
          <p14:tracePt t="192370" x="7283450" y="4900613"/>
          <p14:tracePt t="192386" x="7300913" y="4900613"/>
          <p14:tracePt t="192398" x="7326313" y="4900613"/>
          <p14:tracePt t="192413" x="7339013" y="4894263"/>
          <p14:tracePt t="192488" x="7319963" y="4894263"/>
          <p14:tracePt t="192500" x="7313613" y="4894263"/>
          <p14:tracePt t="192513" x="7296150" y="4894263"/>
          <p14:tracePt t="192532" x="7277100" y="4894263"/>
          <p14:tracePt t="192537" x="7270750" y="4894263"/>
          <p14:tracePt t="192542" x="7264400" y="4894263"/>
          <p14:tracePt t="192560" x="7258050" y="4894263"/>
          <p14:tracePt t="192644" x="7277100" y="4887913"/>
          <p14:tracePt t="192656" x="7307263" y="4887913"/>
          <p14:tracePt t="192668" x="7332663" y="4887913"/>
          <p14:tracePt t="192680" x="7345363" y="4887913"/>
          <p14:tracePt t="192698" x="7351713" y="4887913"/>
          <p14:tracePt t="192761" x="7345363" y="4887913"/>
          <p14:tracePt t="192771" x="7339013" y="4887913"/>
          <p14:tracePt t="192783" x="7332663" y="4887913"/>
          <p14:tracePt t="192873" x="7339013" y="4887913"/>
          <p14:tracePt t="192883" x="7358063" y="4887913"/>
          <p14:tracePt t="192888" x="7369175" y="4887913"/>
          <p14:tracePt t="192902" x="7375525" y="4887913"/>
          <p14:tracePt t="193009" x="7369175" y="4887913"/>
          <p14:tracePt t="193023" x="7339013" y="4900613"/>
          <p14:tracePt t="193037" x="7319963" y="4900613"/>
          <p14:tracePt t="193047" x="7307263" y="4900613"/>
          <p14:tracePt t="193065" x="7283450" y="4900613"/>
          <p14:tracePt t="193085" x="7277100" y="4900613"/>
          <p14:tracePt t="193097" x="7270750" y="4900613"/>
          <p14:tracePt t="194058" x="7264400" y="4906963"/>
          <p14:tracePt t="194281" x="7258050" y="4906963"/>
          <p14:tracePt t="194292" x="7239000" y="4906963"/>
          <p14:tracePt t="194304" x="7177088" y="4900613"/>
          <p14:tracePt t="194313" x="7146925" y="4900613"/>
          <p14:tracePt t="194329" x="7108825" y="4900613"/>
          <p14:tracePt t="194336" x="7102475" y="4900613"/>
          <p14:tracePt t="194395" x="7115175" y="4900613"/>
          <p14:tracePt t="194410" x="7232650" y="4900613"/>
          <p14:tracePt t="194419" x="7258050" y="4900613"/>
          <p14:tracePt t="194429" x="7296150" y="4900613"/>
          <p14:tracePt t="194441" x="7394575" y="4900613"/>
          <p14:tracePt t="194446" x="7462838" y="4900613"/>
          <p14:tracePt t="194458" x="7512050" y="4906963"/>
          <p14:tracePt t="194465" x="7567613" y="4906963"/>
          <p14:tracePt t="194470" x="7593013" y="4913313"/>
          <p14:tracePt t="194513" x="7593013" y="4919663"/>
          <p14:tracePt t="194546" x="7586663" y="4919663"/>
          <p14:tracePt t="194557" x="7561263" y="4919663"/>
          <p14:tracePt t="194564" x="7543800" y="4919663"/>
          <p14:tracePt t="194574" x="7493000" y="4919663"/>
          <p14:tracePt t="194581" x="7475538" y="4919663"/>
          <p14:tracePt t="194595" x="7462838" y="4919663"/>
          <p14:tracePt t="194607" x="7443788" y="4919663"/>
          <p14:tracePt t="194842" x="7437438" y="4919663"/>
          <p14:tracePt t="194856" x="7419975" y="4919663"/>
          <p14:tracePt t="194877" x="7394575" y="4919663"/>
          <p14:tracePt t="194884" x="7388225" y="4919663"/>
          <p14:tracePt t="194898" x="7381875" y="4919663"/>
          <p14:tracePt t="194904" x="7375525" y="4919663"/>
          <p14:tracePt t="194921" x="7362825" y="4919663"/>
          <p14:tracePt t="194931" x="7358063" y="4919663"/>
          <p14:tracePt t="196722" x="7351713" y="4919663"/>
          <p14:tracePt t="196733" x="7351713" y="4930775"/>
          <p14:tracePt t="196759" x="7345363" y="4930775"/>
          <p14:tracePt t="196802" x="7345363" y="4937125"/>
          <p14:tracePt t="197111" x="7345363" y="4943475"/>
          <p14:tracePt t="197125" x="7339013" y="4949825"/>
          <p14:tracePt t="197139" x="7339013" y="4962525"/>
          <p14:tracePt t="197151" x="7339013" y="4981575"/>
          <p14:tracePt t="197166" x="7362825" y="5018088"/>
          <p14:tracePt t="197179" x="7369175" y="5037138"/>
          <p14:tracePt t="197194" x="7419975" y="5080000"/>
          <p14:tracePt t="197201" x="7424738" y="5099050"/>
          <p14:tracePt t="197209" x="7443788" y="5116513"/>
          <p14:tracePt t="197216" x="7450138" y="5122863"/>
          <p14:tracePt t="197224" x="7469188" y="5141913"/>
          <p14:tracePt t="197235" x="7488238" y="5178425"/>
          <p14:tracePt t="197248" x="7499350" y="5203825"/>
          <p14:tracePt t="197267" x="7512050" y="5235575"/>
          <p14:tracePt t="197270" x="7512050" y="5246688"/>
          <p14:tracePt t="197280" x="7512050" y="5278438"/>
          <p14:tracePt t="197298" x="7505700" y="5308600"/>
          <p14:tracePt t="197308" x="7488238" y="5334000"/>
          <p14:tracePt t="197315" x="7469188" y="5353050"/>
          <p14:tracePt t="197320" x="7443788" y="5383213"/>
          <p14:tracePt t="197331" x="7394575" y="5427663"/>
          <p14:tracePt t="197334" x="7358063" y="5457825"/>
          <p14:tracePt t="197349" x="7326313" y="5476875"/>
          <p14:tracePt t="197354" x="7289800" y="5500688"/>
          <p14:tracePt t="197358" x="7215188" y="5532438"/>
          <p14:tracePt t="197369" x="7091363" y="5588000"/>
          <p14:tracePt t="197380" x="6942138" y="5643563"/>
          <p14:tracePt t="197527" x="6886575" y="5668963"/>
          <p14:tracePt t="197540" x="6799263" y="5681663"/>
          <p14:tracePt t="197547" x="6669088" y="5681663"/>
          <p14:tracePt t="197553" x="6502400" y="5681663"/>
          <p14:tracePt t="197569" x="6402388" y="5681663"/>
          <p14:tracePt t="197587" x="6265863" y="5675313"/>
          <p14:tracePt t="197598" x="6210300" y="5662613"/>
          <p14:tracePt t="197615" x="6049963" y="5630863"/>
          <p14:tracePt t="197635" x="5913438" y="5607050"/>
          <p14:tracePt t="197649" x="5738813" y="5581650"/>
          <p14:tracePt t="197673" x="5541963" y="5568950"/>
          <p14:tracePt t="197680" x="5311775" y="5556250"/>
          <p14:tracePt t="197690" x="5207000" y="5545138"/>
          <p14:tracePt t="197700" x="5089525" y="5532438"/>
          <p14:tracePt t="197707" x="4989513" y="5519738"/>
          <p14:tracePt t="197718" x="4784725" y="5494338"/>
          <p14:tracePt t="197730" x="4703763" y="5483225"/>
          <p14:tracePt t="197734" x="4598988" y="5470525"/>
          <p14:tracePt t="197749" x="4413250" y="5432425"/>
          <p14:tracePt t="197763" x="4325938" y="5421313"/>
          <p14:tracePt t="197773" x="4240213" y="5408613"/>
          <p14:tracePt t="197778" x="4159250" y="5408613"/>
          <p14:tracePt t="197793" x="4010025" y="5408613"/>
          <p14:tracePt t="197799" x="3941763" y="5408613"/>
          <p14:tracePt t="197807" x="3856038" y="5408613"/>
          <p14:tracePt t="197814" x="3756025" y="5408613"/>
          <p14:tracePt t="197825" x="3657600" y="5408613"/>
          <p14:tracePt t="197833" x="3576638" y="5408613"/>
          <p14:tracePt t="197849" x="3340100" y="5438775"/>
          <p14:tracePt t="197864" x="3055938" y="5494338"/>
          <p14:tracePt t="197880" x="2832100" y="5575300"/>
          <p14:tracePt t="197902" x="2701925" y="5630863"/>
          <p14:tracePt t="197912" x="2640013" y="5668963"/>
          <p14:tracePt t="197917" x="2616200" y="5675313"/>
          <p14:tracePt t="197921" x="2590800" y="5692775"/>
          <p14:tracePt t="197931" x="2560638" y="5711825"/>
          <p14:tracePt t="197934" x="2535238" y="5730875"/>
          <p14:tracePt t="197948" x="2516188" y="5737225"/>
          <p14:tracePt t="197951" x="2486025" y="5754688"/>
          <p14:tracePt t="197964" x="2473325" y="5767388"/>
          <p14:tracePt t="197967" x="2454275" y="5773738"/>
          <p14:tracePt t="197982" x="2441575" y="5780088"/>
          <p14:tracePt t="197993" x="2435225" y="5786438"/>
          <p14:tracePt t="197999" x="2424113" y="5786438"/>
          <p14:tracePt t="198019" x="2417763" y="5799138"/>
          <p14:tracePt t="198035" x="2411413" y="5799138"/>
          <p14:tracePt t="198161" x="2411413" y="5792788"/>
          <p14:tracePt t="198177" x="2417763" y="5780088"/>
          <p14:tracePt t="198185" x="2430463" y="5773738"/>
          <p14:tracePt t="198191" x="2435225" y="5773738"/>
          <p14:tracePt t="198215" x="2435225" y="5767388"/>
          <p14:tracePt t="198606" x="2441575" y="5767388"/>
          <p14:tracePt t="198684" x="2447925" y="5767388"/>
          <p14:tracePt t="198705" x="2454275" y="5767388"/>
          <p14:tracePt t="198729" x="2454275" y="5761038"/>
          <p14:tracePt t="198746" x="2460625" y="5761038"/>
          <p14:tracePt t="198760" x="2466975" y="5761038"/>
          <p14:tracePt t="198782" x="2473325" y="5761038"/>
          <p14:tracePt t="198799" x="2473325" y="5754688"/>
          <p14:tracePt t="198807" x="2486025" y="5754688"/>
          <p14:tracePt t="198816" x="2492375" y="5754688"/>
          <p14:tracePt t="198833" x="2497138" y="5754688"/>
          <p14:tracePt t="198839" x="2503488" y="5754688"/>
          <p14:tracePt t="198854" x="2528888" y="5754688"/>
          <p14:tracePt t="198864" x="2541588" y="5754688"/>
          <p14:tracePt t="198884" x="2571750" y="5754688"/>
          <p14:tracePt t="198889" x="2590800" y="5754688"/>
          <p14:tracePt t="198893" x="2616200" y="5754688"/>
          <p14:tracePt t="198904" x="2652713" y="5754688"/>
          <p14:tracePt t="198914" x="2671763" y="5754688"/>
          <p14:tracePt t="198918" x="2684463" y="5754688"/>
          <p14:tracePt t="198928" x="2708275" y="5754688"/>
          <p14:tracePt t="198934" x="2740025" y="5754688"/>
          <p14:tracePt t="198947" x="2776538" y="5754688"/>
          <p14:tracePt t="198953" x="2789238" y="5754688"/>
          <p14:tracePt t="198965" x="2808288" y="5754688"/>
          <p14:tracePt t="198972" x="2814638" y="5754688"/>
          <p14:tracePt t="198984" x="2820988" y="5754688"/>
          <p14:tracePt t="198995" x="2825750" y="5754688"/>
          <p14:tracePt t="199008" x="2838450" y="5754688"/>
          <p14:tracePt t="199019" x="2844800" y="5754688"/>
          <p14:tracePt t="199065" x="2851150" y="5761038"/>
          <p14:tracePt t="199089" x="2857500" y="5761038"/>
          <p14:tracePt t="199115" x="2870200" y="5761038"/>
          <p14:tracePt t="199125" x="2876550" y="5767388"/>
          <p14:tracePt t="199134" x="2887663" y="5767388"/>
          <p14:tracePt t="199148" x="2894013" y="5767388"/>
          <p14:tracePt t="199164" x="2900363" y="5767388"/>
          <p14:tracePt t="199200" x="2906713" y="5767388"/>
          <p14:tracePt t="199224" x="2906713" y="5773738"/>
          <p14:tracePt t="199258" x="2913063" y="5773738"/>
          <p14:tracePt t="199290" x="2919413" y="5773738"/>
          <p14:tracePt t="199313" x="2925763" y="5773738"/>
          <p14:tracePt t="199325" x="2938463" y="5773738"/>
          <p14:tracePt t="199337" x="2944813" y="5773738"/>
          <p14:tracePt t="199350" x="2951163" y="5773738"/>
          <p14:tracePt t="199364" x="2955925" y="5773738"/>
          <p14:tracePt t="199383" x="2962275" y="5773738"/>
          <p14:tracePt t="199413" x="2968625" y="5773738"/>
          <p14:tracePt t="199428" x="2974975" y="5780088"/>
          <p14:tracePt t="199439" x="3000375" y="5780088"/>
          <p14:tracePt t="199447" x="3013075" y="5780088"/>
          <p14:tracePt t="199464" x="3055938" y="5780088"/>
          <p14:tracePt t="199483" x="3111500" y="5780088"/>
          <p14:tracePt t="199491" x="3136900" y="5780088"/>
          <p14:tracePt t="199499" x="3160713" y="5780088"/>
          <p14:tracePt t="199506" x="3198813" y="5792788"/>
          <p14:tracePt t="199511" x="3228975" y="5792788"/>
          <p14:tracePt t="199519" x="3254375" y="5792788"/>
          <p14:tracePt t="199532" x="3278188" y="5792788"/>
          <p14:tracePt t="199535" x="3297238" y="5792788"/>
          <p14:tracePt t="199551" x="3335338" y="5792788"/>
          <p14:tracePt t="199554" x="3359150" y="5792788"/>
          <p14:tracePt t="199558" x="3384550" y="5792788"/>
          <p14:tracePt t="199565" x="3403600" y="5792788"/>
          <p14:tracePt t="199583" x="3427413" y="5792788"/>
          <p14:tracePt t="199599" x="3446463" y="5792788"/>
          <p14:tracePt t="199617" x="3489325" y="5799138"/>
          <p14:tracePt t="199632" x="3521075" y="5799138"/>
          <p14:tracePt t="199640" x="3544888" y="5799138"/>
          <p14:tracePt t="199662" x="3589338" y="5799138"/>
          <p14:tracePt t="199670" x="3663950" y="5799138"/>
          <p14:tracePt t="199680" x="3687763" y="5799138"/>
          <p14:tracePt t="199685" x="3725863" y="5799138"/>
          <p14:tracePt t="199694" x="3775075" y="5799138"/>
          <p14:tracePt t="199704" x="3811588" y="5799138"/>
          <p14:tracePt t="199714" x="3849688" y="5810250"/>
          <p14:tracePt t="199720" x="3905250" y="5822950"/>
          <p14:tracePt t="199724" x="3941763" y="5822950"/>
          <p14:tracePt t="199736" x="3979863" y="5829300"/>
          <p14:tracePt t="199748" x="4003675" y="5829300"/>
          <p14:tracePt t="199753" x="4041775" y="5829300"/>
          <p14:tracePt t="199770" x="4121150" y="5829300"/>
          <p14:tracePt t="199781" x="4146550" y="5842000"/>
          <p14:tracePt t="199802" x="4202113" y="5842000"/>
          <p14:tracePt t="199818" x="4227513" y="5848350"/>
          <p14:tracePt t="199837" x="4240213" y="5848350"/>
          <p14:tracePt t="199841" x="4251325" y="5854700"/>
          <p14:tracePt t="199849" x="4257675" y="5854700"/>
          <p14:tracePt t="199867" x="4270375" y="5854700"/>
          <p14:tracePt t="199875" x="4276725" y="5861050"/>
          <p14:tracePt t="199888" x="4283075" y="5861050"/>
          <p14:tracePt t="199899" x="4289425" y="5861050"/>
          <p14:tracePt t="199915" x="4308475" y="5861050"/>
          <p14:tracePt t="199931" x="4319588" y="5861050"/>
          <p14:tracePt t="199949" x="4332288" y="5861050"/>
          <p14:tracePt t="199964" x="4338638" y="5861050"/>
          <p14:tracePt t="199969" x="4351338" y="5861050"/>
          <p14:tracePt t="199982" x="4357688" y="5873750"/>
          <p14:tracePt t="200000" x="4370388" y="5873750"/>
          <p14:tracePt t="200034" x="4376738" y="5873750"/>
          <p14:tracePt t="200058" x="4381500" y="5873750"/>
          <p14:tracePt t="200071" x="4387850" y="5867400"/>
          <p14:tracePt t="200089" x="4387850" y="5861050"/>
          <p14:tracePt t="200100" x="4400550" y="5861050"/>
          <p14:tracePt t="200113" x="4400550" y="5854700"/>
          <p14:tracePt t="200133" x="4406900" y="5854700"/>
          <p14:tracePt t="200194" x="4413250" y="5854700"/>
          <p14:tracePt t="200320" x="4419600" y="5854700"/>
          <p14:tracePt t="200346" x="4425950" y="5854700"/>
          <p14:tracePt t="200365" x="4432300" y="5848350"/>
          <p14:tracePt t="200720" x="4438650" y="5848350"/>
          <p14:tracePt t="200769" x="4443413" y="5848350"/>
          <p14:tracePt t="200785" x="4456113" y="5848350"/>
          <p14:tracePt t="200800" x="4462463" y="5848350"/>
          <p14:tracePt t="200817" x="4468813" y="5848350"/>
          <p14:tracePt t="200831" x="4475163" y="5848350"/>
          <p14:tracePt t="200838" x="4481513" y="5848350"/>
          <p14:tracePt t="200850" x="4487863" y="5842000"/>
          <p14:tracePt t="200855" x="4494213" y="5842000"/>
          <p14:tracePt t="200864" x="4506913" y="5835650"/>
          <p14:tracePt t="200881" x="4511675" y="5835650"/>
          <p14:tracePt t="201064" x="4518025" y="5835650"/>
          <p14:tracePt t="201114" x="4524375" y="5835650"/>
          <p14:tracePt t="201122" x="4537075" y="5835650"/>
          <p14:tracePt t="201134" x="4556125" y="5835650"/>
          <p14:tracePt t="201149" x="4579938" y="5816600"/>
          <p14:tracePt t="201164" x="4592638" y="5816600"/>
          <p14:tracePt t="201168" x="4611688" y="5810250"/>
          <p14:tracePt t="201181" x="4641850" y="5805488"/>
          <p14:tracePt t="201198" x="4673600" y="5792788"/>
          <p14:tracePt t="201218" x="4729163" y="5786438"/>
          <p14:tracePt t="201227" x="4741863" y="5786438"/>
          <p14:tracePt t="201232" x="4772025" y="5773738"/>
          <p14:tracePt t="201238" x="4810125" y="5773738"/>
          <p14:tracePt t="201256" x="4902200" y="5754688"/>
          <p14:tracePt t="201265" x="4914900" y="5754688"/>
          <p14:tracePt t="201271" x="4953000" y="5754688"/>
          <p14:tracePt t="201281" x="4989513" y="5754688"/>
          <p14:tracePt t="201288" x="5038725" y="5754688"/>
          <p14:tracePt t="201299" x="5094288" y="5743575"/>
          <p14:tracePt t="201303" x="5145088" y="5743575"/>
          <p14:tracePt t="201314" x="5194300" y="5743575"/>
          <p14:tracePt t="201318" x="5249863" y="5743575"/>
          <p14:tracePt t="201331" x="5299075" y="5743575"/>
          <p14:tracePt t="201349" x="5360988" y="5748338"/>
          <p14:tracePt t="201354" x="5380038" y="5748338"/>
          <p14:tracePt t="201367" x="5405438" y="5754688"/>
          <p14:tracePt t="201378" x="5411788" y="5761038"/>
          <p14:tracePt t="201386" x="5416550" y="5761038"/>
          <p14:tracePt t="201395" x="5422900" y="5761038"/>
          <p14:tracePt t="201399" x="5429250" y="5773738"/>
          <p14:tracePt t="201559" x="5435600" y="5773738"/>
          <p14:tracePt t="201574" x="5454650" y="5761038"/>
          <p14:tracePt t="201584" x="5484813" y="5754688"/>
          <p14:tracePt t="201600" x="5516563" y="5748338"/>
          <p14:tracePt t="201615" x="5546725" y="5748338"/>
          <p14:tracePt t="201628" x="5565775" y="5748338"/>
          <p14:tracePt t="201634" x="5578475" y="5748338"/>
          <p14:tracePt t="201643" x="5597525" y="5748338"/>
          <p14:tracePt t="201651" x="5610225" y="5748338"/>
          <p14:tracePt t="201664" x="5665788" y="5748338"/>
          <p14:tracePt t="201681" x="5721350" y="5737225"/>
          <p14:tracePt t="201686" x="5734050" y="5737225"/>
          <p14:tracePt t="201697" x="5770563" y="5737225"/>
          <p14:tracePt t="201703" x="5807075" y="5737225"/>
          <p14:tracePt t="201714" x="5845175" y="5737225"/>
          <p14:tracePt t="201722" x="5894388" y="5737225"/>
          <p14:tracePt t="201727" x="5932488" y="5737225"/>
          <p14:tracePt t="201739" x="5956300" y="5737225"/>
          <p14:tracePt t="201750" x="6011863" y="5737225"/>
          <p14:tracePt t="201758" x="6037263" y="5737225"/>
          <p14:tracePt t="201768" x="6056313" y="5737225"/>
          <p14:tracePt t="201776" x="6067425" y="5737225"/>
          <p14:tracePt t="201784" x="6092825" y="5737225"/>
          <p14:tracePt t="201792" x="6124575" y="5737225"/>
          <p14:tracePt t="201803" x="6148388" y="5737225"/>
          <p14:tracePt t="201814" x="6167438" y="5737225"/>
          <p14:tracePt t="201818" x="6203950" y="5737225"/>
          <p14:tracePt t="201822" x="6229350" y="5737225"/>
          <p14:tracePt t="201831" x="6265863" y="5730875"/>
          <p14:tracePt t="201847" x="6327775" y="5730875"/>
          <p14:tracePt t="201864" x="6384925" y="5730875"/>
          <p14:tracePt t="201881" x="6434138" y="5730875"/>
          <p14:tracePt t="201899" x="6470650" y="5730875"/>
          <p14:tracePt t="201904" x="6483350" y="5730875"/>
          <p14:tracePt t="201915" x="6502400" y="5737225"/>
          <p14:tracePt t="201920" x="6519863" y="5737225"/>
          <p14:tracePt t="201927" x="6532563" y="5737225"/>
          <p14:tracePt t="201938" x="6538913" y="5743575"/>
          <p14:tracePt t="201947" x="6545263" y="5743575"/>
          <p14:tracePt t="201955" x="6557963" y="5743575"/>
          <p14:tracePt t="201976" x="6564313" y="5743575"/>
          <p14:tracePt t="202753" x="6564313" y="5754688"/>
          <p14:tracePt t="202771" x="6564313" y="5767388"/>
          <p14:tracePt t="202784" x="6581775" y="5792788"/>
          <p14:tracePt t="202793" x="6581775" y="5799138"/>
          <p14:tracePt t="202798" x="6594475" y="5805488"/>
          <p14:tracePt t="202812" x="6600825" y="5810250"/>
          <p14:tracePt t="202823" x="6613525" y="5822950"/>
          <p14:tracePt t="202833" x="6619875" y="5829300"/>
          <p14:tracePt t="202838" x="6619875" y="5848350"/>
          <p14:tracePt t="202850" x="6626225" y="5867400"/>
          <p14:tracePt t="202855" x="6638925" y="5878513"/>
          <p14:tracePt t="202872" x="6638925" y="5922963"/>
          <p14:tracePt t="202880" x="6638925" y="5940425"/>
          <p14:tracePt t="202900" x="6594475" y="5978525"/>
          <p14:tracePt t="202904" x="6570663" y="5997575"/>
          <p14:tracePt t="202908" x="6538913" y="6015038"/>
          <p14:tracePt t="202921" x="6464300" y="6034088"/>
          <p14:tracePt t="202928" x="6359525" y="6070600"/>
          <p14:tracePt t="202935" x="6242050" y="6102350"/>
          <p14:tracePt t="202943" x="6073775" y="6138863"/>
          <p14:tracePt t="202955" x="5864225" y="6170613"/>
          <p14:tracePt t="202964" x="5578475" y="6207125"/>
          <p14:tracePt t="202971" x="5126038" y="6251575"/>
          <p14:tracePt t="202975" x="4710113" y="6294438"/>
          <p14:tracePt t="202990" x="4332288" y="6313488"/>
          <p14:tracePt t="203007" x="3892550" y="6313488"/>
          <p14:tracePt t="203018" x="3527425" y="6313488"/>
          <p14:tracePt t="203021" x="3154363" y="6313488"/>
          <p14:tracePt t="203031" x="2782888" y="6313488"/>
          <p14:tracePt t="203049" x="2362200" y="6307138"/>
          <p14:tracePt t="203056" x="2174875" y="6275388"/>
          <p14:tracePt t="203070" x="2008188" y="6251575"/>
          <p14:tracePt t="203074" x="1890713" y="6219825"/>
          <p14:tracePt t="203084" x="1884363" y="6213475"/>
          <p14:tracePt t="203144" x="1890713" y="6213475"/>
          <p14:tracePt t="203235" x="1884363" y="6213475"/>
          <p14:tracePt t="203246" x="1878013" y="6213475"/>
          <p14:tracePt t="203273" x="1871663" y="6213475"/>
          <p14:tracePt t="203286" x="1865313" y="6232525"/>
          <p14:tracePt t="203299" x="1865313" y="6238875"/>
          <p14:tracePt t="203315" x="1852613" y="6251575"/>
          <p14:tracePt t="203318" x="1847850" y="6256338"/>
          <p14:tracePt t="203332" x="1847850" y="6262688"/>
          <p14:tracePt t="203351" x="1858963" y="6281738"/>
          <p14:tracePt t="203358" x="1884363" y="6300788"/>
          <p14:tracePt t="203365" x="1939925" y="6330950"/>
          <p14:tracePt t="203379" x="1982788" y="6350000"/>
          <p14:tracePt t="203383" x="2020888" y="6362700"/>
          <p14:tracePt t="203393" x="2089150" y="6386513"/>
          <p14:tracePt t="203401" x="2144713" y="6392863"/>
          <p14:tracePt t="203415" x="2243138" y="6392863"/>
          <p14:tracePt t="203433" x="2300288" y="6392863"/>
          <p14:tracePt t="203449" x="2355850" y="6392863"/>
          <p14:tracePt t="203466" x="2373313" y="6392863"/>
          <p14:tracePt t="203475" x="2379663" y="6392863"/>
          <p14:tracePt t="203481" x="2386013" y="6392863"/>
          <p14:tracePt t="203779" x="2379663" y="6392863"/>
          <p14:tracePt t="203791" x="2373313" y="6386513"/>
          <p14:tracePt t="203815" x="2366963" y="6381750"/>
          <p14:tracePt t="203999" x="2366963" y="6375400"/>
          <p14:tracePt t="204017" x="2366963" y="6369050"/>
          <p14:tracePt t="204026" x="2362200" y="6369050"/>
          <p14:tracePt t="204034" x="2362200" y="6362700"/>
          <p14:tracePt t="204043" x="2362200" y="6350000"/>
          <p14:tracePt t="204058" x="2355850" y="6350000"/>
          <p14:tracePt t="204066" x="2355850" y="6343650"/>
          <p14:tracePt t="204119" x="2343150" y="6343650"/>
          <p14:tracePt t="204169" x="2336800" y="6343650"/>
          <p14:tracePt t="204202" x="2330450" y="6343650"/>
          <p14:tracePt t="204247" x="2324100" y="6343650"/>
          <p14:tracePt t="204265" x="2317750" y="6343650"/>
          <p14:tracePt t="204397" x="2324100" y="6343650"/>
          <p14:tracePt t="204409" x="2392363" y="6324600"/>
          <p14:tracePt t="204421" x="2479675" y="6300788"/>
          <p14:tracePt t="204434" x="2876550" y="6226175"/>
          <p14:tracePt t="204442" x="3297238" y="6164263"/>
          <p14:tracePt t="204450" x="3843338" y="6115050"/>
          <p14:tracePt t="204459" x="4432300" y="6046788"/>
          <p14:tracePt t="204466" x="5076825" y="6021388"/>
          <p14:tracePt t="204479" x="5783263" y="5997575"/>
          <p14:tracePt t="204487" x="7296150" y="5972175"/>
          <p14:tracePt t="204497" x="8101013" y="5972175"/>
          <p14:tracePt t="204505" x="8869363" y="5972175"/>
          <p14:tracePt t="204516" x="9607550" y="5972175"/>
          <p14:tracePt t="204521" x="10277475" y="5972175"/>
          <p14:tracePt t="204525" x="10847388" y="5972175"/>
          <p14:tracePt t="204534" x="11385550" y="5972175"/>
          <p14:tracePt t="204800" x="11850688" y="5965825"/>
          <p14:tracePt t="204806" x="11703050" y="5953125"/>
          <p14:tracePt t="204818" x="11583988" y="5940425"/>
          <p14:tracePt t="204833" x="11398250" y="5916613"/>
          <p14:tracePt t="204850" x="11268075" y="5867400"/>
          <p14:tracePt t="204857" x="11218863" y="5854700"/>
          <p14:tracePt t="204865" x="11176000" y="5835650"/>
          <p14:tracePt t="204874" x="11144250" y="5810250"/>
          <p14:tracePt t="204887" x="11075988" y="5743575"/>
          <p14:tracePt t="204898" x="11045825" y="5718175"/>
          <p14:tracePt t="204906" x="10983913" y="5668963"/>
          <p14:tracePt t="204910" x="10958513" y="5649913"/>
          <p14:tracePt t="204921" x="10926763" y="5630863"/>
          <p14:tracePt t="204931" x="10902950" y="5613400"/>
          <p14:tracePt t="204935" x="10883900" y="5594350"/>
          <p14:tracePt t="204949" x="10860088" y="5588000"/>
          <p14:tracePt t="204953" x="10841038" y="5575300"/>
          <p14:tracePt t="204958" x="10821988" y="5568950"/>
          <p14:tracePt t="204966" x="10798175" y="5568950"/>
          <p14:tracePt t="204985" x="10766425" y="5562600"/>
          <p14:tracePt t="204999" x="10729913" y="5551488"/>
          <p14:tracePt t="205017" x="10668000" y="5551488"/>
          <p14:tracePt t="205033" x="10642600" y="5545138"/>
          <p14:tracePt t="205050" x="10587038" y="5545138"/>
          <p14:tracePt t="205068" x="10542588" y="5545138"/>
          <p14:tracePt t="205079" x="10525125" y="5538788"/>
          <p14:tracePt t="205086" x="10518775" y="5538788"/>
          <p14:tracePt t="205097" x="10506075" y="5526088"/>
          <p14:tracePt t="205109" x="10499725" y="5526088"/>
          <p14:tracePt t="205121" x="10493375" y="5526088"/>
          <p14:tracePt t="205132" x="10493375" y="5519738"/>
          <p14:tracePt t="205177" x="10493375" y="5513388"/>
          <p14:tracePt t="205191" x="10493375" y="5507038"/>
          <p14:tracePt t="205199" x="10493375" y="5500688"/>
          <p14:tracePt t="205217" x="10493375" y="5494338"/>
          <p14:tracePt t="205232" x="10493375" y="5489575"/>
          <p14:tracePt t="205250" x="10493375" y="5470525"/>
          <p14:tracePt t="205267" x="10493375" y="5464175"/>
          <p14:tracePt t="205273" x="10499725" y="5457825"/>
          <p14:tracePt t="205287" x="10512425" y="5445125"/>
          <p14:tracePt t="205308" x="10542588" y="5432425"/>
          <p14:tracePt t="205318" x="10574338" y="5427663"/>
          <p14:tracePt t="205333" x="10604500" y="5421313"/>
          <p14:tracePt t="205349" x="10617200" y="5421313"/>
          <p14:tracePt t="205353" x="10636250" y="5408613"/>
          <p14:tracePt t="205357" x="10655300" y="5408613"/>
          <p14:tracePt t="205369" x="10668000" y="5402263"/>
          <p14:tracePt t="205383" x="10704513" y="5395913"/>
          <p14:tracePt t="205389" x="10717213" y="5383213"/>
          <p14:tracePt t="205403" x="10734675" y="5383213"/>
          <p14:tracePt t="205416" x="10760075" y="5376863"/>
          <p14:tracePt t="205432" x="10772775" y="5376863"/>
          <p14:tracePt t="205479" x="10772775" y="5370513"/>
          <p14:tracePt t="205557" x="10772775" y="5365750"/>
          <p14:tracePt t="205577" x="10766425" y="5365750"/>
          <p14:tracePt t="205597" x="10760075" y="5365750"/>
          <p14:tracePt t="205607" x="10753725" y="5359400"/>
          <p14:tracePt t="205623" x="10741025" y="5359400"/>
          <p14:tracePt t="205633" x="10734675" y="5359400"/>
          <p14:tracePt t="205650" x="10723563" y="5346700"/>
          <p14:tracePt t="205654" x="10717213" y="5346700"/>
          <p14:tracePt t="205665" x="10704513" y="5340350"/>
          <p14:tracePt t="205673" x="10691813" y="5334000"/>
          <p14:tracePt t="205688" x="10685463" y="5334000"/>
          <p14:tracePt t="205707" x="10679113" y="5334000"/>
          <p14:tracePt t="205714" x="10672763" y="5334000"/>
          <p14:tracePt t="205721" x="10661650" y="5334000"/>
          <p14:tracePt t="205734" x="10648950" y="5334000"/>
          <p14:tracePt t="205752" x="10642600" y="5334000"/>
          <p14:tracePt t="205768" x="10629900" y="5334000"/>
          <p14:tracePt t="205783" x="10604500" y="5340350"/>
          <p14:tracePt t="205802" x="10580688" y="5359400"/>
          <p14:tracePt t="205809" x="10574338" y="5359400"/>
          <p14:tracePt t="205815" x="10567988" y="5365750"/>
          <p14:tracePt t="205827" x="10561638" y="5365750"/>
          <p14:tracePt t="205836" x="10561638" y="5370513"/>
          <p14:tracePt t="205849" x="10555288" y="5370513"/>
          <p14:tracePt t="205905" x="10555288" y="5376863"/>
          <p14:tracePt t="206036" x="10561638" y="5376863"/>
          <p14:tracePt t="206048" x="10580688" y="5376863"/>
          <p14:tracePt t="206062" x="10623550" y="5376863"/>
          <p14:tracePt t="206066" x="10636250" y="5376863"/>
          <p14:tracePt t="206071" x="10668000" y="5365750"/>
          <p14:tracePt t="206080" x="10717213" y="5365750"/>
          <p14:tracePt t="206086" x="10753725" y="5365750"/>
          <p14:tracePt t="206097" x="10791825" y="5359400"/>
          <p14:tracePt t="206108" x="10828338" y="5359400"/>
          <p14:tracePt t="206115" x="10864850" y="5359400"/>
          <p14:tracePt t="206130" x="10915650" y="5359400"/>
          <p14:tracePt t="206135" x="10945813" y="5359400"/>
          <p14:tracePt t="206140" x="10971213" y="5359400"/>
          <p14:tracePt t="206149" x="10977563" y="5359400"/>
          <p14:tracePt t="206159" x="10983913" y="5359400"/>
          <p14:tracePt t="206208" x="10983913" y="5365750"/>
          <p14:tracePt t="206216" x="10983913" y="5370513"/>
          <p14:tracePt t="206224" x="10958513" y="5370513"/>
          <p14:tracePt t="206233" x="10933113" y="5370513"/>
          <p14:tracePt t="206250" x="10847388" y="5383213"/>
          <p14:tracePt t="206267" x="10760075" y="5383213"/>
          <p14:tracePt t="206270" x="10723563" y="5383213"/>
          <p14:tracePt t="206282" x="10691813" y="5383213"/>
          <p14:tracePt t="206289" x="10668000" y="5376863"/>
          <p14:tracePt t="206297" x="10661650" y="5376863"/>
          <p14:tracePt t="206303" x="10642600" y="5370513"/>
          <p14:tracePt t="206320" x="10636250" y="5370513"/>
          <p14:tracePt t="206383" x="10648950" y="5370513"/>
          <p14:tracePt t="206398" x="10661650" y="5370513"/>
          <p14:tracePt t="206408" x="10723563" y="5370513"/>
          <p14:tracePt t="206415" x="10760075" y="5370513"/>
          <p14:tracePt t="206431" x="10809288" y="5370513"/>
          <p14:tracePt t="206437" x="10864850" y="5370513"/>
          <p14:tracePt t="206439" x="10890250" y="5370513"/>
          <p14:tracePt t="206449" x="10939463" y="5370513"/>
          <p14:tracePt t="206458" x="10964863" y="5370513"/>
          <p14:tracePt t="206467" x="10983913" y="5370513"/>
          <p14:tracePt t="206470" x="10990263" y="5370513"/>
          <p14:tracePt t="206484" x="10995025" y="5370513"/>
          <p14:tracePt t="206488" x="11001375" y="5370513"/>
          <p14:tracePt t="206502" x="11007725" y="5376863"/>
          <p14:tracePt t="206709" x="11007725" y="5383213"/>
          <p14:tracePt t="206723" x="10964863" y="5432425"/>
          <p14:tracePt t="206736" x="10896600" y="5457825"/>
          <p14:tracePt t="206751" x="10723563" y="5519738"/>
          <p14:tracePt t="206769" x="10326688" y="5607050"/>
          <p14:tracePt t="206776" x="10028238" y="5662613"/>
          <p14:tracePt t="206782" x="9682163" y="5705475"/>
          <p14:tracePt t="206798" x="9259888" y="5743575"/>
          <p14:tracePt t="206806" x="8262938" y="5835650"/>
          <p14:tracePt t="206820" x="7753350" y="5854700"/>
          <p14:tracePt t="206824" x="7177088" y="5878513"/>
          <p14:tracePt t="206832" x="6570663" y="5903913"/>
          <p14:tracePt t="206851" x="6024563" y="5922963"/>
          <p14:tracePt t="206868" x="5491163" y="5922963"/>
          <p14:tracePt t="206871" x="5083175" y="5922963"/>
          <p14:tracePt t="206883" x="4748213" y="5922963"/>
          <p14:tracePt t="206888" x="4543425" y="5922963"/>
          <p14:tracePt t="206897" x="4270375" y="5922963"/>
          <p14:tracePt t="206907" x="4110038" y="5922963"/>
          <p14:tracePt t="206915" x="3973513" y="5922963"/>
          <p14:tracePt t="206922" x="3948113" y="5922963"/>
          <p14:tracePt t="206934" x="3948113" y="5916613"/>
          <p14:tracePt t="206950" x="3960813" y="5910263"/>
          <p14:tracePt t="206959" x="3973513" y="5910263"/>
          <p14:tracePt t="206965" x="3990975" y="5910263"/>
          <p14:tracePt t="206980" x="4003675" y="5910263"/>
          <p14:tracePt t="206996" x="4016375" y="5910263"/>
          <p14:tracePt t="207049" x="4016375" y="5922963"/>
          <p14:tracePt t="207057" x="4003675" y="5953125"/>
          <p14:tracePt t="207067" x="3997325" y="5959475"/>
          <p14:tracePt t="207070" x="3986213" y="5984875"/>
          <p14:tracePt t="207084" x="3941763" y="6027738"/>
          <p14:tracePt t="207088" x="3911600" y="6046788"/>
          <p14:tracePt t="207102" x="3787775" y="6132513"/>
          <p14:tracePt t="207118" x="3687763" y="6189663"/>
          <p14:tracePt t="207133" x="3576638" y="6262688"/>
          <p14:tracePt t="207150" x="3521075" y="6288088"/>
          <p14:tracePt t="207165" x="3489325" y="6294438"/>
          <p14:tracePt t="207182" x="3378200" y="6307138"/>
          <p14:tracePt t="207194" x="3352800" y="6307138"/>
          <p14:tracePt t="207199" x="3335338" y="6307138"/>
          <p14:tracePt t="207208" x="3322638" y="6307138"/>
          <p14:tracePt t="207216" x="3316288" y="6307138"/>
          <p14:tracePt t="207234" x="3303588" y="6307138"/>
          <p14:tracePt t="207363" x="3309938" y="6300788"/>
          <p14:tracePt t="207382" x="3322638" y="6281738"/>
          <p14:tracePt t="207386" x="3340100" y="6275388"/>
          <p14:tracePt t="207398" x="3352800" y="6269038"/>
          <p14:tracePt t="207407" x="3378200" y="6251575"/>
          <p14:tracePt t="207419" x="3397250" y="6245225"/>
          <p14:tracePt t="207428" x="3403600" y="6238875"/>
          <p14:tracePt t="207433" x="3414713" y="6226175"/>
          <p14:tracePt t="207448" x="3421063" y="6226175"/>
          <p14:tracePt t="207455" x="3433763" y="6226175"/>
          <p14:tracePt t="207465" x="3440113" y="6226175"/>
          <p14:tracePt t="207474" x="3446463" y="6226175"/>
          <p14:tracePt t="207483" x="3459163" y="6226175"/>
          <p14:tracePt t="207494" x="3465513" y="6226175"/>
          <p14:tracePt t="207507" x="3476625" y="6226175"/>
          <p14:tracePt t="207525" x="3482975" y="6226175"/>
          <p14:tracePt t="207557" x="3489325" y="6226175"/>
          <p14:tracePt t="207696" x="3495675" y="6232525"/>
          <p14:tracePt t="207715" x="3502025" y="6232525"/>
          <p14:tracePt t="207728" x="3514725" y="6238875"/>
          <p14:tracePt t="207739" x="3527425" y="6238875"/>
          <p14:tracePt t="207755" x="3538538" y="6245225"/>
          <p14:tracePt t="207767" x="3582988" y="6251575"/>
          <p14:tracePt t="207785" x="3619500" y="6288088"/>
          <p14:tracePt t="207803" x="3625850" y="6307138"/>
          <p14:tracePt t="212548" x="3663950" y="6307138"/>
          <p14:tracePt t="212559" x="3713163" y="6307138"/>
          <p14:tracePt t="212571" x="3756025" y="6307138"/>
          <p14:tracePt t="212590" x="3736975" y="6300788"/>
          <p14:tracePt t="212601" x="3719513" y="6288088"/>
          <p14:tracePt t="212609" x="3675063" y="6262688"/>
          <p14:tracePt t="212618" x="3651250" y="6245225"/>
          <p14:tracePt t="212624" x="3619500" y="6219825"/>
          <p14:tracePt t="212648" x="3595688" y="6189663"/>
          <p14:tracePt t="212653" x="3595688" y="6176963"/>
          <p14:tracePt t="212681" x="3657600" y="6127750"/>
          <p14:tracePt t="212688" x="3694113" y="6108700"/>
          <p14:tracePt t="212698" x="3749675" y="6083300"/>
          <p14:tracePt t="212707" x="3824288" y="6046788"/>
          <p14:tracePt t="212715" x="3960813" y="5978525"/>
          <p14:tracePt t="212720" x="4084638" y="5922963"/>
          <p14:tracePt t="212728" x="4221163" y="5867400"/>
          <p14:tracePt t="212740" x="4419600" y="5792788"/>
          <p14:tracePt t="212752" x="4797425" y="5705475"/>
          <p14:tracePt t="212768" x="5275263" y="5637213"/>
          <p14:tracePt t="212777" x="5522913" y="5624513"/>
          <p14:tracePt t="212785" x="5864225" y="5624513"/>
          <p14:tracePt t="212793" x="6129338" y="5624513"/>
          <p14:tracePt t="212802" x="6402388" y="5624513"/>
          <p14:tracePt t="212805" x="6656388" y="5649913"/>
          <p14:tracePt t="212814" x="6942138" y="5686425"/>
          <p14:tracePt t="212822" x="7108825" y="5711825"/>
          <p14:tracePt t="212835" x="7300913" y="5761038"/>
          <p14:tracePt t="212840" x="7450138" y="5799138"/>
          <p14:tracePt t="212850" x="7586663" y="5842000"/>
          <p14:tracePt t="212853" x="7742238" y="5878513"/>
          <p14:tracePt t="212871" x="7977188" y="5959475"/>
          <p14:tracePt t="212889" x="8156575" y="6064250"/>
          <p14:tracePt t="212902" x="8293100" y="6176963"/>
          <p14:tracePt t="212918" x="8293100" y="6238875"/>
          <p14:tracePt t="212938" x="8237538" y="6318250"/>
          <p14:tracePt t="212952" x="8120063" y="6411913"/>
          <p14:tracePt t="212958" x="8075613" y="6437313"/>
          <p14:tracePt t="212967" x="8020050" y="6467475"/>
          <p14:tracePt t="212978" x="7989888" y="6486525"/>
          <p14:tracePt t="212985" x="7940675" y="6510338"/>
          <p14:tracePt t="213001" x="7821613" y="6578600"/>
          <p14:tracePt t="213005" x="7723188" y="6616700"/>
          <p14:tracePt t="213017" x="7618413" y="6653213"/>
          <p14:tracePt t="213021" x="7531100" y="6678613"/>
          <p14:tracePt t="213034" x="7443788" y="6691313"/>
          <p14:tracePt t="213039" x="7307263" y="6708775"/>
          <p14:tracePt t="213048" x="7208838" y="6708775"/>
          <p14:tracePt t="213057" x="7065963" y="6708775"/>
          <p14:tracePt t="213068" x="6961188" y="6708775"/>
          <p14:tracePt t="213071" x="6831013" y="6708775"/>
          <p14:tracePt t="213081" x="6700838" y="6697663"/>
          <p14:tracePt t="213088" x="6581775" y="6684963"/>
          <p14:tracePt t="213100" x="6464300" y="6659563"/>
          <p14:tracePt t="213104" x="6359525" y="6623050"/>
          <p14:tracePt t="213124" x="6186488" y="6561138"/>
          <p14:tracePt t="213139" x="6037263" y="6499225"/>
          <p14:tracePt t="213154" x="5956300" y="6467475"/>
          <p14:tracePt t="213171" x="5937250" y="6454775"/>
          <p14:tracePt t="213182" x="5875338" y="6430963"/>
          <p14:tracePt t="213194" x="5851525" y="6411913"/>
          <p14:tracePt t="213203" x="5819775" y="6392863"/>
          <p14:tracePt t="213219" x="5776913" y="6350000"/>
          <p14:tracePt t="213225" x="5757863" y="6330950"/>
          <p14:tracePt t="213231" x="5751513" y="6313488"/>
          <p14:tracePt t="213243" x="5738813" y="6294438"/>
          <p14:tracePt t="213252" x="5738813" y="6288088"/>
          <p14:tracePt t="213268" x="5738813" y="6275388"/>
          <p14:tracePt t="213272" x="5738813" y="6269038"/>
          <p14:tracePt t="213284" x="5745163" y="6262688"/>
          <p14:tracePt t="213289" x="5745163" y="6256338"/>
          <p14:tracePt t="213302" x="5764213" y="6251575"/>
          <p14:tracePt t="213319" x="5770563" y="6232525"/>
          <p14:tracePt t="213337" x="5783263" y="6219825"/>
          <p14:tracePt t="213349" x="5783263" y="6213475"/>
          <p14:tracePt t="213354" x="5789613" y="6207125"/>
          <p14:tracePt t="213362" x="5795963" y="6200775"/>
          <p14:tracePt t="213368" x="5795963" y="6189663"/>
          <p14:tracePt t="213378" x="5807075" y="6183313"/>
          <p14:tracePt t="213392" x="5813425" y="6176963"/>
          <p14:tracePt t="213400" x="5819775" y="6176963"/>
          <p14:tracePt t="213418" x="5832475" y="6164263"/>
          <p14:tracePt t="213435" x="5838825" y="6164263"/>
          <p14:tracePt t="213440" x="5845175" y="6164263"/>
          <p14:tracePt t="213454" x="5857875" y="6164263"/>
          <p14:tracePt t="213470" x="5864225" y="6164263"/>
          <p14:tracePt t="213549" x="5868988" y="6157913"/>
          <p14:tracePt t="213559" x="5875338" y="6157913"/>
          <p14:tracePt t="213570" x="5881688" y="6157913"/>
          <p14:tracePt t="213578" x="5888038" y="6151563"/>
          <p14:tracePt t="213587" x="5894388" y="6151563"/>
          <p14:tracePt t="213601" x="5913438" y="6151563"/>
          <p14:tracePt t="213619" x="5932488" y="6151563"/>
          <p14:tracePt t="213634" x="5937250" y="6151563"/>
          <p14:tracePt t="213671" x="5943600" y="6151563"/>
          <p14:tracePt t="213684" x="5956300" y="6157913"/>
          <p14:tracePt t="213691" x="5956300" y="6164263"/>
          <p14:tracePt t="213701" x="5962650" y="6170613"/>
          <p14:tracePt t="213708" x="5969000" y="6176963"/>
          <p14:tracePt t="213718" x="5981700" y="6194425"/>
          <p14:tracePt t="213725" x="5999163" y="6213475"/>
          <p14:tracePt t="213733" x="6018213" y="6232525"/>
          <p14:tracePt t="213737" x="6030913" y="6245225"/>
          <p14:tracePt t="213745" x="6043613" y="6262688"/>
          <p14:tracePt t="213754" x="6062663" y="6281738"/>
          <p14:tracePt t="213768" x="6086475" y="6318250"/>
          <p14:tracePt t="213784" x="6105525" y="6337300"/>
          <p14:tracePt t="213801" x="6118225" y="6350000"/>
          <p14:tracePt t="213808" x="6124575" y="6350000"/>
          <p14:tracePt t="213817" x="6129338" y="6362700"/>
          <p14:tracePt t="213825" x="6129338" y="6369050"/>
          <p14:tracePt t="213842" x="6142038" y="6375400"/>
          <p14:tracePt t="213855" x="6142038" y="6381750"/>
          <p14:tracePt t="214273" x="6148388" y="6381750"/>
          <p14:tracePt t="214284" x="6161088" y="6369050"/>
          <p14:tracePt t="214300" x="6235700" y="6307138"/>
          <p14:tracePt t="214309" x="6278563" y="6275388"/>
          <p14:tracePt t="214318" x="6353175" y="6238875"/>
          <p14:tracePt t="214321" x="6421438" y="6200775"/>
          <p14:tracePt t="214336" x="6496050" y="6151563"/>
          <p14:tracePt t="214340" x="6588125" y="6115050"/>
          <p14:tracePt t="214355" x="6842125" y="6021388"/>
          <p14:tracePt t="214365" x="7065963" y="5940425"/>
          <p14:tracePt t="214370" x="7270750" y="5878513"/>
          <p14:tracePt t="214378" x="7424738" y="5835650"/>
          <p14:tracePt t="214385" x="7543800" y="5799138"/>
          <p14:tracePt t="214389" x="7661275" y="5767388"/>
          <p14:tracePt t="214398" x="7685088" y="5761038"/>
          <p14:tracePt t="214408" x="7729538" y="5748338"/>
          <p14:tracePt t="214419" x="7753350" y="5743575"/>
          <p14:tracePt t="214452" x="7759700" y="5743575"/>
          <p14:tracePt t="214491" x="7753350" y="5743575"/>
          <p14:tracePt t="214501" x="7735888" y="5754688"/>
          <p14:tracePt t="214509" x="7691438" y="5786438"/>
          <p14:tracePt t="214520" x="7667625" y="5810250"/>
          <p14:tracePt t="214540" x="7618413" y="5884863"/>
          <p14:tracePt t="214552" x="7543800" y="5946775"/>
          <p14:tracePt t="214561" x="7488238" y="5978525"/>
          <p14:tracePt t="214575" x="7296150" y="6059488"/>
          <p14:tracePt t="214584" x="7177088" y="6096000"/>
          <p14:tracePt t="214602" x="6935788" y="6176963"/>
          <p14:tracePt t="214607" x="6867525" y="6200775"/>
          <p14:tracePt t="214619" x="6780213" y="6213475"/>
          <p14:tracePt t="214622" x="6762750" y="6213475"/>
          <p14:tracePt t="214629" x="6750050" y="6213475"/>
          <p14:tracePt t="214649" x="6743700" y="6219825"/>
          <p14:tracePt t="214656" x="6737350" y="6219825"/>
          <p14:tracePt t="214679" x="6737350" y="6226175"/>
          <p14:tracePt t="214702" x="6762750" y="6226175"/>
          <p14:tracePt t="214712" x="6786563" y="6226175"/>
          <p14:tracePt t="214723" x="6848475" y="6226175"/>
          <p14:tracePt t="214738" x="6991350" y="6207125"/>
          <p14:tracePt t="214754" x="7332663" y="6138863"/>
          <p14:tracePt t="214778" x="8262938" y="5910263"/>
          <p14:tracePt t="214784" x="8602663" y="5810250"/>
          <p14:tracePt t="214792" x="8913813" y="5692775"/>
          <p14:tracePt t="214816" x="9191625" y="5538788"/>
          <p14:tracePt t="214820" x="9278938" y="5476875"/>
          <p14:tracePt t="214830" x="9371013" y="5383213"/>
          <p14:tracePt t="214843" x="9377363" y="5370513"/>
          <p14:tracePt t="214852" x="9396413" y="5353050"/>
          <p14:tracePt t="214857" x="9402763" y="5346700"/>
          <p14:tracePt t="214860" x="9402763" y="5334000"/>
          <p14:tracePt t="214905" x="9396413" y="5334000"/>
          <p14:tracePt t="214913" x="9347200" y="5334000"/>
          <p14:tracePt t="214927" x="9240838" y="5334000"/>
          <p14:tracePt t="214935" x="9204325" y="5340350"/>
          <p14:tracePt t="214954" x="9067800" y="5353050"/>
          <p14:tracePt t="214958" x="8982075" y="5365750"/>
          <p14:tracePt t="214968" x="8956675" y="5365750"/>
          <p14:tracePt t="214987" x="8924925" y="5365750"/>
          <p14:tracePt t="215006" x="8918575" y="5365750"/>
          <p14:tracePt t="215019" x="8913813" y="5365750"/>
          <p14:tracePt t="215023" x="8894763" y="5365750"/>
          <p14:tracePt t="215031" x="8869363" y="5365750"/>
          <p14:tracePt t="215039" x="8845550" y="5365750"/>
          <p14:tracePt t="215046" x="8794750" y="5365750"/>
          <p14:tracePt t="215053" x="8758238" y="5365750"/>
          <p14:tracePt t="215065" x="8702675" y="5370513"/>
          <p14:tracePt t="215071" x="8640763" y="5370513"/>
          <p14:tracePt t="215087" x="8572500" y="5370513"/>
          <p14:tracePt t="215094" x="8547100" y="5370513"/>
          <p14:tracePt t="215103" x="8510588" y="5370513"/>
          <p14:tracePt t="215127" x="8455025" y="5370513"/>
          <p14:tracePt t="215133" x="8429625" y="5365750"/>
          <p14:tracePt t="215139" x="8404225" y="5353050"/>
          <p14:tracePt t="215153" x="8355013" y="5334000"/>
          <p14:tracePt t="215162" x="8348663" y="5327650"/>
          <p14:tracePt t="215167" x="8335963" y="5321300"/>
          <p14:tracePt t="215177" x="8318500" y="5302250"/>
          <p14:tracePt t="215184" x="8299450" y="5302250"/>
          <p14:tracePt t="215201" x="8256588" y="5284788"/>
          <p14:tracePt t="215220" x="8212138" y="5284788"/>
          <p14:tracePt t="215223" x="8188325" y="5278438"/>
          <p14:tracePt t="215239" x="8175625" y="5272088"/>
          <p14:tracePt t="215253" x="8169275" y="5272088"/>
          <p14:tracePt t="215450" x="8156575" y="5272088"/>
          <p14:tracePt t="215464" x="8156575" y="5291138"/>
          <p14:tracePt t="215475" x="8150225" y="5297488"/>
          <p14:tracePt t="215479" x="8139113" y="5321300"/>
          <p14:tracePt t="215488" x="8120063" y="5340350"/>
          <p14:tracePt t="215501" x="8088313" y="5359400"/>
          <p14:tracePt t="215505" x="8064500" y="5376863"/>
          <p14:tracePt t="215520" x="8008938" y="5395913"/>
          <p14:tracePt t="215538" x="7983538" y="5408613"/>
          <p14:tracePt t="215551" x="7977188" y="5414963"/>
          <p14:tracePt t="215617" x="7970838" y="5414963"/>
          <p14:tracePt t="215630" x="7970838" y="5383213"/>
          <p14:tracePt t="215636" x="7970838" y="5353050"/>
          <p14:tracePt t="215655" x="7970838" y="5284788"/>
          <p14:tracePt t="215663" x="7970838" y="5259388"/>
          <p14:tracePt t="215674" x="7970838" y="5240338"/>
          <p14:tracePt t="215684" x="7970838" y="5229225"/>
          <p14:tracePt t="215694" x="7970838" y="5203825"/>
          <p14:tracePt t="215713" x="7983538" y="5197475"/>
          <p14:tracePt t="215724" x="7989888" y="5191125"/>
          <p14:tracePt t="215735" x="8002588" y="5191125"/>
          <p14:tracePt t="215751" x="8008938" y="5191125"/>
          <p14:tracePt t="215774" x="8020050" y="5191125"/>
          <p14:tracePt t="215784" x="8039100" y="5216525"/>
          <p14:tracePt t="215801" x="8039100" y="5259388"/>
          <p14:tracePt t="215808" x="8039100" y="5278438"/>
          <p14:tracePt t="215828" x="8026400" y="5297488"/>
          <p14:tracePt t="215834" x="8020050" y="5302250"/>
          <p14:tracePt t="215849" x="8013700" y="5308600"/>
          <p14:tracePt t="215858" x="8002588" y="5321300"/>
          <p14:tracePt t="215865" x="7996238" y="5327650"/>
          <p14:tracePt t="215877" x="7977188" y="5334000"/>
          <p14:tracePt t="215885" x="7964488" y="5334000"/>
          <p14:tracePt t="215889" x="7951788" y="5334000"/>
          <p14:tracePt t="215922" x="7945438" y="5334000"/>
          <p14:tracePt t="215937" x="7940675" y="5334000"/>
          <p14:tracePt t="215941" x="7940675" y="5327650"/>
          <p14:tracePt t="215958" x="7940675" y="5302250"/>
          <p14:tracePt t="215972" x="7940675" y="5297488"/>
          <p14:tracePt t="215985" x="7945438" y="5291138"/>
          <p14:tracePt t="216003" x="7958138" y="5284788"/>
          <p14:tracePt t="216007" x="7964488" y="5284788"/>
          <p14:tracePt t="216041" x="7970838" y="5284788"/>
          <p14:tracePt t="216049" x="7977188" y="5284788"/>
          <p14:tracePt t="216056" x="7983538" y="5291138"/>
          <p14:tracePt t="216071" x="8002588" y="5302250"/>
          <p14:tracePt t="216078" x="8002588" y="5314950"/>
          <p14:tracePt t="216086" x="8008938" y="5321300"/>
          <p14:tracePt t="216102" x="8008938" y="5327650"/>
          <p14:tracePt t="216115" x="8008938" y="5334000"/>
          <p14:tracePt t="216132" x="8008938" y="5340350"/>
          <p14:tracePt t="216149" x="8008938" y="5353050"/>
          <p14:tracePt t="216154" x="8008938" y="5365750"/>
          <p14:tracePt t="216162" x="8008938" y="5370513"/>
          <p14:tracePt t="216170" x="7996238" y="5376863"/>
          <p14:tracePt t="216185" x="7964488" y="5389563"/>
          <p14:tracePt t="216201" x="7934325" y="5402263"/>
          <p14:tracePt t="216218" x="7896225" y="5421313"/>
          <p14:tracePt t="216228" x="7883525" y="5421313"/>
          <p14:tracePt t="216235" x="7866063" y="5421313"/>
          <p14:tracePt t="216239" x="7853363" y="5427663"/>
          <p14:tracePt t="216248" x="7834313" y="5427663"/>
          <p14:tracePt t="216254" x="7815263" y="5427663"/>
          <p14:tracePt t="216266" x="7791450" y="5427663"/>
          <p14:tracePt t="216275" x="7785100" y="5427663"/>
          <p14:tracePt t="216290" x="7759700" y="5427663"/>
          <p14:tracePt t="216297" x="7753350" y="5427663"/>
          <p14:tracePt t="216336" x="7753350" y="5421313"/>
          <p14:tracePt t="216347" x="7759700" y="5402263"/>
          <p14:tracePt t="216369" x="7797800" y="5370513"/>
          <p14:tracePt t="216382" x="7821613" y="5370513"/>
          <p14:tracePt t="216408" x="7853363" y="5365750"/>
          <p14:tracePt t="216415" x="7859713" y="5365750"/>
          <p14:tracePt t="216423" x="7872413" y="5370513"/>
          <p14:tracePt t="216443" x="7908925" y="5395913"/>
          <p14:tracePt t="216455" x="7934325" y="5414963"/>
          <p14:tracePt t="216470" x="7958138" y="5470525"/>
          <p14:tracePt t="216488" x="7964488" y="5507038"/>
          <p14:tracePt t="216504" x="7977188" y="5532438"/>
          <p14:tracePt t="216525" x="7977188" y="5545138"/>
          <p14:tracePt t="216534" x="7977188" y="5551488"/>
          <p14:tracePt t="216538" x="7970838" y="5551488"/>
          <p14:tracePt t="216558" x="7964488" y="5556250"/>
          <p14:tracePt t="216568" x="7958138" y="5556250"/>
          <p14:tracePt t="216587" x="7940675" y="5556250"/>
          <p14:tracePt t="216603" x="7927975" y="5556250"/>
          <p14:tracePt t="216608" x="7921625" y="5556250"/>
          <p14:tracePt t="216618" x="7915275" y="5551488"/>
          <p14:tracePt t="216634" x="7896225" y="5532438"/>
          <p14:tracePt t="216654" x="7896225" y="5526088"/>
          <p14:tracePt t="216669" x="7896225" y="5519738"/>
          <p14:tracePt t="216674" x="7896225" y="5513388"/>
          <p14:tracePt t="216689" x="7902575" y="5500688"/>
          <p14:tracePt t="216697" x="7908925" y="5494338"/>
          <p14:tracePt t="216704" x="7934325" y="5483225"/>
          <p14:tracePt t="216712" x="7945438" y="5483225"/>
          <p14:tracePt t="216724" x="7964488" y="5476875"/>
          <p14:tracePt t="216737" x="8008938" y="5470525"/>
          <p14:tracePt t="216752" x="8051800" y="5470525"/>
          <p14:tracePt t="216769" x="8113713" y="5457825"/>
          <p14:tracePt t="216786" x="8156575" y="5457825"/>
          <p14:tracePt t="216794" x="8175625" y="5457825"/>
          <p14:tracePt t="216801" x="8181975" y="5457825"/>
          <p14:tracePt t="216809" x="8188325" y="5457825"/>
          <p14:tracePt t="216820" x="8212138" y="5457825"/>
          <p14:tracePt t="216839" x="8218488" y="5457825"/>
          <p14:tracePt t="217049" x="8218488" y="5451475"/>
          <p14:tracePt t="217064" x="8205788" y="5427663"/>
          <p14:tracePt t="217077" x="8205788" y="5414963"/>
          <p14:tracePt t="217086" x="8205788" y="5389563"/>
          <p14:tracePt t="217095" x="8205788" y="5376863"/>
          <p14:tracePt t="217101" x="8201025" y="5376863"/>
          <p14:tracePt t="217116" x="8201025" y="5370513"/>
          <p14:tracePt t="217425" x="8194675" y="5376863"/>
          <p14:tracePt t="217438" x="8188325" y="5383213"/>
          <p14:tracePt t="217449" x="8181975" y="5383213"/>
          <p14:tracePt t="217457" x="8181975" y="5389563"/>
          <p14:tracePt t="217470" x="8169275" y="5395913"/>
          <p14:tracePt t="217488" x="8143875" y="5414963"/>
          <p14:tracePt t="217494" x="8126413" y="5432425"/>
          <p14:tracePt t="217503" x="8094663" y="5451475"/>
          <p14:tracePt t="217515" x="8070850" y="5470525"/>
          <p14:tracePt t="217530" x="7958138" y="5532438"/>
          <p14:tracePt t="217540" x="7902575" y="5568950"/>
          <p14:tracePt t="217552" x="7815263" y="5619750"/>
          <p14:tracePt t="217569" x="7735888" y="5662613"/>
          <p14:tracePt t="217573" x="7661275" y="5711825"/>
          <p14:tracePt t="217585" x="7573963" y="5761038"/>
          <p14:tracePt t="217602" x="7345363" y="5897563"/>
          <p14:tracePt t="217608" x="7221538" y="5935663"/>
          <p14:tracePt t="217615" x="7085013" y="5991225"/>
          <p14:tracePt t="217632" x="6848475" y="6059488"/>
          <p14:tracePt t="217643" x="6711950" y="6083300"/>
          <p14:tracePt t="217654" x="6434138" y="6108700"/>
          <p14:tracePt t="217666" x="6316663" y="6127750"/>
          <p14:tracePt t="217678" x="6080125" y="6127750"/>
          <p14:tracePt t="217691" x="5999163" y="6132513"/>
          <p14:tracePt t="217703" x="5881688" y="6132513"/>
          <p14:tracePt t="217713" x="5826125" y="6145213"/>
          <p14:tracePt t="217718" x="5807075" y="6145213"/>
          <p14:tracePt t="217728" x="5783263" y="6145213"/>
          <p14:tracePt t="217736" x="5757863" y="6157913"/>
          <p14:tracePt t="217753" x="5721350" y="6157913"/>
          <p14:tracePt t="217769" x="5715000" y="6157913"/>
          <p14:tracePt t="217809" x="5715000" y="6164263"/>
          <p14:tracePt t="217824" x="5708650" y="6170613"/>
          <p14:tracePt t="217835" x="5708650" y="6183313"/>
          <p14:tracePt t="217840" x="5702300" y="6200775"/>
          <p14:tracePt t="217852" x="5702300" y="6207125"/>
          <p14:tracePt t="217855" x="5702300" y="6226175"/>
          <p14:tracePt t="217861" x="5689600" y="6238875"/>
          <p14:tracePt t="217869" x="5689600" y="6256338"/>
          <p14:tracePt t="217878" x="5683250" y="6262688"/>
          <p14:tracePt t="217885" x="5683250" y="6269038"/>
          <p14:tracePt t="217895" x="5683250" y="6275388"/>
          <p14:tracePt t="217910" x="5683250" y="6294438"/>
          <p14:tracePt t="217934" x="5683250" y="6300788"/>
          <p14:tracePt t="217938" x="5683250" y="6307138"/>
          <p14:tracePt t="217951" x="5683250" y="6313488"/>
          <p14:tracePt t="217962" x="5683250" y="6318250"/>
          <p14:tracePt t="217976" x="5683250" y="6324600"/>
          <p14:tracePt t="217984" x="5683250" y="6330950"/>
          <p14:tracePt t="218003" x="5683250" y="6350000"/>
          <p14:tracePt t="218007" x="5683250" y="6356350"/>
          <p14:tracePt t="218020" x="5683250" y="6362700"/>
          <p14:tracePt t="218024" x="5683250" y="6369050"/>
          <p14:tracePt t="218037" x="5683250" y="6386513"/>
          <p14:tracePt t="218052" x="5683250" y="6399213"/>
          <p14:tracePt t="218072" x="5689600" y="6405563"/>
          <p14:tracePt t="218085" x="5689600" y="6411913"/>
          <p14:tracePt t="218104" x="5702300" y="6411913"/>
          <p14:tracePt t="218119" x="5702300" y="6418263"/>
          <p14:tracePt t="218145" x="5708650" y="6418263"/>
          <p14:tracePt t="218157" x="5708650" y="6424613"/>
          <p14:tracePt t="218166" x="5715000" y="6437313"/>
          <p14:tracePt t="218171" x="5715000" y="6443663"/>
          <p14:tracePt t="218177" x="5721350" y="6448425"/>
          <p14:tracePt t="218188" x="5727700" y="6461125"/>
          <p14:tracePt t="218198" x="5734050" y="6467475"/>
          <p14:tracePt t="218203" x="5745163" y="6486525"/>
          <p14:tracePt t="218209" x="5751513" y="6505575"/>
          <p14:tracePt t="218218" x="5757863" y="6516688"/>
          <p14:tracePt t="218225" x="5764213" y="6529388"/>
          <p14:tracePt t="218229" x="5776913" y="6542088"/>
          <p14:tracePt t="218240" x="5776913" y="6548438"/>
          <p14:tracePt t="218253" x="5776913" y="6554788"/>
          <p14:tracePt t="218257" x="5783263" y="6554788"/>
          <p14:tracePt t="218271" x="5783263" y="6561138"/>
          <p14:tracePt t="218538" x="5783263" y="6554788"/>
          <p14:tracePt t="218563" x="5783263" y="6548438"/>
          <p14:tracePt t="218586" x="5783263" y="6542088"/>
          <p14:tracePt t="218611" x="5783263" y="6535738"/>
          <p14:tracePt t="218634" x="5783263" y="6529388"/>
          <p14:tracePt t="218649" x="5783263" y="6523038"/>
          <p14:tracePt t="218670" x="5789613" y="6523038"/>
          <p14:tracePt t="218824" x="5789613" y="6510338"/>
          <p14:tracePt t="218869" x="5789613" y="6505575"/>
          <p14:tracePt t="218885" x="5795963" y="6499225"/>
          <p14:tracePt t="218899" x="5807075" y="6492875"/>
          <p14:tracePt t="218906" x="5807075" y="6486525"/>
          <p14:tracePt t="218915" x="5819775" y="6486525"/>
          <p14:tracePt t="218922" x="5826125" y="6486525"/>
          <p14:tracePt t="218938" x="5832475" y="6486525"/>
          <p14:tracePt t="218942" x="5832475" y="6480175"/>
          <p14:tracePt t="218949" x="5838825" y="6480175"/>
          <p14:tracePt t="218965" x="5845175" y="6473825"/>
          <p14:tracePt t="218999" x="5851525" y="6473825"/>
          <p14:tracePt t="219022" x="5857875" y="6461125"/>
          <p14:tracePt t="219085" x="5868988" y="6461125"/>
          <p14:tracePt t="219138" x="5875338" y="6461125"/>
          <p14:tracePt t="219151" x="5881688" y="6454775"/>
          <p14:tracePt t="219164" x="5888038" y="6448425"/>
          <p14:tracePt t="219175" x="5900738" y="6443663"/>
          <p14:tracePt t="219192" x="5926138" y="6430963"/>
          <p14:tracePt t="219201" x="5932488" y="6430963"/>
          <p14:tracePt t="219215" x="5956300" y="6418263"/>
          <p14:tracePt t="219221" x="5962650" y="6411913"/>
          <p14:tracePt t="219230" x="5969000" y="6411913"/>
          <p14:tracePt t="219247" x="5975350" y="6411913"/>
          <p14:tracePt t="219272" x="5975350" y="6405563"/>
          <p14:tracePt t="219410" x="5981700" y="6405563"/>
          <p14:tracePt t="219419" x="5999163" y="6399213"/>
          <p14:tracePt t="219432" x="6056313" y="6375400"/>
          <p14:tracePt t="219446" x="6124575" y="6337300"/>
          <p14:tracePt t="219451" x="6197600" y="6300788"/>
          <p14:tracePt t="219455" x="6259513" y="6262688"/>
          <p14:tracePt t="219466" x="6378575" y="6207125"/>
          <p14:tracePt t="219475" x="6502400" y="6157913"/>
          <p14:tracePt t="219483" x="6675438" y="6083300"/>
          <p14:tracePt t="219488" x="6886575" y="6002338"/>
          <p14:tracePt t="219499" x="7134225" y="5916613"/>
          <p14:tracePt t="219508" x="7339013" y="5848350"/>
          <p14:tracePt t="219512" x="7550150" y="5767388"/>
          <p14:tracePt t="219520" x="7729538" y="5711825"/>
          <p14:tracePt t="219535" x="8013700" y="5594350"/>
          <p14:tracePt t="219552" x="8256588" y="5500688"/>
          <p14:tracePt t="219558" x="8331200" y="5464175"/>
          <p14:tracePt t="219575" x="8404225" y="5432425"/>
          <p14:tracePt t="219598" x="8435975" y="5427663"/>
          <p14:tracePt t="219604" x="8442325" y="5427663"/>
          <p14:tracePt t="219788" x="8442325" y="5421313"/>
          <p14:tracePt t="219799" x="8416925" y="5421313"/>
          <p14:tracePt t="219809" x="8367713" y="5395913"/>
          <p14:tracePt t="219818" x="8312150" y="5376863"/>
          <p14:tracePt t="219832" x="8231188" y="5346700"/>
          <p14:tracePt t="219842" x="8188325" y="5327650"/>
          <p14:tracePt t="219845" x="8132763" y="5302250"/>
          <p14:tracePt t="219858" x="8075613" y="5284788"/>
          <p14:tracePt t="219871" x="7983538" y="5253038"/>
          <p14:tracePt t="219878" x="7927975" y="5216525"/>
          <p14:tracePt t="219898" x="7815263" y="5184775"/>
          <p14:tracePt t="219903" x="7759700" y="5148263"/>
          <p14:tracePt t="219911" x="7704138" y="5122863"/>
          <p14:tracePt t="219924" x="7673975" y="5116513"/>
          <p14:tracePt t="219936" x="7605713" y="5067300"/>
          <p14:tracePt t="219952" x="7550150" y="5018088"/>
          <p14:tracePt t="219970" x="7493000" y="4975225"/>
          <p14:tracePt t="219976" x="7488238" y="4956175"/>
          <p14:tracePt t="219993" x="7456488" y="4930775"/>
          <p14:tracePt t="220009" x="7450138" y="4913313"/>
          <p14:tracePt t="220112" x="7462838" y="4937125"/>
          <p14:tracePt t="220122" x="7512050" y="5005388"/>
          <p14:tracePt t="220127" x="7531100" y="5048250"/>
          <p14:tracePt t="220141" x="7580313" y="5122863"/>
          <p14:tracePt t="220146" x="7605713" y="5178425"/>
          <p14:tracePt t="220152" x="7629525" y="5210175"/>
          <p14:tracePt t="220167" x="7685088" y="5308600"/>
          <p14:tracePt t="220178" x="7704138" y="5346700"/>
          <p14:tracePt t="220184" x="7723188" y="5376863"/>
          <p14:tracePt t="220191" x="7742238" y="5402263"/>
          <p14:tracePt t="220209" x="7772400" y="5457825"/>
          <p14:tracePt t="220214" x="7778750" y="5476875"/>
          <p14:tracePt t="220228" x="7785100" y="5483225"/>
          <p14:tracePt t="220234" x="7785100" y="5489575"/>
          <p14:tracePt t="220248" x="7791450" y="5500688"/>
          <p14:tracePt t="220259" x="7791450" y="5513388"/>
          <p14:tracePt t="220277" x="7791450" y="5519738"/>
          <p14:tracePt t="220361" x="7778750" y="5513388"/>
          <p14:tracePt t="220373" x="7748588" y="5494338"/>
          <p14:tracePt t="220378" x="7680325" y="5464175"/>
          <p14:tracePt t="220385" x="7654925" y="5445125"/>
          <p14:tracePt t="220392" x="7612063" y="5414963"/>
          <p14:tracePt t="220399" x="7537450" y="5365750"/>
          <p14:tracePt t="220409" x="7450138" y="5302250"/>
          <p14:tracePt t="220424" x="7283450" y="5197475"/>
          <p14:tracePt t="220438" x="7208838" y="5160963"/>
          <p14:tracePt t="220445" x="7097713" y="5092700"/>
          <p14:tracePt t="220458" x="7078663" y="5073650"/>
          <p14:tracePt t="220475" x="7059613" y="5067300"/>
          <p14:tracePt t="220520" x="7059613" y="5060950"/>
          <p14:tracePt t="220543" x="7065963" y="5060950"/>
          <p14:tracePt t="220550" x="7065963" y="5054600"/>
          <p14:tracePt t="220559" x="7072313" y="5054600"/>
          <p14:tracePt t="220569" x="7078663" y="5054600"/>
          <p14:tracePt t="220575" x="7091363" y="5054600"/>
          <p14:tracePt t="220587" x="7121525" y="5054600"/>
          <p14:tracePt t="220592" x="7159625" y="5086350"/>
          <p14:tracePt t="220597" x="7232650" y="5135563"/>
          <p14:tracePt t="220605" x="7296150" y="5173663"/>
          <p14:tracePt t="220619" x="7369175" y="5222875"/>
          <p14:tracePt t="220622" x="7424738" y="5272088"/>
          <p14:tracePt t="220635" x="7456488" y="5291138"/>
          <p14:tracePt t="220638" x="7518400" y="5321300"/>
          <p14:tracePt t="220656" x="7612063" y="5359400"/>
          <p14:tracePt t="220660" x="7716838" y="5414963"/>
          <p14:tracePt t="220668" x="7804150" y="5451475"/>
          <p14:tracePt t="220670" x="7878763" y="5476875"/>
          <p14:tracePt t="220683" x="8020050" y="5532438"/>
          <p14:tracePt t="220694" x="8039100" y="5545138"/>
          <p14:tracePt t="220704" x="8064500" y="5551488"/>
          <p14:tracePt t="220721" x="8075613" y="5562600"/>
          <p14:tracePt t="220818" x="8070850" y="5556250"/>
          <p14:tracePt t="220831" x="8064500" y="5556250"/>
          <p14:tracePt t="220843" x="8020050" y="5519738"/>
          <p14:tracePt t="220854" x="7915275" y="5432425"/>
          <p14:tracePt t="220864" x="7872413" y="5395913"/>
          <p14:tracePt t="220872" x="7847013" y="5370513"/>
          <p14:tracePt t="220883" x="7766050" y="5302250"/>
          <p14:tracePt t="220888" x="7710488" y="5246688"/>
          <p14:tracePt t="220894" x="7648575" y="5197475"/>
          <p14:tracePt t="220908" x="7573963" y="5135563"/>
          <p14:tracePt t="220922" x="7481888" y="5054600"/>
          <p14:tracePt t="220938" x="7394575" y="4981575"/>
          <p14:tracePt t="220945" x="7369175" y="4949825"/>
          <p14:tracePt t="220952" x="7351713" y="4943475"/>
          <p14:tracePt t="220963" x="7345363" y="4924425"/>
          <p14:tracePt t="220972" x="7332663" y="4924425"/>
          <p14:tracePt t="221049" x="7339013" y="4924425"/>
          <p14:tracePt t="221063" x="7407275" y="4999038"/>
          <p14:tracePt t="221071" x="7456488" y="5073650"/>
          <p14:tracePt t="221087" x="7524750" y="5160963"/>
          <p14:tracePt t="221102" x="7629525" y="5265738"/>
          <p14:tracePt t="221110" x="7654925" y="5291138"/>
          <p14:tracePt t="221119" x="7691438" y="5334000"/>
          <p14:tracePt t="221138" x="7748588" y="5395913"/>
          <p14:tracePt t="221144" x="7778750" y="5438775"/>
          <p14:tracePt t="221160" x="7815263" y="5464175"/>
          <p14:tracePt t="221168" x="7821613" y="5483225"/>
          <p14:tracePt t="221181" x="7827963" y="5500688"/>
          <p14:tracePt t="221189" x="7840663" y="5507038"/>
          <p14:tracePt t="221198" x="7847013" y="5513388"/>
          <p14:tracePt t="221272" x="7834313" y="5513388"/>
          <p14:tracePt t="221281" x="7815263" y="5513388"/>
          <p14:tracePt t="221297" x="7753350" y="5464175"/>
          <p14:tracePt t="221303" x="7716838" y="5421313"/>
          <p14:tracePt t="221320" x="7593013" y="5314950"/>
          <p14:tracePt t="221332" x="7550150" y="5272088"/>
          <p14:tracePt t="221337" x="7499350" y="5210175"/>
          <p14:tracePt t="221344" x="7424738" y="5129213"/>
          <p14:tracePt t="221365" x="7313613" y="5011738"/>
          <p14:tracePt t="221370" x="7289800" y="4992688"/>
          <p14:tracePt t="221379" x="7270750" y="4956175"/>
          <p14:tracePt t="221387" x="7232650" y="4913313"/>
          <p14:tracePt t="221406" x="7208838" y="4875213"/>
          <p14:tracePt t="221409" x="7202488" y="4857750"/>
          <p14:tracePt t="221479" x="7227888" y="4881563"/>
          <p14:tracePt t="221499" x="7300913" y="4937125"/>
          <p14:tracePt t="221511" x="7424738" y="5060950"/>
          <p14:tracePt t="221522" x="7450138" y="5092700"/>
          <p14:tracePt t="221537" x="7586663" y="5184775"/>
          <p14:tracePt t="221542" x="7661275" y="5253038"/>
          <p14:tracePt t="221558" x="7753350" y="5314950"/>
          <p14:tracePt t="221566" x="7951788" y="5445125"/>
          <p14:tracePt t="221578" x="8039100" y="5500688"/>
          <p14:tracePt t="221588" x="8058150" y="5507038"/>
          <p14:tracePt t="221594" x="8101013" y="5538788"/>
          <p14:tracePt t="221603" x="8143875" y="5568950"/>
          <p14:tracePt t="221609" x="8156575" y="5581650"/>
          <p14:tracePt t="221618" x="8175625" y="5588000"/>
          <p14:tracePt t="221689" x="8169275" y="5588000"/>
          <p14:tracePt t="221697" x="8162925" y="5588000"/>
          <p14:tracePt t="221703" x="8143875" y="5588000"/>
          <p14:tracePt t="221721" x="8126413" y="5588000"/>
          <p14:tracePt t="221731" x="8107363" y="5575300"/>
          <p14:tracePt t="221743" x="8026400" y="5526088"/>
          <p14:tracePt t="221752" x="7996238" y="5507038"/>
          <p14:tracePt t="221769" x="7883525" y="5438775"/>
          <p14:tracePt t="221788" x="7804150" y="5389563"/>
          <p14:tracePt t="221791" x="7759700" y="5353050"/>
          <p14:tracePt t="221803" x="7716838" y="5321300"/>
          <p14:tracePt t="221809" x="7685088" y="5297488"/>
          <p14:tracePt t="221820" x="7648575" y="5272088"/>
          <p14:tracePt t="221830" x="7599363" y="5229225"/>
          <p14:tracePt t="221837" x="7580313" y="5197475"/>
          <p14:tracePt t="221847" x="7561263" y="5178425"/>
          <p14:tracePt t="221859" x="7554913" y="5154613"/>
          <p14:tracePt t="221872" x="7537450" y="5129213"/>
          <p14:tracePt t="221881" x="7531100" y="5116513"/>
          <p14:tracePt t="221887" x="7531100" y="5111750"/>
          <p14:tracePt t="221899" x="7531100" y="5099050"/>
          <p14:tracePt t="221908" x="7531100" y="5092700"/>
          <p14:tracePt t="221911" x="7531100" y="5086350"/>
          <p14:tracePt t="221930" x="7537450" y="5086350"/>
          <p14:tracePt t="221938" x="7554913" y="5080000"/>
          <p14:tracePt t="221953" x="7561263" y="5080000"/>
          <p14:tracePt t="221971" x="7580313" y="5080000"/>
          <p14:tracePt t="221988" x="7593013" y="5080000"/>
          <p14:tracePt t="221995" x="7599363" y="5080000"/>
          <p14:tracePt t="222010" x="7605713" y="5080000"/>
          <p14:tracePt t="222020" x="7612063" y="5080000"/>
          <p14:tracePt t="222026" x="7618413" y="5080000"/>
          <p14:tracePt t="222052" x="7623175" y="5080000"/>
          <p14:tracePt t="222087" x="7629525" y="5080000"/>
          <p14:tracePt t="222107" x="7642225" y="5080000"/>
          <p14:tracePt t="222127" x="7648575" y="5080000"/>
          <p14:tracePt t="222144" x="7661275" y="5080000"/>
          <p14:tracePt t="222158" x="7685088" y="5080000"/>
          <p14:tracePt t="222173" x="7685088" y="5086350"/>
          <p14:tracePt t="222187" x="7697788" y="5086350"/>
          <p14:tracePt t="222191" x="7704138" y="5092700"/>
          <p14:tracePt t="222206" x="7716838" y="5111750"/>
          <p14:tracePt t="222218" x="7723188" y="5116513"/>
          <p14:tracePt t="222222" x="7742238" y="5122863"/>
          <p14:tracePt t="222235" x="7759700" y="5141913"/>
          <p14:tracePt t="222243" x="7778750" y="5160963"/>
          <p14:tracePt t="222253" x="7791450" y="5173663"/>
          <p14:tracePt t="222271" x="7821613" y="5203825"/>
          <p14:tracePt t="222289" x="7847013" y="5229225"/>
          <p14:tracePt t="222305" x="7872413" y="5246688"/>
          <p14:tracePt t="222320" x="7878763" y="5246688"/>
          <p14:tracePt t="222351" x="7878763" y="5253038"/>
          <p14:tracePt t="222379" x="7896225" y="5265738"/>
          <p14:tracePt t="222394" x="7908925" y="5284788"/>
          <p14:tracePt t="222412" x="7934325" y="5314950"/>
          <p14:tracePt t="222422" x="7964488" y="5340350"/>
          <p14:tracePt t="222434" x="7977188" y="5365750"/>
          <p14:tracePt t="222440" x="7996238" y="5376863"/>
          <p14:tracePt t="222448" x="8013700" y="5402263"/>
          <p14:tracePt t="222455" x="8020050" y="5408613"/>
          <p14:tracePt t="222465" x="8032750" y="5432425"/>
          <p14:tracePt t="222480" x="8064500" y="5470525"/>
          <p14:tracePt t="222487" x="8070850" y="5494338"/>
          <p14:tracePt t="222507" x="8094663" y="5545138"/>
          <p14:tracePt t="222528" x="8113713" y="5600700"/>
          <p14:tracePt t="222536" x="8120063" y="5607050"/>
          <p14:tracePt t="222542" x="8120063" y="5619750"/>
          <p14:tracePt t="222551" x="8120063" y="5624513"/>
          <p14:tracePt t="222576" x="8120063" y="5630863"/>
          <p14:tracePt t="222586" x="8120063" y="5637213"/>
          <p14:tracePt t="222616" x="8120063" y="5643563"/>
          <p14:tracePt t="222631" x="8120063" y="5649913"/>
          <p14:tracePt t="222647" x="8120063" y="5656263"/>
          <p14:tracePt t="222653" x="8113713" y="5656263"/>
          <p14:tracePt t="222670" x="8107363" y="5668963"/>
          <p14:tracePt t="222687" x="8101013" y="5675313"/>
          <p14:tracePt t="222730" x="8094663" y="5675313"/>
          <p14:tracePt t="222759" x="8088313" y="5675313"/>
          <p14:tracePt t="222769" x="8070850" y="5668963"/>
          <p14:tracePt t="222778" x="8051800" y="5656263"/>
          <p14:tracePt t="222787" x="8032750" y="5624513"/>
          <p14:tracePt t="222790" x="8013700" y="5600700"/>
          <p14:tracePt t="222803" x="7983538" y="5556250"/>
          <p14:tracePt t="222808" x="7977188" y="5538788"/>
          <p14:tracePt t="222812" x="7977188" y="5526088"/>
          <p14:tracePt t="222826" x="7970838" y="5507038"/>
          <p14:tracePt t="222838" x="7970838" y="5494338"/>
          <p14:tracePt t="222848" x="7970838" y="5489575"/>
          <p14:tracePt t="222862" x="7970838" y="5476875"/>
          <p14:tracePt t="222871" x="7970838" y="5464175"/>
          <p14:tracePt t="222890" x="7977188" y="5451475"/>
          <p14:tracePt t="222904" x="7989888" y="5445125"/>
          <p14:tracePt t="222923" x="7996238" y="5427663"/>
          <p14:tracePt t="222927" x="8002588" y="5427663"/>
          <p14:tracePt t="222931" x="8013700" y="5427663"/>
          <p14:tracePt t="222940" x="8020050" y="5421313"/>
          <p14:tracePt t="222959" x="8026400" y="5421313"/>
          <p14:tracePt t="222973" x="8032750" y="5421313"/>
          <p14:tracePt t="222991" x="8039100" y="5421313"/>
          <p14:tracePt t="223009" x="8045450" y="5421313"/>
          <p14:tracePt t="223037" x="8051800" y="5421313"/>
          <p14:tracePt t="223049" x="8064500" y="5421313"/>
          <p14:tracePt t="223055" x="8070850" y="5421313"/>
          <p14:tracePt t="223074" x="8101013" y="5414963"/>
          <p14:tracePt t="223090" x="8139113" y="5408613"/>
          <p14:tracePt t="223104" x="8194675" y="5389563"/>
          <p14:tracePt t="223120" x="8250238" y="5389563"/>
          <p14:tracePt t="223138" x="8312150" y="5370513"/>
          <p14:tracePt t="223142" x="8348663" y="5359400"/>
          <p14:tracePt t="223154" x="8380413" y="5353050"/>
          <p14:tracePt t="223178" x="8472488" y="5314950"/>
          <p14:tracePt t="223188" x="8528050" y="5278438"/>
          <p14:tracePt t="223198" x="8547100" y="5265738"/>
          <p14:tracePt t="223208" x="8553450" y="5265738"/>
          <p14:tracePt t="223217" x="8559800" y="5265738"/>
          <p14:tracePt t="223228" x="8566150" y="5265738"/>
          <p14:tracePt t="223241" x="8572500" y="5259388"/>
          <p14:tracePt t="223254" x="8578850" y="5259388"/>
          <p14:tracePt t="223279" x="8591550" y="5259388"/>
          <p14:tracePt t="223362" x="8591550" y="5253038"/>
          <p14:tracePt t="223384" x="8591550" y="5246688"/>
          <p14:tracePt t="223402" x="8596313" y="5246688"/>
          <p14:tracePt t="223491" x="8596313" y="5240338"/>
          <p14:tracePt t="223508" x="8585200" y="5240338"/>
          <p14:tracePt t="223521" x="8572500" y="5240338"/>
          <p14:tracePt t="223528" x="8566150" y="5240338"/>
          <p14:tracePt t="223534" x="8559800" y="5240338"/>
          <p14:tracePt t="223544" x="8553450" y="5240338"/>
          <p14:tracePt t="223557" x="8547100" y="5229225"/>
          <p14:tracePt t="223567" x="8528050" y="5222875"/>
          <p14:tracePt t="223575" x="8523288" y="5216525"/>
          <p14:tracePt t="223587" x="8516938" y="5216525"/>
          <p14:tracePt t="223593" x="8516938" y="5210175"/>
          <p14:tracePt t="223602" x="8510588" y="5210175"/>
          <p14:tracePt t="223712" x="8510588" y="5203825"/>
          <p14:tracePt t="224066" x="8491538" y="5203825"/>
          <p14:tracePt t="224079" x="8485188" y="5235575"/>
          <p14:tracePt t="224091" x="8448675" y="5265738"/>
          <p14:tracePt t="224103" x="8404225" y="5314950"/>
          <p14:tracePt t="224123" x="8355013" y="5359400"/>
          <p14:tracePt t="224130" x="8331200" y="5389563"/>
          <p14:tracePt t="224135" x="8286750" y="5408613"/>
          <p14:tracePt t="224140" x="8243888" y="5432425"/>
          <p14:tracePt t="224148" x="8188325" y="5464175"/>
          <p14:tracePt t="224158" x="8162925" y="5483225"/>
          <p14:tracePt t="224172" x="8143875" y="5494338"/>
          <p14:tracePt t="224175" x="8126413" y="5500688"/>
          <p14:tracePt t="224305" x="8139113" y="5500688"/>
          <p14:tracePt t="224318" x="8156575" y="5489575"/>
          <p14:tracePt t="224338" x="8218488" y="5427663"/>
          <p14:tracePt t="224345" x="8250238" y="5383213"/>
          <p14:tracePt t="224358" x="8331200" y="5297488"/>
          <p14:tracePt t="224370" x="8355013" y="5278438"/>
          <p14:tracePt t="224374" x="8386763" y="5246688"/>
          <p14:tracePt t="224395" x="8429625" y="5210175"/>
          <p14:tracePt t="224406" x="8485188" y="5191125"/>
          <p14:tracePt t="224423" x="8497888" y="5184775"/>
          <p14:tracePt t="224427" x="8504238" y="5178425"/>
          <p14:tracePt t="224528" x="8504238" y="5222875"/>
          <p14:tracePt t="224538" x="8504238" y="5259388"/>
          <p14:tracePt t="224547" x="8504238" y="5297488"/>
          <p14:tracePt t="224572" x="8485188" y="5376863"/>
          <p14:tracePt t="224587" x="8455025" y="5421313"/>
          <p14:tracePt t="224592" x="8448675" y="5438775"/>
          <p14:tracePt t="224598" x="8442325" y="5457825"/>
          <p14:tracePt t="224609" x="8429625" y="5476875"/>
          <p14:tracePt t="224621" x="8416925" y="5489575"/>
          <p14:tracePt t="224639" x="8410575" y="5494338"/>
          <p14:tracePt t="224767" x="8410575" y="5483225"/>
          <p14:tracePt t="224778" x="8410575" y="5464175"/>
          <p14:tracePt t="224792" x="8442325" y="5408613"/>
          <p14:tracePt t="224797" x="8448675" y="5370513"/>
          <p14:tracePt t="224809" x="8466138" y="5327650"/>
          <p14:tracePt t="224822" x="8510588" y="5259388"/>
          <p14:tracePt t="224840" x="8534400" y="5203825"/>
          <p14:tracePt t="224849" x="8553450" y="5191125"/>
          <p14:tracePt t="224854" x="8559800" y="5178425"/>
          <p14:tracePt t="224937" x="8559800" y="5191125"/>
          <p14:tracePt t="224945" x="8547100" y="5216525"/>
          <p14:tracePt t="224958" x="8528050" y="5246688"/>
          <p14:tracePt t="224960" x="8485188" y="5291138"/>
          <p14:tracePt t="224970" x="8442325" y="5334000"/>
          <p14:tracePt t="224988" x="8237538" y="5457825"/>
          <p14:tracePt t="224994" x="8194675" y="5489575"/>
          <p14:tracePt t="225007" x="8150225" y="5519738"/>
          <p14:tracePt t="225021" x="8126413" y="5526088"/>
          <p14:tracePt t="225037" x="8101013" y="5526088"/>
          <p14:tracePt t="225054" x="8094663" y="5538788"/>
          <p14:tracePt t="225119" x="8101013" y="5526088"/>
          <p14:tracePt t="225127" x="8150225" y="5457825"/>
          <p14:tracePt t="225139" x="8224838" y="5346700"/>
          <p14:tracePt t="225155" x="8293100" y="5210175"/>
          <p14:tracePt t="225171" x="8324850" y="5184775"/>
          <p14:tracePt t="225188" x="8416925" y="5080000"/>
          <p14:tracePt t="225195" x="8423275" y="5060950"/>
          <p14:tracePt t="225207" x="8461375" y="5037138"/>
          <p14:tracePt t="225214" x="8466138" y="5037138"/>
          <p14:tracePt t="225227" x="8472488" y="5037138"/>
          <p14:tracePt t="225280" x="8472488" y="5043488"/>
          <p14:tracePt t="225289" x="8461375" y="5067300"/>
          <p14:tracePt t="225305" x="8410575" y="5148263"/>
          <p14:tracePt t="225310" x="8367713" y="5197475"/>
          <p14:tracePt t="225321" x="8335963" y="5216525"/>
          <p14:tracePt t="225325" x="8299450" y="5253038"/>
          <p14:tracePt t="225338" x="8269288" y="5272088"/>
          <p14:tracePt t="225345" x="8201025" y="5321300"/>
          <p14:tracePt t="225362" x="8181975" y="5327650"/>
          <p14:tracePt t="225370" x="8169275" y="5327650"/>
          <p14:tracePt t="225387" x="8156575" y="5340350"/>
          <p14:tracePt t="225507" x="8162925" y="5327650"/>
          <p14:tracePt t="225521" x="8188325" y="5297488"/>
          <p14:tracePt t="225532" x="8218488" y="5265738"/>
          <p14:tracePt t="225535" x="8250238" y="5222875"/>
          <p14:tracePt t="225543" x="8280400" y="5191125"/>
          <p14:tracePt t="225553" x="8286750" y="5191125"/>
          <p14:tracePt t="225557" x="8299450" y="5191125"/>
          <p14:tracePt t="225571" x="8305800" y="5191125"/>
          <p14:tracePt t="225597" x="8318500" y="5191125"/>
          <p14:tracePt t="225661" x="8280400" y="5284788"/>
          <p14:tracePt t="225665" x="8262938" y="5308600"/>
          <p14:tracePt t="225681" x="8243888" y="5340350"/>
          <p14:tracePt t="225686" x="8224838" y="5365750"/>
          <p14:tracePt t="225690" x="8205788" y="5383213"/>
          <p14:tracePt t="225702" x="8188325" y="5402263"/>
          <p14:tracePt t="225711" x="8175625" y="5421313"/>
          <p14:tracePt t="225721" x="8156575" y="5438775"/>
          <p14:tracePt t="225725" x="8150225" y="5438775"/>
          <p14:tracePt t="225738" x="8139113" y="5445125"/>
          <p14:tracePt t="225757" x="8132763" y="5451475"/>
          <p14:tracePt t="225809" x="8143875" y="5451475"/>
          <p14:tracePt t="225818" x="8150225" y="5432425"/>
          <p14:tracePt t="225824" x="8169275" y="5421313"/>
          <p14:tracePt t="225839" x="8243888" y="5334000"/>
          <p14:tracePt t="225859" x="8318500" y="5246688"/>
          <p14:tracePt t="225867" x="8361363" y="5216525"/>
          <p14:tracePt t="225873" x="8429625" y="5167313"/>
          <p14:tracePt t="225883" x="8461375" y="5148263"/>
          <p14:tracePt t="225897" x="8478838" y="5135563"/>
          <p14:tracePt t="225910" x="8491538" y="5129213"/>
          <p14:tracePt t="225981" x="8485188" y="5148263"/>
          <p14:tracePt t="225994" x="8442325" y="5184775"/>
          <p14:tracePt t="226007" x="8393113" y="5246688"/>
          <p14:tracePt t="226025" x="8324850" y="5314950"/>
          <p14:tracePt t="226037" x="8274050" y="5365750"/>
          <p14:tracePt t="226054" x="8262938" y="5376863"/>
          <p14:tracePt t="226059" x="8262938" y="5383213"/>
          <p14:tracePt t="226171" x="8280400" y="5383213"/>
          <p14:tracePt t="226182" x="8286750" y="5365750"/>
          <p14:tracePt t="226190" x="8305800" y="5340350"/>
          <p14:tracePt t="226198" x="8331200" y="5308600"/>
          <p14:tracePt t="226208" x="8380413" y="5253038"/>
          <p14:tracePt t="226222" x="8386763" y="5235575"/>
          <p14:tracePt t="226227" x="8404225" y="5222875"/>
          <p14:tracePt t="226232" x="8435975" y="5184775"/>
          <p14:tracePt t="226252" x="8442325" y="5184775"/>
          <p14:tracePt t="226263" x="8442325" y="5178425"/>
          <p14:tracePt t="226346" x="8442325" y="5191125"/>
          <p14:tracePt t="226356" x="8435975" y="5222875"/>
          <p14:tracePt t="226370" x="8397875" y="5265738"/>
          <p14:tracePt t="226391" x="8361363" y="5297488"/>
          <p14:tracePt t="226398" x="8342313" y="5308600"/>
          <p14:tracePt t="226412" x="8335963" y="5314950"/>
          <p14:tracePt t="226539" x="8342313" y="5302250"/>
          <p14:tracePt t="226554" x="8367713" y="5284788"/>
          <p14:tracePt t="226573" x="8386763" y="5265738"/>
          <p14:tracePt t="226582" x="8423275" y="5222875"/>
          <p14:tracePt t="226591" x="8435975" y="5210175"/>
          <p14:tracePt t="226604" x="8448675" y="5197475"/>
          <p14:tracePt t="226609" x="8466138" y="5191125"/>
          <p14:tracePt t="226620" x="8491538" y="5184775"/>
          <p14:tracePt t="226634" x="8510588" y="5173663"/>
          <p14:tracePt t="226644" x="8516938" y="5173663"/>
          <p14:tracePt t="226654" x="8516938" y="5167313"/>
          <p14:tracePt t="226770" x="8523288" y="5167313"/>
          <p14:tracePt t="226994" x="8523288" y="5191125"/>
          <p14:tracePt t="227025" x="8523288" y="5197475"/>
          <p14:tracePt t="227049" x="8516938" y="5203825"/>
          <p14:tracePt t="227060" x="8491538" y="5235575"/>
          <p14:tracePt t="227070" x="8461375" y="5265738"/>
          <p14:tracePt t="227088" x="8331200" y="5321300"/>
          <p14:tracePt t="227090" x="8280400" y="5334000"/>
          <p14:tracePt t="227106" x="8224838" y="5359400"/>
          <p14:tracePt t="227121" x="7945438" y="5451475"/>
          <p14:tracePt t="227127" x="7710488" y="5519738"/>
          <p14:tracePt t="227146" x="7177088" y="5643563"/>
          <p14:tracePt t="227153" x="6886575" y="5699125"/>
          <p14:tracePt t="227159" x="6470650" y="5743575"/>
          <p14:tracePt t="227176" x="5627688" y="5848350"/>
          <p14:tracePt t="227189" x="4767263" y="5910263"/>
          <p14:tracePt t="227208" x="4178300" y="5946775"/>
          <p14:tracePt t="227215" x="3929063" y="5959475"/>
          <p14:tracePt t="227224" x="3749675" y="5959475"/>
          <p14:tracePt t="227233" x="3600450" y="5972175"/>
          <p14:tracePt t="227241" x="3470275" y="5972175"/>
          <p14:tracePt t="227254" x="3273425" y="5984875"/>
          <p14:tracePt t="227270" x="3228975" y="5984875"/>
          <p14:tracePt t="227274" x="3222625" y="5984875"/>
          <p14:tracePt t="227288" x="3209925" y="5984875"/>
          <p14:tracePt t="227295" x="3205163" y="5984875"/>
          <p14:tracePt t="227350" x="3198813" y="5984875"/>
          <p14:tracePt t="227379" x="3198813" y="5997575"/>
          <p14:tracePt t="227394" x="3192463" y="6002338"/>
          <p14:tracePt t="227402" x="3186113" y="6008688"/>
          <p14:tracePt t="227414" x="3186113" y="6021388"/>
          <p14:tracePt t="227424" x="3186113" y="6040438"/>
          <p14:tracePt t="227440" x="3186113" y="6059488"/>
          <p14:tracePt t="227454" x="3186113" y="6064250"/>
          <p14:tracePt t="227472" x="3186113" y="6083300"/>
          <p14:tracePt t="227475" x="3192463" y="6089650"/>
          <p14:tracePt t="227481" x="3198813" y="6096000"/>
          <p14:tracePt t="227489" x="3205163" y="6096000"/>
          <p14:tracePt t="227506" x="3222625" y="6102350"/>
          <p14:tracePt t="227527" x="3241675" y="6108700"/>
          <p14:tracePt t="227553" x="3273425" y="6121400"/>
          <p14:tracePt t="227566" x="3316288" y="6121400"/>
          <p14:tracePt t="227577" x="3359150" y="6121400"/>
          <p14:tracePt t="227593" x="3390900" y="6121400"/>
          <p14:tracePt t="227633" x="3397250" y="6121400"/>
          <p14:tracePt t="227669" x="3403600" y="6121400"/>
          <p14:tracePt t="227684" x="3408363" y="6121400"/>
          <p14:tracePt t="227703" x="3414713" y="6121400"/>
          <p14:tracePt t="227717" x="3452813" y="6115050"/>
          <p14:tracePt t="227723" x="3465513" y="6115050"/>
          <p14:tracePt t="227729" x="3470275" y="6115050"/>
          <p14:tracePt t="227741" x="3489325" y="6108700"/>
          <p14:tracePt t="227758" x="3508375" y="6108700"/>
          <p14:tracePt t="227772" x="3551238" y="6108700"/>
          <p14:tracePt t="227789" x="3582988" y="6108700"/>
          <p14:tracePt t="227809" x="3613150" y="6108700"/>
          <p14:tracePt t="227815" x="3619500" y="6108700"/>
          <p14:tracePt t="227823" x="3638550" y="6108700"/>
          <p14:tracePt t="227835" x="3644900" y="6108700"/>
          <p14:tracePt t="227843" x="3651250" y="6108700"/>
          <p14:tracePt t="227854" x="3675063" y="6108700"/>
          <p14:tracePt t="227871" x="3706813" y="6108700"/>
          <p14:tracePt t="227898" x="3775075" y="6102350"/>
          <p14:tracePt t="227905" x="3811588" y="6089650"/>
          <p14:tracePt t="227912" x="3849688" y="6089650"/>
          <p14:tracePt t="227925" x="3935413" y="6089650"/>
          <p14:tracePt t="227939" x="4133850" y="6089650"/>
          <p14:tracePt t="227954" x="4432300" y="6064250"/>
          <p14:tracePt t="227973" x="4852988" y="6034088"/>
          <p14:tracePt t="227995" x="5343525" y="6002338"/>
          <p14:tracePt t="228001" x="5522913" y="5984875"/>
          <p14:tracePt t="228009" x="5734050" y="5972175"/>
          <p14:tracePt t="228018" x="5949950" y="5940425"/>
          <p14:tracePt t="228033" x="6248400" y="5916613"/>
          <p14:tracePt t="228039" x="6402388" y="5897563"/>
          <p14:tracePt t="228045" x="6502400" y="5884863"/>
          <p14:tracePt t="228049" x="6600825" y="5873750"/>
          <p14:tracePt t="228058" x="6688138" y="5873750"/>
          <p14:tracePt t="228073" x="6711950" y="5867400"/>
          <p14:tracePt t="228076" x="6737350" y="5867400"/>
          <p14:tracePt t="228091" x="6769100" y="5867400"/>
          <p14:tracePt t="228104" x="6775450" y="5861050"/>
          <p14:tracePt t="228108" x="6780213" y="5861050"/>
          <p14:tracePt t="228205" x="6780213" y="5867400"/>
          <p14:tracePt t="228220" x="6780213" y="5873750"/>
          <p14:tracePt t="228245" x="6786563" y="5873750"/>
          <p14:tracePt t="228269" x="6786563" y="5878513"/>
          <p14:tracePt t="228284" x="6786563" y="5884863"/>
          <p14:tracePt t="228304" x="6786563" y="5897563"/>
          <p14:tracePt t="228311" x="6786563" y="5903913"/>
          <p14:tracePt t="228329" x="6786563" y="5910263"/>
          <p14:tracePt t="228348" x="6786563" y="5916613"/>
          <p14:tracePt t="228443" x="6805613" y="5878513"/>
          <p14:tracePt t="228455" x="6837363" y="5829300"/>
          <p14:tracePt t="228462" x="6942138" y="5748338"/>
          <p14:tracePt t="228476" x="7010400" y="5724525"/>
          <p14:tracePt t="228480" x="7053263" y="5705475"/>
          <p14:tracePt t="228490" x="7140575" y="5681663"/>
          <p14:tracePt t="228493" x="7208838" y="5656263"/>
          <p14:tracePt t="228504" x="7313613" y="5630863"/>
          <p14:tracePt t="228525" x="7642225" y="5526088"/>
          <p14:tracePt t="228534" x="7729538" y="5500688"/>
          <p14:tracePt t="228547" x="7815263" y="5476875"/>
          <p14:tracePt t="228563" x="7989888" y="5438775"/>
          <p14:tracePt t="228571" x="8058150" y="5427663"/>
          <p14:tracePt t="228576" x="8081963" y="5421313"/>
          <p14:tracePt t="228589" x="8101013" y="5421313"/>
          <p14:tracePt t="228607" x="8107363" y="5421313"/>
          <p14:tracePt t="228737" x="8088313" y="5421313"/>
          <p14:tracePt t="228746" x="8081963" y="5414963"/>
          <p14:tracePt t="228762" x="8075613" y="5414963"/>
          <p14:tracePt t="228772" x="8020050" y="5389563"/>
          <p14:tracePt t="228779" x="8013700" y="5376863"/>
          <p14:tracePt t="228800" x="7940675" y="5327650"/>
          <p14:tracePt t="228807" x="7921625" y="5314950"/>
          <p14:tracePt t="228819" x="7915275" y="5297488"/>
          <p14:tracePt t="228830" x="7908925" y="5259388"/>
          <p14:tracePt t="228839" x="7896225" y="5246688"/>
          <p14:tracePt t="228847" x="7896225" y="5240338"/>
          <p14:tracePt t="228859" x="7896225" y="5222875"/>
          <p14:tracePt t="228870" x="7896225" y="5216525"/>
          <p14:tracePt t="228889" x="7896225" y="5210175"/>
          <p14:tracePt t="228948" x="7908925" y="5210175"/>
          <p14:tracePt t="228990" x="7908925" y="5216525"/>
          <p14:tracePt t="229003" x="7908925" y="5253038"/>
          <p14:tracePt t="229014" x="7908925" y="5259388"/>
          <p14:tracePt t="229023" x="7902575" y="5265738"/>
          <p14:tracePt t="229041" x="7902575" y="5278438"/>
          <p14:tracePt t="229058" x="7902575" y="5291138"/>
          <p14:tracePt t="229072" x="7896225" y="5297488"/>
          <p14:tracePt t="229091" x="7889875" y="5297488"/>
          <p14:tracePt t="229185" x="7889875" y="5291138"/>
          <p14:tracePt t="229195" x="7889875" y="5284788"/>
          <p14:tracePt t="229209" x="7908925" y="5272088"/>
          <p14:tracePt t="229218" x="7915275" y="5265738"/>
          <p14:tracePt t="229225" x="7921625" y="5246688"/>
          <p14:tracePt t="229235" x="7940675" y="5246688"/>
          <p14:tracePt t="229248" x="7951788" y="5240338"/>
          <p14:tracePt t="229256" x="7958138" y="5235575"/>
          <p14:tracePt t="229264" x="7964488" y="5235575"/>
          <p14:tracePt t="229283" x="7970838" y="5235575"/>
          <p14:tracePt t="229315" x="7970838" y="5259388"/>
          <p14:tracePt t="229322" x="7970838" y="5272088"/>
          <p14:tracePt t="229339" x="7958138" y="5308600"/>
          <p14:tracePt t="229355" x="7951788" y="5314950"/>
          <p14:tracePt t="229360" x="7945438" y="5334000"/>
          <p14:tracePt t="229364" x="7945438" y="5340350"/>
          <p14:tracePt t="229374" x="7940675" y="5340350"/>
          <p14:tracePt t="229388" x="7934325" y="5353050"/>
          <p14:tracePt t="229409" x="7927975" y="5359400"/>
          <p14:tracePt t="229495" x="7927975" y="5353050"/>
          <p14:tracePt t="229511" x="7945438" y="5321300"/>
          <p14:tracePt t="229524" x="7945438" y="5308600"/>
          <p14:tracePt t="229539" x="7958138" y="5297488"/>
          <p14:tracePt t="229544" x="7958138" y="5291138"/>
          <p14:tracePt t="229559" x="7964488" y="5284788"/>
          <p14:tracePt t="229568" x="7964488" y="5278438"/>
          <p14:tracePt t="229579" x="7970838" y="5278438"/>
          <p14:tracePt t="229657" x="7964488" y="5291138"/>
          <p14:tracePt t="229663" x="7951788" y="5314950"/>
          <p14:tracePt t="229675" x="7940675" y="5321300"/>
          <p14:tracePt t="229688" x="7927975" y="5327650"/>
          <p14:tracePt t="229692" x="7921625" y="5334000"/>
          <p14:tracePt t="229697" x="7915275" y="5340350"/>
          <p14:tracePt t="229707" x="7908925" y="5340350"/>
          <p14:tracePt t="229724" x="7908925" y="5346700"/>
          <p14:tracePt t="229812" x="7908925" y="5334000"/>
          <p14:tracePt t="229823" x="7908925" y="5327650"/>
          <p14:tracePt t="229828" x="7908925" y="5321300"/>
          <p14:tracePt t="229837" x="7908925" y="5308600"/>
          <p14:tracePt t="229849" x="7908925" y="5302250"/>
          <p14:tracePt t="229859" x="7908925" y="5297488"/>
          <p14:tracePt t="229866" x="7915275" y="5284788"/>
          <p14:tracePt t="229944" x="7915275" y="5291138"/>
          <p14:tracePt t="229960" x="7902575" y="5308600"/>
          <p14:tracePt t="229973" x="7834313" y="5370513"/>
          <p14:tracePt t="229994" x="7766050" y="5402263"/>
          <p14:tracePt t="230000" x="7729538" y="5408613"/>
          <p14:tracePt t="230015" x="7618413" y="5432425"/>
          <p14:tracePt t="230021" x="7580313" y="5432425"/>
          <p14:tracePt t="230025" x="7531100" y="5432425"/>
          <p14:tracePt t="230034" x="7462838" y="5432425"/>
          <p14:tracePt t="230041" x="7437438" y="5432425"/>
          <p14:tracePt t="230054" x="7388225" y="5432425"/>
          <p14:tracePt t="230059" x="7339013" y="5432425"/>
          <p14:tracePt t="230071" x="7289800" y="5432425"/>
          <p14:tracePt t="230088" x="7140575" y="5408613"/>
          <p14:tracePt t="230105" x="7115175" y="5389563"/>
          <p14:tracePt t="230109" x="7085013" y="5370513"/>
          <p14:tracePt t="230121" x="7046913" y="5340350"/>
          <p14:tracePt t="230140" x="6991350" y="5265738"/>
          <p14:tracePt t="230157" x="6972300" y="5240338"/>
          <p14:tracePt t="230161" x="6967538" y="5229225"/>
          <p14:tracePt t="230177" x="6967538" y="5210175"/>
          <p14:tracePt t="230193" x="6967538" y="5184775"/>
          <p14:tracePt t="230209" x="6961188" y="5167313"/>
          <p14:tracePt t="230218" x="6954838" y="5135563"/>
          <p14:tracePt t="230230" x="6942138" y="5116513"/>
          <p14:tracePt t="230239" x="6935788" y="5099050"/>
          <p14:tracePt t="230243" x="6929438" y="5092700"/>
          <p14:tracePt t="230255" x="6910388" y="5067300"/>
          <p14:tracePt t="230259" x="6892925" y="5048250"/>
          <p14:tracePt t="230272" x="6873875" y="5043488"/>
          <p14:tracePt t="230289" x="6854825" y="5024438"/>
          <p14:tracePt t="230297" x="6842125" y="5024438"/>
          <p14:tracePt t="230305" x="6831013" y="5024438"/>
          <p14:tracePt t="230315" x="6824663" y="5018088"/>
          <p14:tracePt t="230321" x="6818313" y="5018088"/>
          <p14:tracePt t="230365" x="6818313" y="5024438"/>
          <p14:tracePt t="230383" x="6818313" y="5037138"/>
          <p14:tracePt t="230429" x="6818313" y="5043488"/>
          <p14:tracePt t="230469" x="6818313" y="5048250"/>
          <p14:tracePt t="230484" x="6818313" y="5054600"/>
          <p14:tracePt t="230500" x="6818313" y="5060950"/>
          <p14:tracePt t="230514" x="6818313" y="5067300"/>
          <p14:tracePt t="230625" x="6818313" y="5054600"/>
          <p14:tracePt t="230638" x="6818313" y="5030788"/>
          <p14:tracePt t="230654" x="6824663" y="5005388"/>
          <p14:tracePt t="230664" x="6831013" y="4992688"/>
          <p14:tracePt t="230672" x="6842125" y="4986338"/>
          <p14:tracePt t="230678" x="6842125" y="4981575"/>
          <p14:tracePt t="230689" x="6848475" y="4968875"/>
          <p14:tracePt t="230705" x="6848475" y="4962525"/>
          <p14:tracePt t="230774" x="6854825" y="4962525"/>
          <p14:tracePt t="230839" x="6861175" y="4962525"/>
          <p14:tracePt t="230853" x="6867525" y="4962525"/>
          <p14:tracePt t="230972" x="6873875" y="4962525"/>
          <p14:tracePt t="230979" x="6880225" y="4962525"/>
          <p14:tracePt t="230990" x="6892925" y="4975225"/>
          <p14:tracePt t="231009" x="6899275" y="4975225"/>
          <p14:tracePt t="231020" x="6899275" y="4981575"/>
          <p14:tracePt t="231030" x="6905625" y="4981575"/>
          <p14:tracePt t="231300" x="6910388" y="4981575"/>
          <p14:tracePt t="231315" x="6916738" y="4981575"/>
          <p14:tracePt t="231324" x="6942138" y="4981575"/>
          <p14:tracePt t="231346" x="6997700" y="4986338"/>
          <p14:tracePt t="231355" x="7023100" y="4986338"/>
          <p14:tracePt t="231364" x="7121525" y="4999038"/>
          <p14:tracePt t="231371" x="7159625" y="4999038"/>
          <p14:tracePt t="231381" x="7196138" y="4999038"/>
          <p14:tracePt t="231394" x="7245350" y="4999038"/>
          <p14:tracePt t="231399" x="7300913" y="4999038"/>
          <p14:tracePt t="231407" x="7339013" y="4999038"/>
          <p14:tracePt t="231422" x="7375525" y="4999038"/>
          <p14:tracePt t="231438" x="7388225" y="4999038"/>
          <p14:tracePt t="231839" x="7394575" y="4999038"/>
          <p14:tracePt t="231865" x="7400925" y="4999038"/>
          <p14:tracePt t="231877" x="7407275" y="4999038"/>
          <p14:tracePt t="231898" x="7413625" y="4999038"/>
          <p14:tracePt t="232622" x="7413625" y="5005388"/>
          <p14:tracePt t="232634" x="7413625" y="5037138"/>
          <p14:tracePt t="232642" x="7413625" y="5043488"/>
          <p14:tracePt t="232659" x="7413625" y="5054600"/>
          <p14:tracePt t="232665" x="7407275" y="5067300"/>
          <p14:tracePt t="232669" x="7407275" y="5080000"/>
          <p14:tracePt t="232679" x="7400925" y="5099050"/>
          <p14:tracePt t="232693" x="7381875" y="5129213"/>
          <p14:tracePt t="232698" x="7375525" y="5135563"/>
          <p14:tracePt t="232707" x="7369175" y="5160963"/>
          <p14:tracePt t="232718" x="7351713" y="5178425"/>
          <p14:tracePt t="232731" x="7313613" y="5203825"/>
          <p14:tracePt t="232747" x="7258050" y="5253038"/>
          <p14:tracePt t="232758" x="7232650" y="5272088"/>
          <p14:tracePt t="232773" x="7183438" y="5291138"/>
          <p14:tracePt t="232790" x="7134225" y="5308600"/>
          <p14:tracePt t="232794" x="7102475" y="5308600"/>
          <p14:tracePt t="232807" x="7091363" y="5314950"/>
          <p14:tracePt t="232814" x="7072313" y="5321300"/>
          <p14:tracePt t="232835" x="7035800" y="5321300"/>
          <p14:tracePt t="232846" x="7023100" y="5334000"/>
          <p14:tracePt t="232855" x="7016750" y="5334000"/>
          <p14:tracePt t="232862" x="7010400" y="5334000"/>
          <p14:tracePt t="232874" x="7004050" y="5334000"/>
          <p14:tracePt t="232891" x="6997700" y="5334000"/>
          <p14:tracePt t="232908" x="6991350" y="5334000"/>
          <p14:tracePt t="232916" x="6985000" y="5334000"/>
          <p14:tracePt t="232931" x="6972300" y="5327650"/>
          <p14:tracePt t="232946" x="6967538" y="5327650"/>
          <p14:tracePt t="232951" x="6961188" y="5321300"/>
          <p14:tracePt t="232964" x="6954838" y="5321300"/>
          <p14:tracePt t="232980" x="6954838" y="5314950"/>
          <p14:tracePt t="232995" x="6948488" y="5314950"/>
          <p14:tracePt t="233051" x="6942138" y="5314950"/>
          <p14:tracePt t="233066" x="6935788" y="5308600"/>
          <p14:tracePt t="233083" x="6929438" y="5308600"/>
          <p14:tracePt t="233115" x="6929438" y="5302250"/>
          <p14:tracePt t="233125" x="6916738" y="5302250"/>
          <p14:tracePt t="233312" x="6929438" y="5297488"/>
          <p14:tracePt t="233323" x="6935788" y="5284788"/>
          <p14:tracePt t="233328" x="6961188" y="5278438"/>
          <p14:tracePt t="233339" x="6972300" y="5278438"/>
          <p14:tracePt t="233358" x="7097713" y="5246688"/>
          <p14:tracePt t="233368" x="7134225" y="5246688"/>
          <p14:tracePt t="233373" x="7170738" y="5246688"/>
          <p14:tracePt t="233379" x="7196138" y="5246688"/>
          <p14:tracePt t="233398" x="7239000" y="5246688"/>
          <p14:tracePt t="233409" x="7251700" y="5253038"/>
          <p14:tracePt t="233413" x="7264400" y="5253038"/>
          <p14:tracePt t="233424" x="7270750" y="5253038"/>
          <p14:tracePt t="233427" x="7277100" y="5253038"/>
          <p14:tracePt t="233442" x="7283450" y="5253038"/>
          <p14:tracePt t="233458" x="7283450" y="5259388"/>
          <p14:tracePt t="233474" x="7289800" y="5259388"/>
          <p14:tracePt t="233492" x="7296150" y="5259388"/>
          <p14:tracePt t="233506" x="7300913" y="5265738"/>
          <p14:tracePt t="233523" x="7313613" y="5265738"/>
          <p14:tracePt t="233539" x="7332663" y="5265738"/>
          <p14:tracePt t="233548" x="7358063" y="5265738"/>
          <p14:tracePt t="233562" x="7375525" y="5265738"/>
          <p14:tracePt t="233572" x="7407275" y="5265738"/>
          <p14:tracePt t="233589" x="7437438" y="5265738"/>
          <p14:tracePt t="233605" x="7475538" y="5265738"/>
          <p14:tracePt t="233610" x="7493000" y="5265738"/>
          <p14:tracePt t="233627" x="7524750" y="5265738"/>
          <p14:tracePt t="233638" x="7543800" y="5265738"/>
          <p14:tracePt t="233649" x="7567613" y="5265738"/>
          <p14:tracePt t="233663" x="7573963" y="5265738"/>
          <p14:tracePt t="233675" x="7580313" y="5265738"/>
          <p14:tracePt t="233691" x="7586663" y="5265738"/>
          <p14:tracePt t="234325" x="7580313" y="5265738"/>
          <p14:tracePt t="234335" x="7554913" y="5272088"/>
          <p14:tracePt t="234347" x="7524750" y="5284788"/>
          <p14:tracePt t="234355" x="7505700" y="5284788"/>
          <p14:tracePt t="234369" x="7499350" y="5284788"/>
          <p14:tracePt t="234380" x="7488238" y="5284788"/>
          <p14:tracePt t="234389" x="7475538" y="5284788"/>
          <p14:tracePt t="234400" x="7469188" y="5284788"/>
          <p14:tracePt t="234406" x="7456488" y="5284788"/>
          <p14:tracePt t="234413" x="7450138" y="5284788"/>
          <p14:tracePt t="234438" x="7419975" y="5291138"/>
          <p14:tracePt t="234445" x="7394575" y="5291138"/>
          <p14:tracePt t="234460" x="7388225" y="5291138"/>
          <p14:tracePt t="234475" x="7381875" y="5291138"/>
          <p14:tracePt t="234547" x="7375525" y="5291138"/>
          <p14:tracePt t="234564" x="7358063" y="5291138"/>
          <p14:tracePt t="234576" x="7345363" y="5291138"/>
          <p14:tracePt t="234590" x="7332663" y="5291138"/>
          <p14:tracePt t="234596" x="7326313" y="5291138"/>
          <p14:tracePt t="234605" x="7319963" y="5291138"/>
          <p14:tracePt t="234612" x="7307263" y="5291138"/>
          <p14:tracePt t="234620" x="7300913" y="5291138"/>
          <p14:tracePt t="234627" x="7296150" y="5291138"/>
          <p14:tracePt t="234640" x="7289800" y="5291138"/>
          <p14:tracePt t="234644" x="7283450" y="5291138"/>
          <p14:tracePt t="234648" x="7277100" y="5291138"/>
          <p14:tracePt t="234658" x="7270750" y="5291138"/>
          <p14:tracePt t="234674" x="7251700" y="5291138"/>
          <p14:tracePt t="234695" x="7245350" y="5284788"/>
          <p14:tracePt t="234699" x="7239000" y="5284788"/>
          <p14:tracePt t="234714" x="7232650" y="5284788"/>
          <p14:tracePt t="234743" x="7227888" y="5284788"/>
          <p14:tracePt t="234756" x="7215188" y="5284788"/>
          <p14:tracePt t="234772" x="7208838" y="5284788"/>
          <p14:tracePt t="234816" x="7202488" y="5284788"/>
          <p14:tracePt t="234944" x="7208838" y="5284788"/>
          <p14:tracePt t="234957" x="7227888" y="5284788"/>
          <p14:tracePt t="234964" x="7251700" y="5284788"/>
          <p14:tracePt t="234974" x="7258050" y="5284788"/>
          <p14:tracePt t="234989" x="7332663" y="5284788"/>
          <p14:tracePt t="234999" x="7419975" y="5284788"/>
          <p14:tracePt t="235009" x="7469188" y="5284788"/>
          <p14:tracePt t="235022" x="7537450" y="5284788"/>
          <p14:tracePt t="235033" x="7673975" y="5284788"/>
          <p14:tracePt t="235042" x="7710488" y="5284788"/>
          <p14:tracePt t="235050" x="7729538" y="5272088"/>
          <p14:tracePt t="235067" x="7772400" y="5272088"/>
          <p14:tracePt t="235074" x="7778750" y="5265738"/>
          <p14:tracePt t="235087" x="7785100" y="5265738"/>
          <p14:tracePt t="235207" x="7791450" y="5265738"/>
          <p14:tracePt t="235260" x="7797800" y="5265738"/>
          <p14:tracePt t="235275" x="7815263" y="5272088"/>
          <p14:tracePt t="235302" x="7821613" y="5284788"/>
          <p14:tracePt t="235319" x="7827963" y="5284788"/>
          <p14:tracePt t="235343" x="7834313" y="5284788"/>
          <p14:tracePt t="235552" x="7840663" y="5284788"/>
          <p14:tracePt t="235572" x="7847013" y="5278438"/>
          <p14:tracePt t="235598" x="7853363" y="5272088"/>
          <p14:tracePt t="235618" x="7866063" y="5272088"/>
          <p14:tracePt t="236109" x="7866063" y="5284788"/>
          <p14:tracePt t="237077" x="7872413" y="5284788"/>
          <p14:tracePt t="237222" x="7872413" y="5278438"/>
          <p14:tracePt t="237236" x="7878763" y="5278438"/>
          <p14:tracePt t="237356" x="7866063" y="5278438"/>
          <p14:tracePt t="237368" x="7847013" y="5284788"/>
          <p14:tracePt t="237377" x="7810500" y="5308600"/>
          <p14:tracePt t="237383" x="7766050" y="5327650"/>
          <p14:tracePt t="237390" x="7729538" y="5353050"/>
          <p14:tracePt t="237393" x="7697788" y="5370513"/>
          <p14:tracePt t="237402" x="7673975" y="5395913"/>
          <p14:tracePt t="237412" x="7654925" y="5414963"/>
          <p14:tracePt t="237423" x="7635875" y="5427663"/>
          <p14:tracePt t="237430" x="7618413" y="5451475"/>
          <p14:tracePt t="237445" x="7580313" y="5476875"/>
          <p14:tracePt t="237451" x="7554913" y="5507038"/>
          <p14:tracePt t="237461" x="7524750" y="5532438"/>
          <p14:tracePt t="237474" x="7431088" y="5637213"/>
          <p14:tracePt t="237491" x="7358063" y="5724525"/>
          <p14:tracePt t="237510" x="7251700" y="5835650"/>
          <p14:tracePt t="237524" x="7165975" y="5897563"/>
          <p14:tracePt t="237534" x="7134225" y="5916613"/>
          <p14:tracePt t="237544" x="7121525" y="5916613"/>
          <p14:tracePt t="237549" x="7091363" y="5929313"/>
          <p14:tracePt t="237553" x="7040563" y="5935663"/>
          <p14:tracePt t="237563" x="6997700" y="5959475"/>
          <p14:tracePt t="237573" x="6948488" y="5965825"/>
          <p14:tracePt t="237590" x="6824663" y="5991225"/>
          <p14:tracePt t="237594" x="6769100" y="6015038"/>
          <p14:tracePt t="237608" x="6700838" y="6027738"/>
          <p14:tracePt t="237614" x="6656388" y="6034088"/>
          <p14:tracePt t="237618" x="6588125" y="6046788"/>
          <p14:tracePt t="237638" x="6496050" y="6064250"/>
          <p14:tracePt t="237654" x="6359525" y="6089650"/>
          <p14:tracePt t="237664" x="6323013" y="6089650"/>
          <p14:tracePt t="237677" x="6154738" y="6127750"/>
          <p14:tracePt t="237691" x="5969000" y="6151563"/>
          <p14:tracePt t="237711" x="5802313" y="6176963"/>
          <p14:tracePt t="237725" x="5676900" y="6189663"/>
          <p14:tracePt t="237730" x="5665788" y="6189663"/>
          <p14:tracePt t="237752" x="5634038" y="6189663"/>
          <p14:tracePt t="237857" x="5627688" y="6189663"/>
          <p14:tracePt t="237868" x="5627688" y="6194425"/>
          <p14:tracePt t="237880" x="5610225" y="6213475"/>
          <p14:tracePt t="237897" x="5597525" y="6232525"/>
          <p14:tracePt t="237910" x="5597525" y="6245225"/>
          <p14:tracePt t="237926" x="5591175" y="6256338"/>
          <p14:tracePt t="237932" x="5584825" y="6262688"/>
          <p14:tracePt t="237948" x="5584825" y="6269038"/>
          <p14:tracePt t="237978" x="5584825" y="6281738"/>
          <p14:tracePt t="238004" x="5597525" y="6281738"/>
          <p14:tracePt t="238011" x="5603875" y="6281738"/>
          <p14:tracePt t="238024" x="5610225" y="6281738"/>
          <p14:tracePt t="238028" x="5621338" y="6281738"/>
          <p14:tracePt t="238038" x="5627688" y="6281738"/>
          <p14:tracePt t="238050" x="5634038" y="6281738"/>
          <p14:tracePt t="238085" x="5640388" y="6281738"/>
          <p14:tracePt t="238127" x="5646738" y="6281738"/>
          <p14:tracePt t="238148" x="5653088" y="6281738"/>
          <p14:tracePt t="238193" x="5659438" y="6281738"/>
          <p14:tracePt t="238249" x="5665788" y="6281738"/>
          <p14:tracePt t="238261" x="5665788" y="6288088"/>
          <p14:tracePt t="238275" x="5676900" y="6288088"/>
          <p14:tracePt t="238290" x="5676900" y="6294438"/>
          <p14:tracePt t="238303" x="5683250" y="6294438"/>
          <p14:tracePt t="238325" x="5689600" y="6294438"/>
          <p14:tracePt t="238341" x="5689600" y="6300788"/>
          <p14:tracePt t="238359" x="5689600" y="6307138"/>
          <p14:tracePt t="238374" x="5695950" y="6313488"/>
          <p14:tracePt t="238394" x="5695950" y="6330950"/>
          <p14:tracePt t="238410" x="5695950" y="6337300"/>
          <p14:tracePt t="238425" x="5702300" y="6343650"/>
          <p14:tracePt t="238442" x="5702300" y="6350000"/>
          <p14:tracePt t="238458" x="5702300" y="6356350"/>
          <p14:tracePt t="238486" x="5702300" y="6362700"/>
          <p14:tracePt t="238821" x="5695950" y="6362700"/>
          <p14:tracePt t="238910" x="5695950" y="6356350"/>
          <p14:tracePt t="238943" x="5695950" y="6350000"/>
          <p14:tracePt t="239011" x="5695950" y="6343650"/>
          <p14:tracePt t="239019" x="5702300" y="6337300"/>
          <p14:tracePt t="239025" x="5702300" y="6324600"/>
          <p14:tracePt t="239042" x="5708650" y="6318250"/>
          <p14:tracePt t="239060" x="5715000" y="6313488"/>
          <p14:tracePt t="239068" x="5715000" y="6307138"/>
          <p14:tracePt t="239076" x="5727700" y="6307138"/>
          <p14:tracePt t="239086" x="5734050" y="6300788"/>
          <p14:tracePt t="239101" x="5734050" y="6294438"/>
          <p14:tracePt t="239112" x="5738813" y="6294438"/>
          <p14:tracePt t="239115" x="5738813" y="6288088"/>
          <p14:tracePt t="239130" x="5745163" y="6288088"/>
          <p14:tracePt t="239146" x="5745163" y="6275388"/>
          <p14:tracePt t="239193" x="5751513" y="6275388"/>
          <p14:tracePt t="239234" x="5757863" y="6288088"/>
          <p14:tracePt t="239242" x="5770563" y="6294438"/>
          <p14:tracePt t="239250" x="5776913" y="6300788"/>
          <p14:tracePt t="239275" x="5783263" y="6313488"/>
          <p14:tracePt t="239291" x="5795963" y="6324600"/>
          <p14:tracePt t="239308" x="5807075" y="6337300"/>
          <p14:tracePt t="239318" x="5807075" y="6343650"/>
          <p14:tracePt t="239324" x="5819775" y="6350000"/>
          <p14:tracePt t="239338" x="5826125" y="6369050"/>
          <p14:tracePt t="239345" x="5826125" y="6375400"/>
          <p14:tracePt t="239349" x="5826125" y="6386513"/>
          <p14:tracePt t="239359" x="5826125" y="6405563"/>
          <p14:tracePt t="239376" x="5826125" y="6437313"/>
          <p14:tracePt t="239380" x="5826125" y="6448425"/>
          <p14:tracePt t="239385" x="5826125" y="6467475"/>
          <p14:tracePt t="239397" x="5826125" y="6486525"/>
          <p14:tracePt t="239402" x="5826125" y="6492875"/>
          <p14:tracePt t="239415" x="5826125" y="6505575"/>
          <p14:tracePt t="239429" x="5826125" y="6510338"/>
          <p14:tracePt t="239484" x="5813425" y="6510338"/>
          <p14:tracePt t="239510" x="5807075" y="6510338"/>
          <p14:tracePt t="239524" x="5802313" y="6510338"/>
          <p14:tracePt t="239539" x="5795963" y="6510338"/>
          <p14:tracePt t="239555" x="5795963" y="6505575"/>
          <p14:tracePt t="239564" x="5789613" y="6505575"/>
          <p14:tracePt t="239574" x="5783263" y="6505575"/>
          <p14:tracePt t="239578" x="5783263" y="6499225"/>
          <p14:tracePt t="239592" x="5776913" y="6499225"/>
          <p14:tracePt t="239609" x="5770563" y="6499225"/>
          <p14:tracePt t="239626" x="5757863" y="6492875"/>
          <p14:tracePt t="239643" x="5751513" y="6486525"/>
          <p14:tracePt t="239660" x="5745163" y="6486525"/>
          <p14:tracePt t="239683" x="5745163" y="6473825"/>
          <p14:tracePt t="239692" x="5738813" y="6473825"/>
          <p14:tracePt t="240022" x="5745163" y="6473825"/>
          <p14:tracePt t="240210" x="5745163" y="6467475"/>
          <p14:tracePt t="240233" x="5745163" y="6461125"/>
          <p14:tracePt t="241575" x="5745163" y="6448425"/>
          <p14:tracePt t="241583" x="5751513" y="6443663"/>
          <p14:tracePt t="241598" x="5751513" y="6437313"/>
          <p14:tracePt t="241629" x="5764213" y="6437313"/>
          <p14:tracePt t="241670" x="5770563" y="6437313"/>
          <p14:tracePt t="241693" x="5776913" y="6437313"/>
          <p14:tracePt t="241784" x="5783263" y="6437313"/>
          <p14:tracePt t="241794" x="5789613" y="6424613"/>
          <p14:tracePt t="241811" x="5826125" y="6424613"/>
          <p14:tracePt t="241820" x="5832475" y="6424613"/>
          <p14:tracePt t="241828" x="5838825" y="6424613"/>
          <p14:tracePt t="241841" x="5851525" y="6424613"/>
          <p14:tracePt t="241860" x="5857875" y="6424613"/>
          <p14:tracePt t="242147" x="5864225" y="6424613"/>
          <p14:tracePt t="242160" x="5868988" y="6430963"/>
          <p14:tracePt t="242173" x="5875338" y="6430963"/>
          <p14:tracePt t="242183" x="5881688" y="6430963"/>
          <p14:tracePt t="242192" x="5888038" y="6437313"/>
          <p14:tracePt t="242198" x="5900738" y="6437313"/>
          <p14:tracePt t="242214" x="5919788" y="6437313"/>
          <p14:tracePt t="242225" x="5937250" y="6437313"/>
          <p14:tracePt t="242230" x="5949950" y="6437313"/>
          <p14:tracePt t="242235" x="5981700" y="6437313"/>
          <p14:tracePt t="242243" x="6005513" y="6437313"/>
          <p14:tracePt t="242259" x="6056313" y="6437313"/>
          <p14:tracePt t="242274" x="6124575" y="6424613"/>
          <p14:tracePt t="242291" x="6180138" y="6405563"/>
          <p14:tracePt t="242308" x="6235700" y="6375400"/>
          <p14:tracePt t="242324" x="6265863" y="6350000"/>
          <p14:tracePt t="242342" x="6310313" y="6324600"/>
          <p14:tracePt t="242348" x="6323013" y="6307138"/>
          <p14:tracePt t="242356" x="6327775" y="6300788"/>
          <p14:tracePt t="242361" x="6340475" y="6281738"/>
          <p14:tracePt t="242373" x="6353175" y="6275388"/>
          <p14:tracePt t="242381" x="6359525" y="6269038"/>
          <p14:tracePt t="242388" x="6365875" y="6262688"/>
          <p14:tracePt t="242397" x="6378575" y="6245225"/>
          <p14:tracePt t="242405" x="6384925" y="6238875"/>
          <p14:tracePt t="242412" x="6402388" y="6232525"/>
          <p14:tracePt t="242418" x="6408738" y="6226175"/>
          <p14:tracePt t="242426" x="6434138" y="6207125"/>
          <p14:tracePt t="242434" x="6453188" y="6200775"/>
          <p14:tracePt t="242442" x="6477000" y="6189663"/>
          <p14:tracePt t="242458" x="6532563" y="6183313"/>
          <p14:tracePt t="242468" x="6570663" y="6164263"/>
          <p14:tracePt t="242477" x="6600825" y="6151563"/>
          <p14:tracePt t="242488" x="6626225" y="6145213"/>
          <p14:tracePt t="242493" x="6650038" y="6132513"/>
          <p14:tracePt t="242499" x="6669088" y="6127750"/>
          <p14:tracePt t="242509" x="6675438" y="6121400"/>
          <p14:tracePt t="242519" x="6681788" y="6121400"/>
          <p14:tracePt t="242525" x="6681788" y="6115050"/>
          <p14:tracePt t="242533" x="6694488" y="6115050"/>
          <p14:tracePt t="242553" x="6694488" y="6108700"/>
          <p14:tracePt t="242755" x="6700838" y="6108700"/>
          <p14:tracePt t="242768" x="6707188" y="6108700"/>
          <p14:tracePt t="242845" x="6711950" y="6108700"/>
          <p14:tracePt t="242870" x="6718300" y="6108700"/>
          <p14:tracePt t="242895" x="6724650" y="6108700"/>
          <p14:tracePt t="242909" x="6731000" y="6108700"/>
          <p14:tracePt t="242924" x="6743700" y="6108700"/>
          <p14:tracePt t="242961" x="6750050" y="6108700"/>
          <p14:tracePt t="243054" x="6756400" y="6108700"/>
          <p14:tracePt t="243079" x="6762750" y="6108700"/>
          <p14:tracePt t="243086" x="6775450" y="6108700"/>
          <p14:tracePt t="243094" x="6792913" y="6108700"/>
          <p14:tracePt t="243108" x="6818313" y="6108700"/>
          <p14:tracePt t="243124" x="6824663" y="6108700"/>
          <p14:tracePt t="243128" x="6831013" y="6108700"/>
          <p14:tracePt t="246159" x="6842125" y="6108700"/>
          <p14:tracePt t="246398" x="6854825" y="6121400"/>
          <p14:tracePt t="246413" x="6899275" y="6151563"/>
          <p14:tracePt t="246421" x="6916738" y="6194425"/>
          <p14:tracePt t="246438" x="6910388" y="6238875"/>
          <p14:tracePt t="246447" x="6873875" y="6269038"/>
          <p14:tracePt t="246461" x="6750050" y="6381750"/>
          <p14:tracePt t="246477" x="6711950" y="6448425"/>
          <p14:tracePt t="246485" x="6694488" y="6473825"/>
          <p14:tracePt t="246491" x="6681788" y="6510338"/>
          <p14:tracePt t="246499" x="6681788" y="6548438"/>
          <p14:tracePt t="246513" x="6681788" y="6572250"/>
          <p14:tracePt t="246517" x="6675438" y="6604000"/>
          <p14:tracePt t="246520" x="6675438" y="6616700"/>
          <p14:tracePt t="246529" x="6675438" y="6629400"/>
          <p14:tracePt t="246633" x="6675438" y="6623050"/>
          <p14:tracePt t="246645" x="6681788" y="6610350"/>
          <p14:tracePt t="246660" x="6681788" y="6604000"/>
          <p14:tracePt t="246679" x="6681788" y="6597650"/>
          <p14:tracePt t="246688" x="6681788" y="6591300"/>
          <p14:tracePt t="246694" x="6675438" y="6584950"/>
          <p14:tracePt t="246703" x="6675438" y="6572250"/>
          <p14:tracePt t="246710" x="6675438" y="6561138"/>
          <p14:tracePt t="246727" x="6675438" y="6516688"/>
          <p14:tracePt t="246730" x="6675438" y="6492875"/>
          <p14:tracePt t="246743" x="6675438" y="6454775"/>
          <p14:tracePt t="246749" x="6675438" y="6418263"/>
          <p14:tracePt t="246768" x="6675438" y="6356350"/>
          <p14:tracePt t="246773" x="6675438" y="6324600"/>
          <p14:tracePt t="246779" x="6675438" y="6300788"/>
          <p14:tracePt t="246785" x="6662738" y="6262688"/>
          <p14:tracePt t="246797" x="6656388" y="6238875"/>
          <p14:tracePt t="246810" x="6656388" y="6207125"/>
          <p14:tracePt t="246830" x="6656388" y="6183313"/>
          <p14:tracePt t="246844" x="6669088" y="6138863"/>
          <p14:tracePt t="246863" x="6681788" y="6121400"/>
          <p14:tracePt t="246867" x="6694488" y="6108700"/>
          <p14:tracePt t="246878" x="6711950" y="6096000"/>
          <p14:tracePt t="246884" x="6718300" y="6089650"/>
          <p14:tracePt t="246891" x="6718300" y="6083300"/>
          <p14:tracePt t="246909" x="6718300" y="6076950"/>
          <p14:tracePt t="246915" x="6724650" y="6076950"/>
          <p14:tracePt t="246940" x="6731000" y="6070600"/>
          <p14:tracePt t="246956" x="6737350" y="6070600"/>
          <p14:tracePt t="246965" x="6743700" y="6070600"/>
          <p14:tracePt t="246979" x="6750050" y="6064250"/>
          <p14:tracePt t="246993" x="6762750" y="6064250"/>
          <p14:tracePt t="247009" x="6769100" y="6064250"/>
          <p14:tracePt t="247038" x="6775450" y="6064250"/>
          <p14:tracePt t="247233" x="6780213" y="6064250"/>
          <p14:tracePt t="247243" x="6792913" y="6064250"/>
          <p14:tracePt t="247249" x="6811963" y="6083300"/>
          <p14:tracePt t="247257" x="6831013" y="6108700"/>
          <p14:tracePt t="247275" x="6880225" y="6176963"/>
          <p14:tracePt t="247279" x="6905625" y="6219825"/>
          <p14:tracePt t="247289" x="6923088" y="6245225"/>
          <p14:tracePt t="247296" x="6929438" y="6262688"/>
          <p14:tracePt t="247298" x="6935788" y="6300788"/>
          <p14:tracePt t="247310" x="6948488" y="6318250"/>
          <p14:tracePt t="247325" x="6948488" y="6343650"/>
          <p14:tracePt t="247343" x="6948488" y="6362700"/>
          <p14:tracePt t="247347" x="6929438" y="6381750"/>
          <p14:tracePt t="247365" x="6905625" y="6392863"/>
          <p14:tracePt t="247373" x="6892925" y="6405563"/>
          <p14:tracePt t="247379" x="6861175" y="6411913"/>
          <p14:tracePt t="247388" x="6854825" y="6411913"/>
          <p14:tracePt t="247398" x="6842125" y="6411913"/>
          <p14:tracePt t="247405" x="6837363" y="6411913"/>
          <p14:tracePt t="247414" x="6837363" y="6418263"/>
          <p14:tracePt t="247418" x="6824663" y="6418263"/>
          <p14:tracePt t="247428" x="6818313" y="6418263"/>
          <p14:tracePt t="247443" x="6811963" y="6418263"/>
          <p14:tracePt t="247494" x="6805613" y="6418263"/>
          <p14:tracePt t="247516" x="6799263" y="6418263"/>
          <p14:tracePt t="247530" x="6799263" y="6411913"/>
          <p14:tracePt t="247540" x="6792913" y="6405563"/>
          <p14:tracePt t="247549" x="6792913" y="6386513"/>
          <p14:tracePt t="247568" x="6792913" y="6375400"/>
          <p14:tracePt t="247578" x="6792913" y="6369050"/>
          <p14:tracePt t="247588" x="6792913" y="6362700"/>
          <p14:tracePt t="247595" x="6792913" y="6356350"/>
          <p14:tracePt t="247733" x="6799263" y="6356350"/>
          <p14:tracePt t="247749" x="6805613" y="6356350"/>
          <p14:tracePt t="247765" x="6811963" y="6356350"/>
          <p14:tracePt t="247778" x="6811963" y="6343650"/>
          <p14:tracePt t="247794" x="6818313" y="6343650"/>
          <p14:tracePt t="247949" x="6818313" y="6350000"/>
          <p14:tracePt t="247963" x="6805613" y="6362700"/>
          <p14:tracePt t="247972" x="6799263" y="6369050"/>
          <p14:tracePt t="247980" x="6780213" y="6386513"/>
          <p14:tracePt t="247988" x="6769100" y="6392863"/>
          <p14:tracePt t="247998" x="6750050" y="6399213"/>
          <p14:tracePt t="248017" x="6688138" y="6411913"/>
          <p14:tracePt t="248022" x="6656388" y="6418263"/>
          <p14:tracePt t="248033" x="6607175" y="6418263"/>
          <p14:tracePt t="248037" x="6581775" y="6418263"/>
          <p14:tracePt t="248045" x="6545263" y="6418263"/>
          <p14:tracePt t="248060" x="6489700" y="6418263"/>
          <p14:tracePt t="248078" x="6389688" y="6418263"/>
          <p14:tracePt t="248082" x="6340475" y="6418263"/>
          <p14:tracePt t="248100" x="6235700" y="6430963"/>
          <p14:tracePt t="248107" x="6186488" y="6430963"/>
          <p14:tracePt t="248117" x="6129338" y="6430963"/>
          <p14:tracePt t="248124" x="6080125" y="6430963"/>
          <p14:tracePt t="248130" x="6030913" y="6430963"/>
          <p14:tracePt t="248144" x="5981700" y="6430963"/>
          <p14:tracePt t="248147" x="5926138" y="6430963"/>
          <p14:tracePt t="248159" x="5875338" y="6430963"/>
          <p14:tracePt t="248162" x="5826125" y="6430963"/>
          <p14:tracePt t="248177" x="5721350" y="6430963"/>
          <p14:tracePt t="248188" x="5672138" y="6424613"/>
          <p14:tracePt t="248194" x="5614988" y="6411913"/>
          <p14:tracePt t="248204" x="5559425" y="6392863"/>
          <p14:tracePt t="248211" x="5484813" y="6356350"/>
          <p14:tracePt t="248229" x="5373688" y="6300788"/>
          <p14:tracePt t="248243" x="5275263" y="6232525"/>
          <p14:tracePt t="248260" x="5213350" y="6194425"/>
          <p14:tracePt t="248272" x="5187950" y="6164263"/>
          <p14:tracePt t="248279" x="5168900" y="6138863"/>
          <p14:tracePt t="248291" x="5151438" y="6108700"/>
          <p14:tracePt t="248300" x="5138738" y="6083300"/>
          <p14:tracePt t="248316" x="5138738" y="6040438"/>
          <p14:tracePt t="248321" x="5138738" y="6002338"/>
          <p14:tracePt t="248334" x="5138738" y="5978525"/>
          <p14:tracePt t="248343" x="5138738" y="5940425"/>
          <p14:tracePt t="248349" x="5151438" y="5897563"/>
          <p14:tracePt t="248364" x="5256213" y="5822950"/>
          <p14:tracePt t="248380" x="5343525" y="5767388"/>
          <p14:tracePt t="248394" x="5467350" y="5718175"/>
          <p14:tracePt t="248410" x="5653088" y="5681663"/>
          <p14:tracePt t="248425" x="5738813" y="5668963"/>
          <p14:tracePt t="248443" x="5975350" y="5675313"/>
          <p14:tracePt t="248459" x="6118225" y="5711825"/>
          <p14:tracePt t="248476" x="6310313" y="5773738"/>
          <p14:tracePt t="248487" x="6396038" y="5799138"/>
          <p14:tracePt t="248493" x="6496050" y="5822950"/>
          <p14:tracePt t="248503" x="6600825" y="5867400"/>
          <p14:tracePt t="248510" x="6724650" y="5903913"/>
          <p14:tracePt t="248526" x="6910388" y="5953125"/>
          <p14:tracePt t="248531" x="6985000" y="5978525"/>
          <p14:tracePt t="248542" x="7010400" y="5984875"/>
          <p14:tracePt t="248547" x="7046913" y="6008688"/>
          <p14:tracePt t="248563" x="7085013" y="6040438"/>
          <p14:tracePt t="248569" x="7091363" y="6046788"/>
          <p14:tracePt t="248585" x="7102475" y="6070600"/>
          <p14:tracePt t="248595" x="7108825" y="6089650"/>
          <p14:tracePt t="248612" x="7115175" y="6108700"/>
          <p14:tracePt t="248617" x="7115175" y="6127750"/>
          <p14:tracePt t="248627" x="7115175" y="6132513"/>
          <p14:tracePt t="248645" x="7115175" y="6151563"/>
          <p14:tracePt t="248663" x="7078663" y="6189663"/>
          <p14:tracePt t="248669" x="7059613" y="6226175"/>
          <p14:tracePt t="248681" x="6991350" y="6275388"/>
          <p14:tracePt t="248692" x="6948488" y="6307138"/>
          <p14:tracePt t="248709" x="6867525" y="6337300"/>
          <p14:tracePt t="248725" x="6756400" y="6381750"/>
          <p14:tracePt t="248743" x="6594475" y="6430963"/>
          <p14:tracePt t="248749" x="6508750" y="6454775"/>
          <p14:tracePt t="248771" x="6272213" y="6480175"/>
          <p14:tracePt t="248779" x="6092825" y="6492875"/>
          <p14:tracePt t="248788" x="5975350" y="6492875"/>
          <p14:tracePt t="248795" x="5894388" y="6492875"/>
          <p14:tracePt t="248806" x="5795963" y="6492875"/>
          <p14:tracePt t="248818" x="5640388" y="6492875"/>
          <p14:tracePt t="248827" x="5584825" y="6480175"/>
          <p14:tracePt t="248838" x="5497513" y="6443663"/>
          <p14:tracePt t="248845" x="5441950" y="6418263"/>
          <p14:tracePt t="248854" x="5349875" y="6369050"/>
          <p14:tracePt t="248863" x="5292725" y="6330950"/>
          <p14:tracePt t="248867" x="5207000" y="6281738"/>
          <p14:tracePt t="248875" x="5132388" y="6245225"/>
          <p14:tracePt t="248892" x="5002213" y="6170613"/>
          <p14:tracePt t="248910" x="4940300" y="6127750"/>
          <p14:tracePt t="248914" x="4921250" y="6096000"/>
          <p14:tracePt t="248923" x="4902200" y="6070600"/>
          <p14:tracePt t="248933" x="4902200" y="6053138"/>
          <p14:tracePt t="248940" x="4895850" y="6040438"/>
          <p14:tracePt t="248948" x="4895850" y="6008688"/>
          <p14:tracePt t="248955" x="4895850" y="5984875"/>
          <p14:tracePt t="248963" x="4895850" y="5959475"/>
          <p14:tracePt t="248974" x="4908550" y="5916613"/>
          <p14:tracePt t="248979" x="4933950" y="5861050"/>
          <p14:tracePt t="248989" x="4940300" y="5835650"/>
          <p14:tracePt t="248997" x="4976813" y="5780088"/>
          <p14:tracePt t="249010" x="5057775" y="5662613"/>
          <p14:tracePt t="249027" x="5126038" y="5600700"/>
          <p14:tracePt t="249049" x="5305425" y="5526088"/>
          <p14:tracePt t="249054" x="5373688" y="5500688"/>
          <p14:tracePt t="249060" x="5448300" y="5483225"/>
          <p14:tracePt t="249067" x="5546725" y="5470525"/>
          <p14:tracePt t="249076" x="5665788" y="5451475"/>
          <p14:tracePt t="249094" x="5881688" y="5457825"/>
          <p14:tracePt t="249098" x="5969000" y="5483225"/>
          <p14:tracePt t="249109" x="6073775" y="5513388"/>
          <p14:tracePt t="249127" x="6278563" y="5588000"/>
          <p14:tracePt t="249131" x="6372225" y="5624513"/>
          <p14:tracePt t="249144" x="6477000" y="5681663"/>
          <p14:tracePt t="249160" x="6656388" y="5780088"/>
          <p14:tracePt t="249166" x="6724650" y="5816600"/>
          <p14:tracePt t="249179" x="6786563" y="5867400"/>
          <p14:tracePt t="249185" x="6842125" y="5929313"/>
          <p14:tracePt t="249197" x="6861175" y="5953125"/>
          <p14:tracePt t="249210" x="6861175" y="5997575"/>
          <p14:tracePt t="249228" x="6861175" y="6027738"/>
          <p14:tracePt t="249243" x="6861175" y="6070600"/>
          <p14:tracePt t="249260" x="6848475" y="6089650"/>
          <p14:tracePt t="249278" x="6842125" y="6115050"/>
          <p14:tracePt t="249284" x="6837363" y="6121400"/>
          <p14:tracePt t="249307" x="6792913" y="6170613"/>
          <p14:tracePt t="249320" x="6762750" y="6189663"/>
          <p14:tracePt t="249334" x="6707188" y="6219825"/>
          <p14:tracePt t="249338" x="6656388" y="6251575"/>
          <p14:tracePt t="249348" x="6613525" y="6269038"/>
          <p14:tracePt t="249362" x="6502400" y="6313488"/>
          <p14:tracePt t="249379" x="6359525" y="6350000"/>
          <p14:tracePt t="249394" x="6223000" y="6375400"/>
          <p14:tracePt t="249411" x="6067425" y="6386513"/>
          <p14:tracePt t="249428" x="5919788" y="6386513"/>
          <p14:tracePt t="249443" x="5832475" y="6386513"/>
          <p14:tracePt t="249449" x="5672138" y="6386513"/>
          <p14:tracePt t="249461" x="5603875" y="6386513"/>
          <p14:tracePt t="249469" x="5516563" y="6381750"/>
          <p14:tracePt t="249478" x="5429250" y="6369050"/>
          <p14:tracePt t="249488" x="5373688" y="6356350"/>
          <p14:tracePt t="249493" x="5305425" y="6343650"/>
          <p14:tracePt t="249499" x="5237163" y="6343650"/>
          <p14:tracePt t="249510" x="5156200" y="6330950"/>
          <p14:tracePt t="249515" x="5089525" y="6330950"/>
          <p14:tracePt t="249524" x="5021263" y="6318250"/>
          <p14:tracePt t="249534" x="4964113" y="6313488"/>
          <p14:tracePt t="249543" x="4908550" y="6300788"/>
          <p14:tracePt t="249547" x="4884738" y="6281738"/>
          <p14:tracePt t="249561" x="4852988" y="6269038"/>
          <p14:tracePt t="249579" x="4829175" y="6238875"/>
          <p14:tracePt t="249587" x="4829175" y="6219825"/>
          <p14:tracePt t="249593" x="4829175" y="6207125"/>
          <p14:tracePt t="249605" x="4829175" y="6176963"/>
          <p14:tracePt t="249610" x="4833938" y="6138863"/>
          <p14:tracePt t="249618" x="4840288" y="6102350"/>
          <p14:tracePt t="249627" x="4878388" y="6046788"/>
          <p14:tracePt t="249631" x="4895850" y="6002338"/>
          <p14:tracePt t="249633" x="4940300" y="5959475"/>
          <p14:tracePt t="249643" x="5002213" y="5922963"/>
          <p14:tracePt t="249660" x="5083175" y="5873750"/>
          <p14:tracePt t="249677" x="5262563" y="5799138"/>
          <p14:tracePt t="249694" x="5546725" y="5699125"/>
          <p14:tracePt t="249712" x="5937250" y="5613400"/>
          <p14:tracePt t="249719" x="6105525" y="5581650"/>
          <p14:tracePt t="249727" x="6284913" y="5568950"/>
          <p14:tracePt t="249738" x="6581775" y="5568950"/>
          <p14:tracePt t="249745" x="6731000" y="5588000"/>
          <p14:tracePt t="249766" x="7016750" y="5643563"/>
          <p14:tracePt t="249778" x="7121525" y="5668963"/>
          <p14:tracePt t="249785" x="7313613" y="5748338"/>
          <p14:tracePt t="249794" x="7381875" y="5786438"/>
          <p14:tracePt t="249813" x="7469188" y="5848350"/>
          <p14:tracePt t="249829" x="7481888" y="5878513"/>
          <p14:tracePt t="249845" x="7475538" y="5922963"/>
          <p14:tracePt t="249861" x="7437438" y="5978525"/>
          <p14:tracePt t="249878" x="7381875" y="6040438"/>
          <p14:tracePt t="249884" x="7326313" y="6083300"/>
          <p14:tracePt t="249900" x="7251700" y="6121400"/>
          <p14:tracePt t="249911" x="7196138" y="6138863"/>
          <p14:tracePt t="249927" x="7023100" y="6219825"/>
          <p14:tracePt t="249932" x="6929438" y="6245225"/>
          <p14:tracePt t="249941" x="6769100" y="6281738"/>
          <p14:tracePt t="249948" x="6632575" y="6324600"/>
          <p14:tracePt t="249954" x="6496050" y="6350000"/>
          <p14:tracePt t="249968" x="6359525" y="6362700"/>
          <p14:tracePt t="249972" x="6229350" y="6362700"/>
          <p14:tracePt t="249981" x="6118225" y="6362700"/>
          <p14:tracePt t="249993" x="5900738" y="6356350"/>
          <p14:tracePt t="250010" x="5659438" y="6294438"/>
          <p14:tracePt t="250028" x="5484813" y="6213475"/>
          <p14:tracePt t="250043" x="5349875" y="6108700"/>
          <p14:tracePt t="250061" x="5256213" y="6002338"/>
          <p14:tracePt t="250078" x="5213350" y="5891213"/>
          <p14:tracePt t="250095" x="5200650" y="5786438"/>
          <p14:tracePt t="250100" x="5219700" y="5711825"/>
          <p14:tracePt t="250114" x="5237163" y="5656263"/>
          <p14:tracePt t="250118" x="5286375" y="5581650"/>
          <p14:tracePt t="250127" x="5367338" y="5489575"/>
          <p14:tracePt t="250139" x="5553075" y="5334000"/>
          <p14:tracePt t="250146" x="5659438" y="5278438"/>
          <p14:tracePt t="250159" x="5745163" y="5240338"/>
          <p14:tracePt t="250178" x="6018213" y="5216525"/>
          <p14:tracePt t="250194" x="6223000" y="5246688"/>
          <p14:tracePt t="250204" x="6323013" y="5291138"/>
          <p14:tracePt t="250211" x="6427788" y="5327650"/>
          <p14:tracePt t="250222" x="6457950" y="5359400"/>
          <p14:tracePt t="250228" x="6532563" y="5408613"/>
          <p14:tracePt t="250238" x="6577013" y="5451475"/>
          <p14:tracePt t="250243" x="6594475" y="5489575"/>
          <p14:tracePt t="250257" x="6626225" y="5519738"/>
          <p14:tracePt t="250266" x="6638925" y="5613400"/>
          <p14:tracePt t="250277" x="6645275" y="5649913"/>
          <p14:tracePt t="250293" x="6645275" y="5737225"/>
          <p14:tracePt t="250298" x="6645275" y="5773738"/>
          <p14:tracePt t="250310" x="6626225" y="5805488"/>
          <p14:tracePt t="250328" x="6577013" y="5873750"/>
          <p14:tracePt t="250333" x="6545263" y="5897563"/>
          <p14:tracePt t="250349" x="6464300" y="5940425"/>
          <p14:tracePt t="250361" x="6408738" y="5965825"/>
          <p14:tracePt t="250380" x="6129338" y="6053138"/>
          <p14:tracePt t="250393" x="5894388" y="6076950"/>
          <p14:tracePt t="250411" x="5695950" y="6089650"/>
          <p14:tracePt t="250427" x="5529263" y="6083300"/>
          <p14:tracePt t="250444" x="5461000" y="6070600"/>
          <p14:tracePt t="250449" x="5386388" y="6053138"/>
          <p14:tracePt t="250453" x="5330825" y="6027738"/>
          <p14:tracePt t="250463" x="5286375" y="5997575"/>
          <p14:tracePt t="250477" x="5213350" y="5922963"/>
          <p14:tracePt t="250493" x="5194300" y="5867400"/>
          <p14:tracePt t="250497" x="5194300" y="5842000"/>
          <p14:tracePt t="250510" x="5194300" y="5810250"/>
          <p14:tracePt t="250516" x="5224463" y="5773738"/>
          <p14:tracePt t="250526" x="5256213" y="5743575"/>
          <p14:tracePt t="250538" x="5299075" y="5711825"/>
          <p14:tracePt t="250544" x="5360988" y="5662613"/>
          <p14:tracePt t="250558" x="5435600" y="5613400"/>
          <p14:tracePt t="250567" x="5646738" y="5507038"/>
          <p14:tracePt t="250571" x="5764213" y="5451475"/>
          <p14:tracePt t="250578" x="5919788" y="5395913"/>
          <p14:tracePt t="250587" x="6037263" y="5370513"/>
          <p14:tracePt t="250597" x="6167438" y="5359400"/>
          <p14:tracePt t="250610" x="6384925" y="5359400"/>
          <p14:tracePt t="250628" x="6515100" y="5395913"/>
          <p14:tracePt t="250635" x="6551613" y="5414963"/>
          <p14:tracePt t="250648" x="6581775" y="5432425"/>
          <p14:tracePt t="250661" x="6669088" y="5519738"/>
          <p14:tracePt t="250667" x="6675438" y="5538788"/>
          <p14:tracePt t="250686" x="6707188" y="5630863"/>
          <p14:tracePt t="250695" x="6707188" y="5656263"/>
          <p14:tracePt t="250711" x="6694488" y="5730875"/>
          <p14:tracePt t="250717" x="6669088" y="5805488"/>
          <p14:tracePt t="250727" x="6626225" y="5848350"/>
          <p14:tracePt t="250741" x="6508750" y="5953125"/>
          <p14:tracePt t="250748" x="6464300" y="5978525"/>
          <p14:tracePt t="250757" x="6421438" y="5997575"/>
          <p14:tracePt t="250767" x="6353175" y="6034088"/>
          <p14:tracePt t="250777" x="6223000" y="6089650"/>
          <p14:tracePt t="250793" x="6154738" y="6102350"/>
          <p14:tracePt t="250816" x="5962650" y="6127750"/>
          <p14:tracePt t="250822" x="5894388" y="6127750"/>
          <p14:tracePt t="250830" x="5826125" y="6127750"/>
          <p14:tracePt t="250841" x="5776913" y="6127750"/>
          <p14:tracePt t="250848" x="5745163" y="6102350"/>
          <p14:tracePt t="250853" x="5727700" y="6096000"/>
          <p14:tracePt t="250860" x="5689600" y="6053138"/>
          <p14:tracePt t="250867" x="5659438" y="6021388"/>
          <p14:tracePt t="250878" x="5621338" y="5965825"/>
          <p14:tracePt t="250880" x="5591175" y="5910263"/>
          <p14:tracePt t="250894" x="5572125" y="5867400"/>
          <p14:tracePt t="250901" x="5572125" y="5816600"/>
          <p14:tracePt t="250910" x="5572125" y="5767388"/>
          <p14:tracePt t="250914" x="5572125" y="5724525"/>
          <p14:tracePt t="250928" x="5591175" y="5686425"/>
          <p14:tracePt t="250935" x="5640388" y="5643563"/>
          <p14:tracePt t="250943" x="5695950" y="5619750"/>
          <p14:tracePt t="250948" x="5738813" y="5588000"/>
          <p14:tracePt t="250958" x="5776913" y="5575300"/>
          <p14:tracePt t="250965" x="5845175" y="5551488"/>
          <p14:tracePt t="250971" x="5962650" y="5526088"/>
          <p14:tracePt t="250978" x="6067425" y="5500688"/>
          <p14:tracePt t="250985" x="6197600" y="5489575"/>
          <p14:tracePt t="250997" x="6284913" y="5476875"/>
          <p14:tracePt t="251011" x="6489700" y="5483225"/>
          <p14:tracePt t="251030" x="6662738" y="5532438"/>
          <p14:tracePt t="251043" x="6731000" y="5568950"/>
          <p14:tracePt t="251063" x="6842125" y="5681663"/>
          <p14:tracePt t="251068" x="6848475" y="5705475"/>
          <p14:tracePt t="251077" x="6873875" y="5743575"/>
          <p14:tracePt t="251084" x="6873875" y="5780088"/>
          <p14:tracePt t="251102" x="6873875" y="5848350"/>
          <p14:tracePt t="251113" x="6861175" y="5897563"/>
          <p14:tracePt t="251127" x="6837363" y="5940425"/>
          <p14:tracePt t="251131" x="6811963" y="5965825"/>
          <p14:tracePt t="251143" x="6750050" y="6015038"/>
          <p14:tracePt t="251148" x="6694488" y="6064250"/>
          <p14:tracePt t="251160" x="6545263" y="6151563"/>
          <p14:tracePt t="251178" x="6434138" y="6194425"/>
          <p14:tracePt t="251188" x="6340475" y="6232525"/>
          <p14:tracePt t="251200" x="6186488" y="6269038"/>
          <p14:tracePt t="251210" x="6118225" y="6281738"/>
          <p14:tracePt t="251227" x="5994400" y="6288088"/>
          <p14:tracePt t="251243" x="5888038" y="6288088"/>
          <p14:tracePt t="251262" x="5845175" y="6256338"/>
          <p14:tracePt t="251268" x="5838825" y="6245225"/>
          <p14:tracePt t="251287" x="5807075" y="6194425"/>
          <p14:tracePt t="251293" x="5807075" y="6183313"/>
          <p14:tracePt t="251305" x="5802313" y="6151563"/>
          <p14:tracePt t="251309" x="5802313" y="6115050"/>
          <p14:tracePt t="251315" x="5807075" y="6076950"/>
          <p14:tracePt t="251334" x="5845175" y="5997575"/>
          <p14:tracePt t="251344" x="5894388" y="5953125"/>
          <p14:tracePt t="251350" x="5932488" y="5922963"/>
          <p14:tracePt t="251362" x="6030913" y="5878513"/>
          <p14:tracePt t="251377" x="6161088" y="5829300"/>
          <p14:tracePt t="251394" x="6278563" y="5810250"/>
          <p14:tracePt t="251410" x="6402388" y="5810250"/>
          <p14:tracePt t="251427" x="6526213" y="5835650"/>
          <p14:tracePt t="251444" x="6594475" y="5884863"/>
          <p14:tracePt t="251454" x="6626225" y="5916613"/>
          <p14:tracePt t="251463" x="6681788" y="5972175"/>
          <p14:tracePt t="251481" x="6743700" y="6046788"/>
          <p14:tracePt t="251485" x="6756400" y="6083300"/>
          <p14:tracePt t="251493" x="6762750" y="6115050"/>
          <p14:tracePt t="251500" x="6762750" y="6138863"/>
          <p14:tracePt t="251519" x="6762750" y="6200775"/>
          <p14:tracePt t="251531" x="6707188" y="6288088"/>
          <p14:tracePt t="251545" x="6607175" y="6343650"/>
          <p14:tracePt t="251561" x="6551613" y="6375400"/>
          <p14:tracePt t="251578" x="6464300" y="6405563"/>
          <p14:tracePt t="251595" x="6340475" y="6405563"/>
          <p14:tracePt t="251615" x="6278563" y="6405563"/>
          <p14:tracePt t="251630" x="6197600" y="6381750"/>
          <p14:tracePt t="251643" x="6180138" y="6369050"/>
          <p14:tracePt t="251661" x="6105525" y="6288088"/>
          <p14:tracePt t="251677" x="6073775" y="6232525"/>
          <p14:tracePt t="251683" x="6067425" y="6207125"/>
          <p14:tracePt t="251699" x="6067425" y="6151563"/>
          <p14:tracePt t="251711" x="6067425" y="6127750"/>
          <p14:tracePt t="251717" x="6099175" y="6096000"/>
          <p14:tracePt t="251728" x="6142038" y="6053138"/>
          <p14:tracePt t="251735" x="6186488" y="6021388"/>
          <p14:tracePt t="251748" x="6297613" y="5965825"/>
          <p14:tracePt t="251755" x="6421438" y="5910263"/>
          <p14:tracePt t="251761" x="6557963" y="5873750"/>
          <p14:tracePt t="251774" x="6707188" y="5842000"/>
          <p14:tracePt t="251782" x="6854825" y="5829300"/>
          <p14:tracePt t="251794" x="7264400" y="5816600"/>
          <p14:tracePt t="251813" x="7940675" y="5903913"/>
          <p14:tracePt t="251817" x="8367713" y="5991225"/>
          <p14:tracePt t="251828" x="8732838" y="6070600"/>
          <p14:tracePt t="251835" x="9086850" y="6132513"/>
          <p14:tracePt t="251847" x="9409113" y="6170613"/>
          <p14:tracePt t="251862" x="10034588" y="6226175"/>
          <p14:tracePt t="251868" x="10202863" y="6226175"/>
          <p14:tracePt t="251878" x="10333038" y="6226175"/>
          <p14:tracePt t="251885" x="10418763" y="6226175"/>
          <p14:tracePt t="251898" x="10425113" y="6226175"/>
          <p14:tracePt t="251923" x="10412413" y="6226175"/>
          <p14:tracePt t="251930" x="10394950" y="6213475"/>
          <p14:tracePt t="251944" x="10369550" y="6189663"/>
          <p14:tracePt t="251950" x="10350500" y="6145213"/>
          <p14:tracePt t="251964" x="10301288" y="6034088"/>
          <p14:tracePt t="251979" x="10282238" y="5940425"/>
          <p14:tracePt t="251994" x="10271125" y="5873750"/>
          <p14:tracePt t="252004" x="10271125" y="5822950"/>
          <p14:tracePt t="252011" x="10271125" y="5718175"/>
          <p14:tracePt t="252021" x="10294938" y="5686425"/>
          <p14:tracePt t="252031" x="10356850" y="5643563"/>
          <p14:tracePt t="252044" x="10456863" y="5575300"/>
          <p14:tracePt t="252049" x="10480675" y="5556250"/>
          <p14:tracePt t="252062" x="10525125" y="5526088"/>
          <p14:tracePt t="252069" x="10580688" y="5489575"/>
          <p14:tracePt t="252077" x="10642600" y="5445125"/>
          <p14:tracePt t="252090" x="10685463" y="5395913"/>
          <p14:tracePt t="252102" x="10691813" y="5395913"/>
          <p14:tracePt t="252109" x="10691813" y="5389563"/>
          <p14:tracePt t="252146" x="10685463" y="5395913"/>
          <p14:tracePt t="252155" x="10661650" y="5408613"/>
          <p14:tracePt t="252166" x="10642600" y="5414963"/>
          <p14:tracePt t="252179" x="10599738" y="5432425"/>
          <p14:tracePt t="252195" x="10463213" y="5476875"/>
          <p14:tracePt t="252205" x="10437813" y="5476875"/>
          <p14:tracePt t="252215" x="10363200" y="5476875"/>
          <p14:tracePt t="252225" x="10264775" y="5476875"/>
          <p14:tracePt t="252239" x="10066338" y="5476875"/>
          <p14:tracePt t="252244" x="9966325" y="5476875"/>
          <p14:tracePt t="252251" x="9880600" y="5470525"/>
          <p14:tracePt t="252260" x="9793288" y="5445125"/>
          <p14:tracePt t="252277" x="9712325" y="5395913"/>
          <p14:tracePt t="252294" x="9631363" y="5308600"/>
          <p14:tracePt t="252318" x="9594850" y="5184775"/>
          <p14:tracePt t="252327" x="9582150" y="5148263"/>
          <p14:tracePt t="252335" x="9582150" y="5099050"/>
          <p14:tracePt t="252338" x="9588500" y="5043488"/>
          <p14:tracePt t="252347" x="9601200" y="5018088"/>
          <p14:tracePt t="252362" x="9663113" y="4919663"/>
          <p14:tracePt t="252377" x="9705975" y="4887913"/>
          <p14:tracePt t="252380" x="9731375" y="4881563"/>
          <p14:tracePt t="252394" x="9786938" y="4862513"/>
          <p14:tracePt t="252405" x="9842500" y="4862513"/>
          <p14:tracePt t="252411" x="9867900" y="4862513"/>
          <p14:tracePt t="252419" x="9904413" y="4881563"/>
          <p14:tracePt t="252432" x="10021888" y="4943475"/>
          <p14:tracePt t="252443" x="10096500" y="4992688"/>
          <p14:tracePt t="252461" x="10213975" y="5060950"/>
          <p14:tracePt t="252478" x="10288588" y="5148263"/>
          <p14:tracePt t="252495" x="10344150" y="5278438"/>
          <p14:tracePt t="252518" x="10356850" y="5402263"/>
          <p14:tracePt t="252528" x="10344150" y="5432425"/>
          <p14:tracePt t="252540" x="10282238" y="5513388"/>
          <p14:tracePt t="252548" x="10239375" y="5545138"/>
          <p14:tracePt t="252557" x="10202863" y="5562600"/>
          <p14:tracePt t="252574" x="10090150" y="5600700"/>
          <p14:tracePt t="252585" x="9985375" y="5600700"/>
          <p14:tracePt t="252593" x="9923463" y="5600700"/>
          <p14:tracePt t="252611" x="9880600" y="5581650"/>
          <p14:tracePt t="252627" x="9675813" y="5464175"/>
          <p14:tracePt t="252648" x="9637713" y="5395913"/>
          <p14:tracePt t="252658" x="9620250" y="5365750"/>
          <p14:tracePt t="252664" x="9607550" y="5340350"/>
          <p14:tracePt t="252668" x="9607550" y="5314950"/>
          <p14:tracePt t="252677" x="9607550" y="5297488"/>
          <p14:tracePt t="252694" x="9650413" y="5240338"/>
          <p14:tracePt t="252699" x="9705975" y="5203825"/>
          <p14:tracePt t="252710" x="9737725" y="5184775"/>
          <p14:tracePt t="252727" x="9874250" y="5129213"/>
          <p14:tracePt t="252731" x="10028238" y="5060950"/>
          <p14:tracePt t="252738" x="10152063" y="5005388"/>
          <p14:tracePt t="252745" x="10320338" y="4949825"/>
          <p14:tracePt t="252767" x="10642600" y="4881563"/>
          <p14:tracePt t="252781" x="10871200" y="4868863"/>
          <p14:tracePt t="252799" x="11001375" y="4881563"/>
          <p14:tracePt t="252815" x="11082338" y="4930775"/>
          <p14:tracePt t="252829" x="11156950" y="5005388"/>
          <p14:tracePt t="252843" x="11176000" y="5037138"/>
          <p14:tracePt t="252850" x="11187113" y="5135563"/>
          <p14:tracePt t="252868" x="11182350" y="5222875"/>
          <p14:tracePt t="252878" x="11144250" y="5297488"/>
          <p14:tracePt t="252887" x="11095038" y="5389563"/>
          <p14:tracePt t="252894" x="11045825" y="5445125"/>
          <p14:tracePt t="252904" x="10971213" y="5526088"/>
          <p14:tracePt t="252915" x="10821988" y="5624513"/>
          <p14:tracePt t="252929" x="10629900" y="5686425"/>
          <p14:tracePt t="252945" x="10531475" y="5699125"/>
          <p14:tracePt t="252949" x="10444163" y="5711825"/>
          <p14:tracePt t="252961" x="10277475" y="5724525"/>
          <p14:tracePt t="252979" x="10171113" y="5724525"/>
          <p14:tracePt t="252991" x="10158413" y="5724525"/>
          <p14:tracePt t="252995" x="10140950" y="5724525"/>
          <p14:tracePt t="253003" x="10134600" y="5724525"/>
          <p14:tracePt t="253011" x="10128250" y="5724525"/>
          <p14:tracePt t="253030" x="10121900" y="5718175"/>
          <p14:tracePt t="253035" x="10121900" y="5711825"/>
          <p14:tracePt t="253044" x="10121900" y="5699125"/>
          <p14:tracePt t="253050" x="10121900" y="5686425"/>
          <p14:tracePt t="253062" x="10121900" y="5662613"/>
          <p14:tracePt t="253068" x="10140950" y="5619750"/>
          <p14:tracePt t="253075" x="10158413" y="5594350"/>
          <p14:tracePt t="253090" x="10220325" y="5494338"/>
          <p14:tracePt t="253108" x="10339388" y="5314950"/>
          <p14:tracePt t="253114" x="10418763" y="5210175"/>
          <p14:tracePt t="253122" x="10499725" y="5105400"/>
          <p14:tracePt t="253129" x="10599738" y="4981575"/>
          <p14:tracePt t="253143" x="10679113" y="4887913"/>
          <p14:tracePt t="253162" x="10922000" y="4676775"/>
          <p14:tracePt t="253181" x="11020425" y="4633913"/>
          <p14:tracePt t="253203" x="11063288" y="4627563"/>
          <p14:tracePt t="253214" x="11095038" y="4627563"/>
          <p14:tracePt t="253230" x="11107738" y="4627563"/>
          <p14:tracePt t="253246" x="11120438" y="4627563"/>
          <p14:tracePt t="253269" x="11125200" y="4627563"/>
          <p14:tracePt t="253277" x="11131550" y="4627563"/>
          <p14:tracePt t="253298" x="11156950" y="4646613"/>
          <p14:tracePt t="253301" x="11163300" y="4646613"/>
          <p14:tracePt t="253304" x="11163300" y="4652963"/>
          <p14:tracePt t="253313" x="11169650" y="4659313"/>
          <p14:tracePt t="253329" x="11176000" y="4683125"/>
          <p14:tracePt t="253345" x="11176000" y="4702175"/>
          <p14:tracePt t="253354" x="11176000" y="4721225"/>
          <p14:tracePt t="253361" x="11176000" y="4732338"/>
          <p14:tracePt t="253369" x="11176000" y="4738688"/>
          <p14:tracePt t="253385" x="11176000" y="4751388"/>
          <p14:tracePt t="253388" x="11176000" y="4764088"/>
          <p14:tracePt t="253396" x="11176000" y="4770438"/>
          <p14:tracePt t="253401" x="11169650" y="4770438"/>
          <p14:tracePt t="253412" x="11169650" y="4776788"/>
          <p14:tracePt t="253429" x="11163300" y="4783138"/>
          <p14:tracePt t="253462" x="11156950" y="4794250"/>
          <p14:tracePt t="253475" x="11150600" y="4794250"/>
          <p14:tracePt t="253487" x="11137900" y="4800600"/>
          <p14:tracePt t="253494" x="11131550" y="4800600"/>
          <p14:tracePt t="253515" x="11125200" y="4813300"/>
          <p14:tracePt t="253519" x="11120438" y="4819650"/>
          <p14:tracePt t="253522" x="11114088" y="4826000"/>
          <p14:tracePt t="253540" x="11107738" y="4832350"/>
          <p14:tracePt t="253557" x="11101388" y="4832350"/>
          <p14:tracePt t="253588" x="11088688" y="4832350"/>
          <p14:tracePt t="253598" x="11082338" y="4832350"/>
          <p14:tracePt t="253611" x="11069638" y="4832350"/>
          <p14:tracePt t="253628" x="11063288" y="4832350"/>
          <p14:tracePt t="253645" x="11039475" y="4832350"/>
          <p14:tracePt t="253650" x="11033125" y="4826000"/>
          <p14:tracePt t="253661" x="11033125" y="4819650"/>
          <p14:tracePt t="253680" x="11020425" y="4806950"/>
          <p14:tracePt t="253695" x="11020425" y="4794250"/>
          <p14:tracePt t="254765" x="11020425" y="4806950"/>
          <p14:tracePt t="254775" x="11020425" y="4832350"/>
          <p14:tracePt t="254799" x="11026775" y="4975225"/>
          <p14:tracePt t="254808" x="11026775" y="4999038"/>
          <p14:tracePt t="254814" x="11026775" y="5037138"/>
          <p14:tracePt t="254819" x="11026775" y="5060950"/>
          <p14:tracePt t="254829" x="11020425" y="5092700"/>
          <p14:tracePt t="254834" x="11014075" y="5105400"/>
          <p14:tracePt t="254851" x="10983913" y="5154613"/>
          <p14:tracePt t="254871" x="10915650" y="5222875"/>
          <p14:tracePt t="254885" x="10828338" y="5291138"/>
          <p14:tracePt t="254907" x="10672763" y="5365750"/>
          <p14:tracePt t="254917" x="10617200" y="5389563"/>
          <p14:tracePt t="254931" x="10474325" y="5438775"/>
          <p14:tracePt t="254938" x="10444163" y="5438775"/>
          <p14:tracePt t="254953" x="10382250" y="5445125"/>
          <p14:tracePt t="254956" x="10313988" y="5445125"/>
          <p14:tracePt t="254963" x="10277475" y="5445125"/>
          <p14:tracePt t="254979" x="10190163" y="5445125"/>
          <p14:tracePt t="254999" x="10128250" y="5432425"/>
          <p14:tracePt t="255012" x="10059988" y="5408613"/>
          <p14:tracePt t="255034" x="10004425" y="5389563"/>
          <p14:tracePt t="255038" x="9998075" y="5383213"/>
          <p14:tracePt t="255048" x="9985375" y="5370513"/>
          <p14:tracePt t="255064" x="9966325" y="5365750"/>
          <p14:tracePt t="255068" x="9959975" y="5359400"/>
          <p14:tracePt t="255072" x="9955213" y="5353050"/>
          <p14:tracePt t="255081" x="9955213" y="5346700"/>
          <p14:tracePt t="255097" x="9942513" y="5327650"/>
          <p14:tracePt t="255114" x="9936163" y="5314950"/>
          <p14:tracePt t="255123" x="9936163" y="5308600"/>
          <p14:tracePt t="255130" x="9936163" y="5302250"/>
          <p14:tracePt t="255150" x="9936163" y="5291138"/>
          <p14:tracePt t="255157" x="9936163" y="5278438"/>
          <p14:tracePt t="255164" x="9942513" y="5265738"/>
          <p14:tracePt t="255182" x="9948863" y="5235575"/>
          <p14:tracePt t="255195" x="9955213" y="5216525"/>
          <p14:tracePt t="255216" x="9955213" y="5203825"/>
          <p14:tracePt t="255229" x="9959975" y="5203825"/>
          <p14:tracePt t="255234" x="9979025" y="5203825"/>
          <p14:tracePt t="255245" x="9991725" y="5203825"/>
          <p14:tracePt t="255252" x="10017125" y="5203825"/>
          <p14:tracePt t="255276" x="10090150" y="5210175"/>
          <p14:tracePt t="255284" x="10102850" y="5210175"/>
          <p14:tracePt t="255294" x="10121900" y="5210175"/>
          <p14:tracePt t="255298" x="10128250" y="5210175"/>
          <p14:tracePt t="255312" x="10134600" y="5210175"/>
          <p14:tracePt t="255329" x="10140950" y="5210175"/>
          <p14:tracePt t="255348" x="10140950" y="5203825"/>
          <p14:tracePt t="255364" x="10140950" y="5197475"/>
          <p14:tracePt t="255369" x="10140950" y="5191125"/>
          <p14:tracePt t="255385" x="10140950" y="5178425"/>
          <p14:tracePt t="255397" x="10140950" y="5173663"/>
          <p14:tracePt t="255410" x="10140950" y="5167313"/>
          <p14:tracePt t="255413" x="10140950" y="5148263"/>
          <p14:tracePt t="255432" x="10147300" y="5141913"/>
          <p14:tracePt t="255444" x="10147300" y="5135563"/>
          <p14:tracePt t="255463" x="10147300" y="5129213"/>
          <p14:tracePt t="255479" x="10152063" y="5129213"/>
          <p14:tracePt t="255502" x="10164763" y="5129213"/>
          <p14:tracePt t="255584" x="10171113" y="5129213"/>
          <p14:tracePt t="255614" x="10171113" y="5135563"/>
          <p14:tracePt t="255627" x="10164763" y="5154613"/>
          <p14:tracePt t="255631" x="10158413" y="5173663"/>
          <p14:tracePt t="255640" x="10152063" y="5197475"/>
          <p14:tracePt t="255646" x="10134600" y="5216525"/>
          <p14:tracePt t="255655" x="10115550" y="5240338"/>
          <p14:tracePt t="255662" x="10083800" y="5297488"/>
          <p14:tracePt t="255667" x="10034588" y="5340350"/>
          <p14:tracePt t="255693" x="9917113" y="5464175"/>
          <p14:tracePt t="255699" x="9812338" y="5556250"/>
          <p14:tracePt t="255708" x="9718675" y="5619750"/>
          <p14:tracePt t="255718" x="9626600" y="5686425"/>
          <p14:tracePt t="255728" x="9520238" y="5754688"/>
          <p14:tracePt t="255732" x="9434513" y="5805488"/>
          <p14:tracePt t="255748" x="9223375" y="5910263"/>
          <p14:tracePt t="255752" x="9086850" y="5965825"/>
          <p14:tracePt t="255767" x="8950325" y="6021388"/>
          <p14:tracePt t="255776" x="8826500" y="6059488"/>
          <p14:tracePt t="255785" x="8658225" y="6102350"/>
          <p14:tracePt t="255788" x="8510588" y="6138863"/>
          <p14:tracePt t="255794" x="8318500" y="6189663"/>
          <p14:tracePt t="255811" x="7859713" y="6281738"/>
          <p14:tracePt t="255829" x="7413625" y="6350000"/>
          <p14:tracePt t="255848" x="7040563" y="6392863"/>
          <p14:tracePt t="255853" x="6842125" y="6392863"/>
          <p14:tracePt t="255869" x="6532563" y="6392863"/>
          <p14:tracePt t="255877" x="6384925" y="6392863"/>
          <p14:tracePt t="255888" x="6254750" y="6392863"/>
          <p14:tracePt t="255898" x="5999163" y="6343650"/>
          <p14:tracePt t="255910" x="5894388" y="6318250"/>
          <p14:tracePt t="255915" x="5826125" y="6294438"/>
          <p14:tracePt t="255925" x="5751513" y="6269038"/>
          <p14:tracePt t="255934" x="5683250" y="6251575"/>
          <p14:tracePt t="255947" x="5610225" y="6226175"/>
          <p14:tracePt t="255963" x="5584825" y="6213475"/>
          <p14:tracePt t="255989" x="5572125" y="6200775"/>
          <p14:tracePt t="255994" x="5572125" y="6194425"/>
          <p14:tracePt t="256004" x="5572125" y="6176963"/>
          <p14:tracePt t="256011" x="5572125" y="6170613"/>
          <p14:tracePt t="256027" x="5584825" y="6145213"/>
          <p14:tracePt t="256045" x="5610225" y="6115050"/>
          <p14:tracePt t="256050" x="5627688" y="6083300"/>
          <p14:tracePt t="256064" x="5646738" y="6064250"/>
          <p14:tracePt t="256069" x="5672138" y="6040438"/>
          <p14:tracePt t="256086" x="5770563" y="5978525"/>
          <p14:tracePt t="256098" x="5838825" y="5929313"/>
          <p14:tracePt t="256106" x="5907088" y="5903913"/>
          <p14:tracePt t="256120" x="5943600" y="5891213"/>
          <p14:tracePt t="256130" x="5988050" y="5873750"/>
          <p14:tracePt t="256135" x="6037263" y="5873750"/>
          <p14:tracePt t="256141" x="6073775" y="5873750"/>
          <p14:tracePt t="256151" x="6111875" y="5873750"/>
          <p14:tracePt t="256161" x="6161088" y="5878513"/>
          <p14:tracePt t="256165" x="6235700" y="5916613"/>
          <p14:tracePt t="256176" x="6310313" y="5935663"/>
          <p14:tracePt t="256180" x="6365875" y="5959475"/>
          <p14:tracePt t="256190" x="6389688" y="5965825"/>
          <p14:tracePt t="256198" x="6440488" y="5978525"/>
          <p14:tracePt t="256215" x="6557963" y="6021388"/>
          <p14:tracePt t="256221" x="6613525" y="6046788"/>
          <p14:tracePt t="256235" x="6681788" y="6096000"/>
          <p14:tracePt t="256244" x="6700838" y="6115050"/>
          <p14:tracePt t="256261" x="6711950" y="6145213"/>
          <p14:tracePt t="256280" x="6724650" y="6189663"/>
          <p14:tracePt t="256283" x="6724650" y="6207125"/>
          <p14:tracePt t="256299" x="6724650" y="6251575"/>
          <p14:tracePt t="256309" x="6724650" y="6256338"/>
          <p14:tracePt t="256316" x="6707188" y="6281738"/>
          <p14:tracePt t="256328" x="6688138" y="6300788"/>
          <p14:tracePt t="256338" x="6645275" y="6324600"/>
          <p14:tracePt t="256348" x="6600825" y="6356350"/>
          <p14:tracePt t="256362" x="6508750" y="6386513"/>
          <p14:tracePt t="256382" x="6384925" y="6405563"/>
          <p14:tracePt t="256399" x="6278563" y="6418263"/>
          <p14:tracePt t="256412" x="6180138" y="6418263"/>
          <p14:tracePt t="256429" x="6056313" y="6411913"/>
          <p14:tracePt t="256447" x="5949950" y="6381750"/>
          <p14:tracePt t="256451" x="5907088" y="6362700"/>
          <p14:tracePt t="256461" x="5881688" y="6350000"/>
          <p14:tracePt t="256479" x="5845175" y="6318250"/>
          <p14:tracePt t="256494" x="5826125" y="6294438"/>
          <p14:tracePt t="256512" x="5826125" y="6251575"/>
          <p14:tracePt t="256530" x="5851525" y="6170613"/>
          <p14:tracePt t="256549" x="5969000" y="6053138"/>
          <p14:tracePt t="256557" x="6024563" y="6008688"/>
          <p14:tracePt t="256564" x="6067425" y="5972175"/>
          <p14:tracePt t="256583" x="6154738" y="5935663"/>
          <p14:tracePt t="256593" x="6229350" y="5897563"/>
          <p14:tracePt t="256598" x="6316663" y="5861050"/>
          <p14:tracePt t="256605" x="6372225" y="5854700"/>
          <p14:tracePt t="256614" x="6396038" y="5854700"/>
          <p14:tracePt t="256629" x="6453188" y="5873750"/>
          <p14:tracePt t="256645" x="6508750" y="5922963"/>
          <p14:tracePt t="256663" x="6594475" y="6021388"/>
          <p14:tracePt t="256669" x="6626225" y="6064250"/>
          <p14:tracePt t="256678" x="6632575" y="6083300"/>
          <p14:tracePt t="256684" x="6645275" y="6121400"/>
          <p14:tracePt t="256689" x="6650038" y="6157913"/>
          <p14:tracePt t="256703" x="6650038" y="6194425"/>
          <p14:tracePt t="256711" x="6650038" y="6219825"/>
          <p14:tracePt t="256716" x="6600825" y="6288088"/>
          <p14:tracePt t="256728" x="6581775" y="6318250"/>
          <p14:tracePt t="256733" x="6545263" y="6356350"/>
          <p14:tracePt t="256745" x="6470650" y="6418263"/>
          <p14:tracePt t="256762" x="6402388" y="6448425"/>
          <p14:tracePt t="256770" x="6378575" y="6461125"/>
          <p14:tracePt t="256777" x="6359525" y="6467475"/>
          <p14:tracePt t="256794" x="6323013" y="6467475"/>
          <p14:tracePt t="256798" x="6297613" y="6467475"/>
          <p14:tracePt t="256809" x="6235700" y="6467475"/>
          <p14:tracePt t="256822" x="6186488" y="6467475"/>
          <p14:tracePt t="256834" x="6129338" y="6461125"/>
          <p14:tracePt t="256842" x="6073775" y="6443663"/>
          <p14:tracePt t="256852" x="5975350" y="6399213"/>
          <p14:tracePt t="256858" x="5919788" y="6362700"/>
          <p14:tracePt t="256865" x="5864225" y="6337300"/>
          <p14:tracePt t="256874" x="5819775" y="6307138"/>
          <p14:tracePt t="256881" x="5789613" y="6281738"/>
          <p14:tracePt t="256895" x="5745163" y="6232525"/>
          <p14:tracePt t="256911" x="5727700" y="6170613"/>
          <p14:tracePt t="256914" x="5715000" y="6102350"/>
          <p14:tracePt t="256929" x="5715000" y="6064250"/>
          <p14:tracePt t="256938" x="5721350" y="6008688"/>
          <p14:tracePt t="256945" x="5751513" y="5984875"/>
          <p14:tracePt t="256959" x="5776913" y="5965825"/>
          <p14:tracePt t="256963" x="5826125" y="5940425"/>
          <p14:tracePt t="256970" x="5907088" y="5891213"/>
          <p14:tracePt t="256979" x="5975350" y="5867400"/>
          <p14:tracePt t="256994" x="6043613" y="5854700"/>
          <p14:tracePt t="257012" x="6161088" y="5842000"/>
          <p14:tracePt t="257037" x="6316663" y="5842000"/>
          <p14:tracePt t="257044" x="6372225" y="5848350"/>
          <p14:tracePt t="257055" x="6408738" y="5854700"/>
          <p14:tracePt t="257063" x="6464300" y="5878513"/>
          <p14:tracePt t="257079" x="6551613" y="5940425"/>
          <p14:tracePt t="257083" x="6577013" y="5959475"/>
          <p14:tracePt t="257097" x="6626225" y="6015038"/>
          <p14:tracePt t="257111" x="6632575" y="6040438"/>
          <p14:tracePt t="257118" x="6645275" y="6083300"/>
          <p14:tracePt t="257131" x="6645275" y="6132513"/>
          <p14:tracePt t="257142" x="6638925" y="6157913"/>
          <p14:tracePt t="257148" x="6619875" y="6213475"/>
          <p14:tracePt t="257158" x="6613525" y="6219825"/>
          <p14:tracePt t="257167" x="6588125" y="6245225"/>
          <p14:tracePt t="257176" x="6557963" y="6275388"/>
          <p14:tracePt t="257188" x="6489700" y="6313488"/>
          <p14:tracePt t="257194" x="6464300" y="6318250"/>
          <p14:tracePt t="257203" x="6427788" y="6343650"/>
          <p14:tracePt t="257210" x="6396038" y="6343650"/>
          <p14:tracePt t="257228" x="6323013" y="6350000"/>
          <p14:tracePt t="257245" x="6259513" y="6350000"/>
          <p14:tracePt t="257261" x="6180138" y="6350000"/>
          <p14:tracePt t="257280" x="6105525" y="6337300"/>
          <p14:tracePt t="257284" x="6073775" y="6318250"/>
          <p14:tracePt t="257293" x="6056313" y="6313488"/>
          <p14:tracePt t="257298" x="6030913" y="6294438"/>
          <p14:tracePt t="257308" x="6011863" y="6281738"/>
          <p14:tracePt t="257315" x="5994400" y="6256338"/>
          <p14:tracePt t="257322" x="5988050" y="6238875"/>
          <p14:tracePt t="257331" x="5988050" y="6213475"/>
          <p14:tracePt t="257346" x="5975350" y="6145213"/>
          <p14:tracePt t="257363" x="5988050" y="6083300"/>
          <p14:tracePt t="257379" x="6073775" y="5984875"/>
          <p14:tracePt t="257397" x="6161088" y="5929313"/>
          <p14:tracePt t="257412" x="6242050" y="5891213"/>
          <p14:tracePt t="257418" x="6265863" y="5878513"/>
          <p14:tracePt t="257436" x="6303963" y="5878513"/>
          <p14:tracePt t="257446" x="6316663" y="5878513"/>
          <p14:tracePt t="257461" x="6359525" y="5878513"/>
          <p14:tracePt t="257468" x="6384925" y="5884863"/>
          <p14:tracePt t="257478" x="6427788" y="5903913"/>
          <p14:tracePt t="257489" x="6508750" y="5953125"/>
          <p14:tracePt t="257503" x="6515100" y="5953125"/>
          <p14:tracePt t="257515" x="6570663" y="5997575"/>
          <p14:tracePt t="257526" x="6577013" y="6015038"/>
          <p14:tracePt t="257532" x="6594475" y="6034088"/>
          <p14:tracePt t="257541" x="6607175" y="6053138"/>
          <p14:tracePt t="257549" x="6607175" y="6059488"/>
          <p14:tracePt t="257555" x="6613525" y="6083300"/>
          <p14:tracePt t="257567" x="6613525" y="6089650"/>
          <p14:tracePt t="257580" x="6613525" y="6108700"/>
          <p14:tracePt t="257596" x="6613525" y="6132513"/>
          <p14:tracePt t="257613" x="6594475" y="6138863"/>
          <p14:tracePt t="257628" x="6577013" y="6151563"/>
          <p14:tracePt t="257647" x="6532563" y="6157913"/>
          <p14:tracePt t="257655" x="6515100" y="6157913"/>
          <p14:tracePt t="257661" x="6496050" y="6157913"/>
          <p14:tracePt t="257666" x="6470650" y="6157913"/>
          <p14:tracePt t="257675" x="6457950" y="6157913"/>
          <p14:tracePt t="257682" x="6427788" y="6151563"/>
          <p14:tracePt t="257693" x="6415088" y="6145213"/>
          <p14:tracePt t="257698" x="6384925" y="6127750"/>
          <p14:tracePt t="257709" x="6365875" y="6121400"/>
          <p14:tracePt t="257718" x="6346825" y="6089650"/>
          <p14:tracePt t="257728" x="6323013" y="6070600"/>
          <p14:tracePt t="257735" x="6303963" y="6034088"/>
          <p14:tracePt t="257742" x="6291263" y="6002338"/>
          <p14:tracePt t="257753" x="6284913" y="5959475"/>
          <p14:tracePt t="257762" x="6284913" y="5935663"/>
          <p14:tracePt t="257781" x="6297613" y="5867400"/>
          <p14:tracePt t="257797" x="6323013" y="5835650"/>
          <p14:tracePt t="257814" x="6421438" y="5761038"/>
          <p14:tracePt t="257829" x="6515100" y="5718175"/>
          <p14:tracePt t="257844" x="6594475" y="5705475"/>
          <p14:tracePt t="257862" x="6645275" y="5705475"/>
          <p14:tracePt t="257868" x="6662738" y="5705475"/>
          <p14:tracePt t="257879" x="6675438" y="5705475"/>
          <p14:tracePt t="257894" x="6694488" y="5711825"/>
          <p14:tracePt t="257905" x="6737350" y="5748338"/>
          <p14:tracePt t="257908" x="6769100" y="5767388"/>
          <p14:tracePt t="257914" x="6786563" y="5773738"/>
          <p14:tracePt t="257923" x="6805613" y="5799138"/>
          <p14:tracePt t="257931" x="6824663" y="5829300"/>
          <p14:tracePt t="257945" x="6848475" y="5873750"/>
          <p14:tracePt t="257962" x="6861175" y="5940425"/>
          <p14:tracePt t="257988" x="6854825" y="5978525"/>
          <p14:tracePt t="257996" x="6831013" y="6027738"/>
          <p14:tracePt t="258009" x="6818313" y="6040438"/>
          <p14:tracePt t="258019" x="6792913" y="6059488"/>
          <p14:tracePt t="258029" x="6786563" y="6064250"/>
          <p14:tracePt t="258039" x="6780213" y="6064250"/>
          <p14:tracePt t="258046" x="6775450" y="6064250"/>
          <p14:tracePt t="258116" x="6775450" y="6046788"/>
          <p14:tracePt t="258133" x="6786563" y="6008688"/>
          <p14:tracePt t="258144" x="6824663" y="5946775"/>
          <p14:tracePt t="258158" x="6948488" y="5829300"/>
          <p14:tracePt t="258168" x="7023100" y="5780088"/>
          <p14:tracePt t="258184" x="7375525" y="5613400"/>
          <p14:tracePt t="258195" x="8058150" y="5389563"/>
          <p14:tracePt t="258212" x="8826500" y="5203825"/>
          <p14:tracePt t="258221" x="9253538" y="5116513"/>
          <p14:tracePt t="258230" x="9607550" y="5060950"/>
          <p14:tracePt t="258238" x="9985375" y="5037138"/>
          <p14:tracePt t="258245" x="10202863" y="5024438"/>
          <p14:tracePt t="258260" x="10531475" y="5030788"/>
          <p14:tracePt t="258277" x="10734675" y="5080000"/>
          <p14:tracePt t="258282" x="10821988" y="5122863"/>
          <p14:tracePt t="258292" x="10853738" y="5129213"/>
          <p14:tracePt t="258301" x="10902950" y="5148263"/>
          <p14:tracePt t="258313" x="10922000" y="5167313"/>
          <p14:tracePt t="258329" x="10922000" y="5173663"/>
          <p14:tracePt t="258347" x="10915650" y="5184775"/>
          <p14:tracePt t="258358" x="10909300" y="5203825"/>
          <p14:tracePt t="258364" x="10883900" y="5210175"/>
          <p14:tracePt t="258369" x="10853738" y="5240338"/>
          <p14:tracePt t="258379" x="10815638" y="5259388"/>
          <p14:tracePt t="258388" x="10785475" y="5278438"/>
          <p14:tracePt t="258395" x="10741025" y="5308600"/>
          <p14:tracePt t="258411" x="10704513" y="5327650"/>
          <p14:tracePt t="258413" x="10672763" y="5340350"/>
          <p14:tracePt t="258431" x="10655300" y="5346700"/>
          <p14:tracePt t="258448" x="10648950" y="5353050"/>
          <p14:tracePt t="258459" x="10642600" y="5353050"/>
          <p14:tracePt t="258465" x="10636250" y="5353050"/>
          <p14:tracePt t="258468" x="10623550" y="5353050"/>
          <p14:tracePt t="258485" x="10610850" y="5353050"/>
          <p14:tracePt t="258495" x="10604500" y="5353050"/>
          <p14:tracePt t="258500" x="10593388" y="5353050"/>
          <p14:tracePt t="258504" x="10574338" y="5353050"/>
          <p14:tracePt t="258514" x="10548938" y="5346700"/>
          <p14:tracePt t="258530" x="10456863" y="5340350"/>
          <p14:tracePt t="258549" x="10369550" y="5327650"/>
          <p14:tracePt t="258567" x="10264775" y="5308600"/>
          <p14:tracePt t="258586" x="10134600" y="5297488"/>
          <p14:tracePt t="258604" x="10072688" y="5291138"/>
          <p14:tracePt t="258623" x="10040938" y="5291138"/>
          <p14:tracePt t="258628" x="10028238" y="5291138"/>
          <p14:tracePt t="258701" x="10028238" y="5284788"/>
          <p14:tracePt t="258714" x="10028238" y="5265738"/>
          <p14:tracePt t="258719" x="10034588" y="5265738"/>
          <p14:tracePt t="258724" x="10034588" y="5259388"/>
          <p14:tracePt t="258731" x="10034588" y="5253038"/>
          <p14:tracePt t="258738" x="10034588" y="5246688"/>
          <p14:tracePt t="258747" x="10034588" y="5240338"/>
          <p14:tracePt t="258789" x="10034588" y="5235575"/>
          <p14:tracePt t="258829" x="10034588" y="5222875"/>
          <p14:tracePt t="258866" x="10034588" y="5216525"/>
          <p14:tracePt t="258884" x="10034588" y="5210175"/>
          <p14:tracePt t="258899" x="10034588" y="5203825"/>
          <p14:tracePt t="258912" x="10034588" y="5191125"/>
          <p14:tracePt t="258917" x="10034588" y="5173663"/>
          <p14:tracePt t="258939" x="10053638" y="5135563"/>
          <p14:tracePt t="258946" x="10072688" y="5116513"/>
          <p14:tracePt t="258956" x="10090150" y="5086350"/>
          <p14:tracePt t="258965" x="10109200" y="5080000"/>
          <p14:tracePt t="258971" x="10140950" y="5048250"/>
          <p14:tracePt t="258981" x="10164763" y="5030788"/>
          <p14:tracePt t="258995" x="10220325" y="4986338"/>
          <p14:tracePt t="259012" x="10282238" y="4924425"/>
          <p14:tracePt t="259032" x="10294938" y="4906963"/>
          <p14:tracePt t="259091" x="10294938" y="4919663"/>
          <p14:tracePt t="259102" x="10294938" y="4937125"/>
          <p14:tracePt t="259108" x="10288588" y="4943475"/>
          <p14:tracePt t="259116" x="10271125" y="4968875"/>
          <p14:tracePt t="259132" x="10252075" y="4986338"/>
          <p14:tracePt t="259138" x="10220325" y="5011738"/>
          <p14:tracePt t="259150" x="10209213" y="5030788"/>
          <p14:tracePt t="259164" x="10121900" y="5092700"/>
          <p14:tracePt t="259181" x="10066338" y="5148263"/>
          <p14:tracePt t="259195" x="9985375" y="5191125"/>
          <p14:tracePt t="259214" x="9842500" y="5297488"/>
          <p14:tracePt t="259230" x="9737725" y="5376863"/>
          <p14:tracePt t="259240" x="9675813" y="5427663"/>
          <p14:tracePt t="259254" x="9526588" y="5526088"/>
          <p14:tracePt t="259272" x="9285288" y="5649913"/>
          <p14:tracePt t="259281" x="9167813" y="5699125"/>
          <p14:tracePt t="259286" x="9043988" y="5754688"/>
          <p14:tracePt t="259292" x="8907463" y="5810250"/>
          <p14:tracePt t="259307" x="8621713" y="5903913"/>
          <p14:tracePt t="259320" x="8397875" y="5965825"/>
          <p14:tracePt t="259330" x="7970838" y="6059488"/>
          <p14:tracePt t="259339" x="7710488" y="6108700"/>
          <p14:tracePt t="259350" x="7424738" y="6145213"/>
          <p14:tracePt t="259358" x="7177088" y="6164263"/>
          <p14:tracePt t="259376" x="6694488" y="6176963"/>
          <p14:tracePt t="259392" x="6327775" y="6176963"/>
          <p14:tracePt t="259398" x="6167438" y="6176963"/>
          <p14:tracePt t="259402" x="5981700" y="6170613"/>
          <p14:tracePt t="259415" x="5832475" y="6157913"/>
          <p14:tracePt t="259435" x="5614988" y="6108700"/>
          <p14:tracePt t="259440" x="5454650" y="6059488"/>
          <p14:tracePt t="259452" x="5422900" y="6040438"/>
          <p14:tracePt t="259462" x="5411788" y="6021388"/>
          <p14:tracePt t="259479" x="5411788" y="6015038"/>
          <p14:tracePt t="259495" x="5411788" y="5991225"/>
          <p14:tracePt t="259514" x="5503863" y="5935663"/>
          <p14:tracePt t="259532" x="5529263" y="5916613"/>
          <p14:tracePt t="259535" x="5565775" y="5897563"/>
          <p14:tracePt t="259549" x="5665788" y="5867400"/>
          <p14:tracePt t="259563" x="5764213" y="5835650"/>
          <p14:tracePt t="259581" x="5868988" y="5816600"/>
          <p14:tracePt t="259599" x="5956300" y="5805488"/>
          <p14:tracePt t="259611" x="5999163" y="5805488"/>
          <p14:tracePt t="259630" x="6011863" y="5805488"/>
          <p14:tracePt t="259634" x="6024563" y="5805488"/>
          <p14:tracePt t="259648" x="6030913" y="5805488"/>
          <p14:tracePt t="259662" x="6030913" y="5799138"/>
          <p14:tracePt t="259723" x="5994400" y="5792788"/>
          <p14:tracePt t="259733" x="5956300" y="5767388"/>
          <p14:tracePt t="259739" x="5894388" y="5748338"/>
          <p14:tracePt t="259754" x="5864225" y="5748338"/>
          <p14:tracePt t="259759" x="5832475" y="5730875"/>
          <p14:tracePt t="259768" x="5802313" y="5699125"/>
          <p14:tracePt t="259771" x="5783263" y="5675313"/>
          <p14:tracePt t="259781" x="5783263" y="5656263"/>
          <p14:tracePt t="260225" x="5795963" y="5656263"/>
          <p14:tracePt t="260231" x="5826125" y="5686425"/>
          <p14:tracePt t="260241" x="5857875" y="5711825"/>
          <p14:tracePt t="260249" x="5875338" y="5730875"/>
          <p14:tracePt t="260257" x="5888038" y="5737225"/>
          <p14:tracePt t="260270" x="5907088" y="5737225"/>
          <p14:tracePt t="260348" x="5907088" y="5743575"/>
          <p14:tracePt t="260354" x="5894388" y="5748338"/>
          <p14:tracePt t="260363" x="5875338" y="5767388"/>
          <p14:tracePt t="260379" x="5826125" y="5780088"/>
          <p14:tracePt t="260387" x="5770563" y="5786438"/>
          <p14:tracePt t="260396" x="5721350" y="5786438"/>
          <p14:tracePt t="260404" x="5653088" y="5786438"/>
          <p14:tracePt t="260414" x="5584825" y="5780088"/>
          <p14:tracePt t="260428" x="5411788" y="5743575"/>
          <p14:tracePt t="260445" x="5262563" y="5705475"/>
          <p14:tracePt t="260449" x="5113338" y="5662613"/>
          <p14:tracePt t="260468" x="4970463" y="5607050"/>
          <p14:tracePt t="260486" x="4833938" y="5538788"/>
          <p14:tracePt t="260498" x="4494213" y="5272088"/>
          <p14:tracePt t="260513" x="4052888" y="4789488"/>
          <p14:tracePt t="260532" x="3736975" y="4175125"/>
          <p14:tracePt t="260550" x="3613150" y="3395663"/>
          <p14:tracePt t="260568" x="3576638" y="2700338"/>
          <p14:tracePt t="260589" x="3713163" y="1827213"/>
          <p14:tracePt t="260607" x="3817938" y="1611313"/>
          <p14:tracePt t="260619" x="3905250" y="1449388"/>
          <p14:tracePt t="260629" x="4016375" y="1250950"/>
          <p14:tracePt t="260646" x="4295775" y="947738"/>
          <p14:tracePt t="260661" x="4654550" y="706438"/>
          <p14:tracePt t="260679" x="5156200" y="471488"/>
          <p14:tracePt t="260688" x="5405438" y="384175"/>
          <p14:tracePt t="260696" x="5603875" y="334963"/>
          <p14:tracePt t="260702" x="5770563" y="309563"/>
          <p14:tracePt t="260718" x="6018213" y="296863"/>
          <p14:tracePt t="260727" x="6129338" y="296863"/>
          <p14:tracePt t="260735" x="6229350" y="296863"/>
          <p14:tracePt t="260744" x="6316663" y="296863"/>
          <p14:tracePt t="260754" x="6421438" y="309563"/>
          <p14:tracePt t="260766" x="6483350" y="347663"/>
          <p14:tracePt t="260770" x="6508750" y="352425"/>
          <p14:tracePt t="260787" x="6551613" y="409575"/>
          <p14:tracePt t="260796" x="6613525" y="482600"/>
          <p14:tracePt t="260803" x="6650038" y="539750"/>
          <p14:tracePt t="260811" x="6669088" y="569913"/>
          <p14:tracePt t="260831" x="6724650" y="693738"/>
          <p14:tracePt t="260842" x="6762750" y="781050"/>
          <p14:tracePt t="260850" x="6811963" y="973138"/>
          <p14:tracePt t="260859" x="6837363" y="1058863"/>
          <p14:tracePt t="260872" x="6867525" y="1165225"/>
          <p14:tracePt t="260878" x="6873875" y="1233488"/>
          <p14:tracePt t="260885" x="6905625" y="1331913"/>
          <p14:tracePt t="260893" x="6929438" y="1425575"/>
          <p14:tracePt t="260907" x="6954838" y="1592263"/>
          <p14:tracePt t="260917" x="6961188" y="1679575"/>
          <p14:tracePt t="260929" x="6961188" y="1771650"/>
          <p14:tracePt t="260946" x="6948488" y="1833563"/>
          <p14:tracePt t="260963" x="6923088" y="1882775"/>
          <p14:tracePt t="260982" x="6899275" y="1901825"/>
          <p14:tracePt t="260999" x="6886575" y="1927225"/>
          <p14:tracePt t="261007" x="6867525" y="1933575"/>
          <p14:tracePt t="261018" x="6861175" y="1951038"/>
          <p14:tracePt t="261022" x="6842125" y="1970088"/>
          <p14:tracePt t="261029" x="6837363" y="1989138"/>
          <p14:tracePt t="261033" x="6818313" y="1995488"/>
          <p14:tracePt t="261045" x="6811963" y="2000250"/>
          <p14:tracePt t="261050" x="6792913" y="2019300"/>
          <p14:tracePt t="261064" x="6775450" y="2038350"/>
          <p14:tracePt t="261068" x="6762750" y="2051050"/>
          <p14:tracePt t="261081" x="6743700" y="2063750"/>
          <p14:tracePt t="261085" x="6711950" y="2087563"/>
          <p14:tracePt t="261089" x="6688138" y="2119313"/>
          <p14:tracePt t="261104" x="6645275" y="2149475"/>
          <p14:tracePt t="261111" x="6600825" y="2181225"/>
          <p14:tracePt t="261117" x="6538913" y="2217738"/>
          <p14:tracePt t="261128" x="6502400" y="2236788"/>
          <p14:tracePt t="261145" x="6446838" y="2260600"/>
          <p14:tracePt t="261150" x="6365875" y="2298700"/>
          <p14:tracePt t="261156" x="6291263" y="2322513"/>
          <p14:tracePt t="261168" x="6265863" y="2335213"/>
          <p14:tracePt t="261183" x="6229350" y="2341563"/>
          <p14:tracePt t="261195" x="6216650" y="2347913"/>
          <p14:tracePt t="261201" x="6197600" y="2347913"/>
          <p14:tracePt t="261204" x="6192838" y="2347913"/>
          <p14:tracePt t="261212" x="6186488" y="2347913"/>
          <p14:tracePt t="261231" x="6180138" y="2347913"/>
          <p14:tracePt t="261243" x="6173788" y="2347913"/>
          <p14:tracePt t="261249" x="6167438" y="2347913"/>
          <p14:tracePt t="261258" x="6154738" y="2347913"/>
          <p14:tracePt t="261283" x="6148388" y="2341563"/>
          <p14:tracePt t="261292" x="6148388" y="2335213"/>
          <p14:tracePt t="261308" x="6148388" y="2328863"/>
          <p14:tracePt t="261315" x="6148388" y="2311400"/>
          <p14:tracePt t="261326" x="6148388" y="2305050"/>
          <p14:tracePt t="261331" x="6148388" y="2292350"/>
          <p14:tracePt t="261350" x="6148388" y="2266950"/>
          <p14:tracePt t="261364" x="6154738" y="2249488"/>
          <p14:tracePt t="261383" x="6161088" y="2230438"/>
          <p14:tracePt t="261387" x="6161088" y="2224088"/>
          <p14:tracePt t="261398" x="6167438" y="2217738"/>
          <p14:tracePt t="261412" x="6180138" y="2192338"/>
          <p14:tracePt t="261431" x="6197600" y="2181225"/>
          <p14:tracePt t="261447" x="6197600" y="2174875"/>
          <p14:tracePt t="261454" x="6203950" y="2168525"/>
          <p14:tracePt t="261465" x="6203950" y="2162175"/>
          <p14:tracePt t="261479" x="6203950" y="2155825"/>
          <p14:tracePt t="261495" x="6210300" y="2155825"/>
          <p14:tracePt t="261512" x="6210300" y="2143125"/>
          <p14:tracePt t="261531" x="6216650" y="2143125"/>
          <p14:tracePt t="261617" x="6216650" y="2149475"/>
          <p14:tracePt t="261630" x="6210300" y="2149475"/>
          <p14:tracePt t="261647" x="6210300" y="2155825"/>
          <p14:tracePt t="261662" x="6203950" y="2155825"/>
          <p14:tracePt t="261700" x="6203950" y="2143125"/>
          <p14:tracePt t="261714" x="6203950" y="2136775"/>
          <p14:tracePt t="261727" x="6203950" y="2125663"/>
          <p14:tracePt t="261736" x="6203950" y="2119313"/>
          <p14:tracePt t="261746" x="6203950" y="2112963"/>
          <p14:tracePt t="261764" x="6203950" y="2093913"/>
          <p14:tracePt t="261782" x="6210300" y="2093913"/>
          <p14:tracePt t="261798" x="6210300" y="2087563"/>
          <p14:tracePt t="262322" x="6210300" y="2100263"/>
          <p14:tracePt t="262334" x="6216650" y="2125663"/>
          <p14:tracePt t="262353" x="6235700" y="2266950"/>
          <p14:tracePt t="262387" x="6105525" y="2416175"/>
          <p14:tracePt t="262398" x="6024563" y="2465388"/>
          <p14:tracePt t="262412" x="5919788" y="2520950"/>
          <p14:tracePt t="262428" x="5665788" y="2601913"/>
          <p14:tracePt t="262440" x="5343525" y="2657475"/>
          <p14:tracePt t="262452" x="4964113" y="2682875"/>
          <p14:tracePt t="262463" x="4797425" y="2682875"/>
          <p14:tracePt t="262481" x="4449763" y="2663825"/>
          <p14:tracePt t="262497" x="4195763" y="2595563"/>
          <p14:tracePt t="262501" x="4090988" y="2527300"/>
          <p14:tracePt t="262508" x="3997325" y="2446338"/>
          <p14:tracePt t="262514" x="3905250" y="2354263"/>
          <p14:tracePt t="262526" x="3824288" y="2249488"/>
          <p14:tracePt t="262537" x="3756025" y="2125663"/>
          <p14:tracePt t="262546" x="3700463" y="2019300"/>
          <p14:tracePt t="262563" x="3606800" y="1697038"/>
          <p14:tracePt t="262578" x="3600450" y="1611313"/>
          <p14:tracePt t="262585" x="3600450" y="1543050"/>
          <p14:tracePt t="262596" x="3619500" y="1498600"/>
          <p14:tracePt t="262613" x="3675063" y="1462088"/>
          <p14:tracePt t="262632" x="3730625" y="1443038"/>
          <p14:tracePt t="262643" x="3794125" y="1436688"/>
          <p14:tracePt t="262659" x="3849688" y="1436688"/>
          <p14:tracePt t="262666" x="3860800" y="1436688"/>
          <p14:tracePt t="262677" x="3911600" y="1436688"/>
          <p14:tracePt t="262685" x="3986213" y="1455738"/>
          <p14:tracePt t="262691" x="4010025" y="1462088"/>
          <p14:tracePt t="262699" x="4078288" y="1492250"/>
          <p14:tracePt t="262713" x="4165600" y="1560513"/>
          <p14:tracePt t="262731" x="4579938" y="1920875"/>
          <p14:tracePt t="262747" x="4940300" y="2347913"/>
          <p14:tracePt t="262765" x="5354638" y="3016250"/>
          <p14:tracePt t="262773" x="5516563" y="3338513"/>
          <p14:tracePt t="262784" x="5653088" y="3624263"/>
          <p14:tracePt t="262794" x="5764213" y="3908425"/>
          <p14:tracePt t="262799" x="5857875" y="4213225"/>
          <p14:tracePt t="262806" x="5956300" y="4522788"/>
          <p14:tracePt t="262818" x="6049963" y="4826000"/>
          <p14:tracePt t="262830" x="6148388" y="5197475"/>
          <p14:tracePt t="262843" x="6173788" y="5346700"/>
          <p14:tracePt t="262850" x="6186488" y="5464175"/>
          <p14:tracePt t="262862" x="6186488" y="5551488"/>
          <p14:tracePt t="262865" x="6173788" y="5575300"/>
          <p14:tracePt t="262881" x="6118225" y="5624513"/>
          <p14:tracePt t="262897" x="6099175" y="5643563"/>
          <p14:tracePt t="262903" x="6080125" y="5649913"/>
          <p14:tracePt t="262912" x="6067425" y="5656263"/>
          <p14:tracePt t="262919" x="6049963" y="5668963"/>
          <p14:tracePt t="262936" x="6037263" y="5681663"/>
          <p14:tracePt t="262946" x="6011863" y="5686425"/>
          <p14:tracePt t="262963" x="6005513" y="5692775"/>
          <p14:tracePt t="262988" x="5999163" y="5692775"/>
          <p14:tracePt t="263009" x="5981700" y="5686425"/>
          <p14:tracePt t="263013" x="5962650" y="5656263"/>
          <p14:tracePt t="263028" x="5943600" y="5600700"/>
          <p14:tracePt t="263038" x="5926138" y="5551488"/>
          <p14:tracePt t="263048" x="5913438" y="5513388"/>
          <p14:tracePt t="263052" x="5907088" y="5476875"/>
          <p14:tracePt t="263060" x="5881688" y="5370513"/>
          <p14:tracePt t="263068" x="5851525" y="5253038"/>
          <p14:tracePt t="263081" x="5826125" y="5105400"/>
          <p14:tracePt t="263098" x="5751513" y="4714875"/>
          <p14:tracePt t="263118" x="5653088" y="3940175"/>
          <p14:tracePt t="263124" x="5634038" y="3592513"/>
          <p14:tracePt t="263131" x="5610225" y="3214688"/>
          <p14:tracePt t="263144" x="5610225" y="2949575"/>
          <p14:tracePt t="263158" x="5610225" y="2373313"/>
          <p14:tracePt t="263168" x="5610225" y="2168525"/>
          <p14:tracePt t="263174" x="5621338" y="1951038"/>
          <p14:tracePt t="263182" x="5621338" y="1803400"/>
          <p14:tracePt t="263189" x="5621338" y="1703388"/>
          <p14:tracePt t="263197" x="5621338" y="1641475"/>
          <p14:tracePt t="263213" x="5621338" y="1622425"/>
          <p14:tracePt t="263398" x="5640388" y="1673225"/>
          <p14:tracePt t="263412" x="5646738" y="1697038"/>
          <p14:tracePt t="263419" x="5695950" y="1895475"/>
          <p14:tracePt t="263431" x="5721350" y="2025650"/>
          <p14:tracePt t="263440" x="5764213" y="2217738"/>
          <p14:tracePt t="263445" x="5838825" y="2484438"/>
          <p14:tracePt t="263450" x="5919788" y="2881313"/>
          <p14:tracePt t="263466" x="6037263" y="3500438"/>
          <p14:tracePt t="263477" x="6092825" y="3829050"/>
          <p14:tracePt t="263481" x="6129338" y="4144963"/>
          <p14:tracePt t="263492" x="6161088" y="4337050"/>
          <p14:tracePt t="263497" x="6192838" y="4591050"/>
          <p14:tracePt t="263506" x="6210300" y="4868863"/>
          <p14:tracePt t="263523" x="6242050" y="5235575"/>
          <p14:tracePt t="263534" x="6254750" y="5383213"/>
          <p14:tracePt t="263547" x="6265863" y="5562600"/>
          <p14:tracePt t="263567" x="6265863" y="5748338"/>
          <p14:tracePt t="263581" x="6259513" y="5916613"/>
          <p14:tracePt t="263586" x="6248400" y="6002338"/>
          <p14:tracePt t="263593" x="6235700" y="6059488"/>
          <p14:tracePt t="263604" x="6216650" y="6115050"/>
          <p14:tracePt t="263612" x="6203950" y="6138863"/>
          <p14:tracePt t="263629" x="6197600" y="6183313"/>
          <p14:tracePt t="263684" x="6186488" y="6183313"/>
          <p14:tracePt t="263693" x="6180138" y="6183313"/>
          <p14:tracePt t="263699" x="6180138" y="6164263"/>
          <p14:tracePt t="263714" x="6161088" y="6102350"/>
          <p14:tracePt t="263731" x="6111875" y="5897563"/>
          <p14:tracePt t="263748" x="6056313" y="5594350"/>
          <p14:tracePt t="263768" x="5956300" y="5116513"/>
          <p14:tracePt t="263778" x="5926138" y="4832350"/>
          <p14:tracePt t="263783" x="5888038" y="4516438"/>
          <p14:tracePt t="263789" x="5868988" y="4200525"/>
          <p14:tracePt t="263798" x="5851525" y="3890963"/>
          <p14:tracePt t="263802" x="5851525" y="3617913"/>
          <p14:tracePt t="263812" x="5851525" y="3344863"/>
          <p14:tracePt t="263820" x="5851525" y="3141663"/>
          <p14:tracePt t="263829" x="5851525" y="2905125"/>
          <p14:tracePt t="263847" x="5851525" y="2428875"/>
          <p14:tracePt t="263862" x="5851525" y="2068513"/>
          <p14:tracePt t="263865" x="5851525" y="1920875"/>
          <p14:tracePt t="263880" x="5851525" y="1809750"/>
          <p14:tracePt t="263884" x="5851525" y="1709738"/>
          <p14:tracePt t="263898" x="5851525" y="1666875"/>
          <p14:tracePt t="263910" x="5851525" y="1647825"/>
          <p14:tracePt t="263917" x="5851525" y="1641475"/>
          <p14:tracePt t="264037" x="5857875" y="1660525"/>
          <p14:tracePt t="264049" x="5857875" y="1697038"/>
          <p14:tracePt t="264054" x="5868988" y="1746250"/>
          <p14:tracePt t="264074" x="5875338" y="1839913"/>
          <p14:tracePt t="264080" x="5888038" y="1914525"/>
          <p14:tracePt t="264088" x="5900738" y="2019300"/>
          <p14:tracePt t="264098" x="5932488" y="2149475"/>
          <p14:tracePt t="264109" x="6043613" y="2806700"/>
          <p14:tracePt t="264116" x="6129338" y="3295650"/>
          <p14:tracePt t="264128" x="6216650" y="3754438"/>
          <p14:tracePt t="264142" x="6346825" y="4665663"/>
          <p14:tracePt t="264149" x="6389688" y="5116513"/>
          <p14:tracePt t="264158" x="6427788" y="5470525"/>
          <p14:tracePt t="264164" x="6464300" y="5754688"/>
          <p14:tracePt t="264180" x="6515100" y="6219825"/>
          <p14:tracePt t="264198" x="6538913" y="6473825"/>
          <p14:tracePt t="264212" x="6538913" y="6535738"/>
          <p14:tracePt t="264218" x="6519863" y="6542088"/>
          <p14:tracePt t="264231" x="6502400" y="6554788"/>
          <p14:tracePt t="264242" x="6496050" y="6554788"/>
          <p14:tracePt t="264248" x="6489700" y="6554788"/>
          <p14:tracePt t="264256" x="6477000" y="6554788"/>
          <p14:tracePt t="264262" x="6464300" y="6554788"/>
          <p14:tracePt t="264276" x="6453188" y="6554788"/>
          <p14:tracePt t="264284" x="6440488" y="6554788"/>
          <p14:tracePt t="264298" x="6415088" y="6542088"/>
          <p14:tracePt t="264314" x="6389688" y="6510338"/>
          <p14:tracePt t="264330" x="6365875" y="6461125"/>
          <p14:tracePt t="264347" x="6334125" y="6386513"/>
          <p14:tracePt t="264358" x="6297613" y="6313488"/>
          <p14:tracePt t="264364" x="6272213" y="6256338"/>
          <p14:tracePt t="264373" x="6265863" y="6200775"/>
          <p14:tracePt t="264388" x="6186488" y="5978525"/>
          <p14:tracePt t="264403" x="6056313" y="5519738"/>
          <p14:tracePt t="264414" x="5981700" y="5184775"/>
          <p14:tracePt t="264420" x="5900738" y="4857750"/>
          <p14:tracePt t="264431" x="5813425" y="4429125"/>
          <p14:tracePt t="264434" x="5745163" y="3940175"/>
          <p14:tracePt t="264448" x="5683250" y="3481388"/>
          <p14:tracePt t="264453" x="5640388" y="3067050"/>
          <p14:tracePt t="264472" x="5565775" y="2366963"/>
          <p14:tracePt t="264485" x="5529263" y="1839913"/>
          <p14:tracePt t="264504" x="5529263" y="1492250"/>
          <p14:tracePt t="264525" x="5529263" y="1214438"/>
          <p14:tracePt t="264532" x="5529263" y="1189038"/>
          <p14:tracePt t="264545" x="5535613" y="1158875"/>
          <p14:tracePt t="264554" x="5546725" y="1152525"/>
          <p14:tracePt t="264565" x="5546725" y="1146175"/>
          <p14:tracePt t="264580" x="5553075" y="1146175"/>
          <p14:tracePt t="264596" x="5553075" y="1139825"/>
          <p14:tracePt t="264639" x="5559425" y="1139825"/>
          <p14:tracePt t="264652" x="5572125" y="1146175"/>
          <p14:tracePt t="264664" x="5578475" y="1165225"/>
          <p14:tracePt t="264681" x="5614988" y="1233488"/>
          <p14:tracePt t="264685" x="5640388" y="1306513"/>
          <p14:tracePt t="264698" x="5653088" y="1344613"/>
          <p14:tracePt t="264708" x="5702300" y="1517650"/>
          <p14:tracePt t="264716" x="5738813" y="1654175"/>
          <p14:tracePt t="264733" x="5826125" y="1976438"/>
          <p14:tracePt t="264748" x="5868988" y="2187575"/>
          <p14:tracePt t="264752" x="5907088" y="2441575"/>
          <p14:tracePt t="264764" x="5975350" y="2979738"/>
          <p14:tracePt t="264780" x="6030913" y="3581400"/>
          <p14:tracePt t="264797" x="6056313" y="4038600"/>
          <p14:tracePt t="264803" x="6073775" y="4206875"/>
          <p14:tracePt t="264811" x="6073775" y="4367213"/>
          <p14:tracePt t="264821" x="6073775" y="4516438"/>
          <p14:tracePt t="264830" x="6073775" y="4633913"/>
          <p14:tracePt t="264847" x="6073775" y="4764088"/>
          <p14:tracePt t="264850" x="6073775" y="4783138"/>
          <p14:tracePt t="264863" x="6073775" y="4789488"/>
          <p14:tracePt t="264997" x="6073775" y="4783138"/>
          <p14:tracePt t="265009" x="6067425" y="4757738"/>
          <p14:tracePt t="265016" x="6067425" y="4751388"/>
          <p14:tracePt t="265030" x="6067425" y="4683125"/>
          <p14:tracePt t="265051" x="6062663" y="4546600"/>
          <p14:tracePt t="265062" x="6062663" y="4460875"/>
          <p14:tracePt t="265078" x="6062663" y="4311650"/>
          <p14:tracePt t="265085" x="6062663" y="4181475"/>
          <p14:tracePt t="265090" x="6067425" y="4044950"/>
          <p14:tracePt t="265101" x="6092825" y="3884613"/>
          <p14:tracePt t="265113" x="6124575" y="3729038"/>
          <p14:tracePt t="265132" x="6192838" y="3314700"/>
          <p14:tracePt t="265151" x="6216650" y="3067050"/>
          <p14:tracePt t="265159" x="6229350" y="2960688"/>
          <p14:tracePt t="265166" x="6242050" y="2892425"/>
          <p14:tracePt t="265178" x="6254750" y="2794000"/>
          <p14:tracePt t="265187" x="6291263" y="2620963"/>
          <p14:tracePt t="265201" x="6316663" y="2533650"/>
          <p14:tracePt t="265213" x="6365875" y="2360613"/>
          <p14:tracePt t="265220" x="6389688" y="2286000"/>
          <p14:tracePt t="265233" x="6408738" y="2217738"/>
          <p14:tracePt t="265237" x="6434138" y="2143125"/>
          <p14:tracePt t="265249" x="6446838" y="2074863"/>
          <p14:tracePt t="265265" x="6483350" y="1933575"/>
          <p14:tracePt t="265281" x="6502400" y="1839913"/>
          <p14:tracePt t="265301" x="6508750" y="1809750"/>
          <p14:tracePt t="265311" x="6515100" y="1803400"/>
          <p14:tracePt t="265319" x="6515100" y="1797050"/>
          <p14:tracePt t="265595" x="6515100" y="1809750"/>
          <p14:tracePt t="265609" x="6526213" y="1865313"/>
          <p14:tracePt t="265626" x="6526213" y="1938338"/>
          <p14:tracePt t="265637" x="6526213" y="2057400"/>
          <p14:tracePt t="265642" x="6526213" y="2187575"/>
          <p14:tracePt t="265653" x="6526213" y="2292350"/>
          <p14:tracePt t="265663" x="6526213" y="2422525"/>
          <p14:tracePt t="265670" x="6526213" y="2533650"/>
          <p14:tracePt t="265694" x="6526213" y="2819400"/>
          <p14:tracePt t="265698" x="6526213" y="2949575"/>
          <p14:tracePt t="265704" x="6526213" y="3048000"/>
          <p14:tracePt t="265715" x="6526213" y="3295650"/>
          <p14:tracePt t="265731" x="6526213" y="3475038"/>
          <p14:tracePt t="265749" x="6526213" y="3630613"/>
          <p14:tracePt t="265754" x="6526213" y="3692525"/>
          <p14:tracePt t="265764" x="6526213" y="3748088"/>
          <p14:tracePt t="265783" x="6526213" y="3790950"/>
          <p14:tracePt t="265787" x="6526213" y="3797300"/>
          <p14:tracePt t="265797" x="6526213" y="3803650"/>
          <p14:tracePt t="265814" x="6515100" y="3810000"/>
          <p14:tracePt t="265925" x="6515100" y="3803650"/>
          <p14:tracePt t="265941" x="6515100" y="3773488"/>
          <p14:tracePt t="265956" x="6519863" y="3748088"/>
          <p14:tracePt t="265964" x="6526213" y="3735388"/>
          <p14:tracePt t="265979" x="6532563" y="3716338"/>
          <p14:tracePt t="265987" x="6551613" y="3692525"/>
          <p14:tracePt t="265997" x="6557963" y="3686175"/>
          <p14:tracePt t="266001" x="6564313" y="3679825"/>
          <p14:tracePt t="266014" x="6570663" y="3673475"/>
          <p14:tracePt t="266018" x="6588125" y="3654425"/>
          <p14:tracePt t="266034" x="6594475" y="3649663"/>
          <p14:tracePt t="266050" x="6607175" y="3643313"/>
          <p14:tracePt t="266062" x="6613525" y="3643313"/>
          <p14:tracePt t="266069" x="6613525" y="3636963"/>
          <p14:tracePt t="266084" x="6619875" y="3636963"/>
          <p14:tracePt t="266098" x="6626225" y="3630613"/>
          <p14:tracePt t="266117" x="6632575" y="3624263"/>
          <p14:tracePt t="266132" x="6650038" y="3605213"/>
          <p14:tracePt t="266150" x="6650038" y="3598863"/>
          <p14:tracePt t="266163" x="6656388" y="3592513"/>
          <p14:tracePt t="266183" x="6662738" y="3587750"/>
          <p14:tracePt t="266196" x="6669088" y="3581400"/>
          <p14:tracePt t="266206" x="6688138" y="3562350"/>
          <p14:tracePt t="266215" x="6700838" y="3556000"/>
          <p14:tracePt t="266230" x="6724650" y="3530600"/>
          <p14:tracePt t="266235" x="6737350" y="3513138"/>
          <p14:tracePt t="266244" x="6750050" y="3506788"/>
          <p14:tracePt t="266249" x="6762750" y="3500438"/>
          <p14:tracePt t="266259" x="6769100" y="3481388"/>
          <p14:tracePt t="266267" x="6780213" y="3475038"/>
          <p14:tracePt t="266283" x="6805613" y="3457575"/>
          <p14:tracePt t="266298" x="6824663" y="3438525"/>
          <p14:tracePt t="266316" x="6848475" y="3413125"/>
          <p14:tracePt t="266338" x="6861175" y="3395663"/>
          <p14:tracePt t="266351" x="6867525" y="3389313"/>
          <p14:tracePt t="266364" x="6867525" y="3382963"/>
          <p14:tracePt t="266378" x="6873875" y="3382963"/>
          <p14:tracePt t="266397" x="6873875" y="3376613"/>
          <p14:tracePt t="266421" x="6873875" y="3370263"/>
          <p14:tracePt t="266437" x="6873875" y="3363913"/>
          <p14:tracePt t="267613" x="6873875" y="3370263"/>
          <p14:tracePt t="267621" x="6873875" y="3389313"/>
          <p14:tracePt t="267631" x="6873875" y="3400425"/>
          <p14:tracePt t="267635" x="6873875" y="3419475"/>
          <p14:tracePt t="267648" x="6873875" y="3444875"/>
          <p14:tracePt t="267666" x="6873875" y="3494088"/>
          <p14:tracePt t="267685" x="6873875" y="3543300"/>
          <p14:tracePt t="267689" x="6873875" y="3581400"/>
          <p14:tracePt t="267702" x="6873875" y="3636963"/>
          <p14:tracePt t="267714" x="6886575" y="3711575"/>
          <p14:tracePt t="267734" x="6892925" y="3748088"/>
          <p14:tracePt t="267740" x="6892925" y="3784600"/>
          <p14:tracePt t="267748" x="6905625" y="3810000"/>
          <p14:tracePt t="267761" x="6905625" y="3859213"/>
          <p14:tracePt t="267768" x="6916738" y="3914775"/>
          <p14:tracePt t="267782" x="6916738" y="3989388"/>
          <p14:tracePt t="267787" x="6916738" y="4027488"/>
          <p14:tracePt t="267798" x="6916738" y="4064000"/>
          <p14:tracePt t="267801" x="6916738" y="4100513"/>
          <p14:tracePt t="267819" x="6916738" y="4181475"/>
          <p14:tracePt t="267826" x="6916738" y="4219575"/>
          <p14:tracePt t="267839" x="6916738" y="4230688"/>
          <p14:tracePt t="267849" x="6916738" y="4256088"/>
          <p14:tracePt t="267869" x="6916738" y="4311650"/>
          <p14:tracePt t="267877" x="6916738" y="4330700"/>
          <p14:tracePt t="267885" x="6916738" y="4354513"/>
          <p14:tracePt t="267894" x="6916738" y="4392613"/>
          <p14:tracePt t="267903" x="6916738" y="4429125"/>
          <p14:tracePt t="267908" x="6910388" y="4448175"/>
          <p14:tracePt t="267917" x="6910388" y="4473575"/>
          <p14:tracePt t="267934" x="6910388" y="4491038"/>
          <p14:tracePt t="267939" x="6910388" y="4510088"/>
          <p14:tracePt t="267948" x="6910388" y="4516438"/>
          <p14:tracePt t="267967" x="6910388" y="4546600"/>
          <p14:tracePt t="267976" x="6905625" y="4565650"/>
          <p14:tracePt t="267993" x="6899275" y="4572000"/>
          <p14:tracePt t="268012" x="6892925" y="4578350"/>
          <p14:tracePt t="268019" x="6873875" y="4578350"/>
          <p14:tracePt t="268028" x="6867525" y="4584700"/>
          <p14:tracePt t="268038" x="6854825" y="4591050"/>
          <p14:tracePt t="268049" x="6837363" y="4591050"/>
          <p14:tracePt t="268057" x="6805613" y="4603750"/>
          <p14:tracePt t="268069" x="6780213" y="4603750"/>
          <p14:tracePt t="268083" x="6724650" y="4603750"/>
          <p14:tracePt t="268102" x="6638925" y="4597400"/>
          <p14:tracePt t="268117" x="6477000" y="4535488"/>
          <p14:tracePt t="268134" x="6248400" y="4386263"/>
          <p14:tracePt t="268151" x="5919788" y="4027488"/>
          <p14:tracePt t="268168" x="5516563" y="3152775"/>
          <p14:tracePt t="268181" x="5224463" y="1858963"/>
          <p14:tracePt t="268187" x="5151438" y="1077913"/>
          <p14:tracePt t="268198" x="5094288" y="198438"/>
        </p14:tracePtLst>
      </p14:laserTraceLst>
    </p:ext>
  </p:extLst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2313</TotalTime>
  <Words>696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Corbel</vt:lpstr>
      <vt:lpstr>Times New Roman</vt:lpstr>
      <vt:lpstr>Wingdings</vt:lpstr>
      <vt:lpstr>Basis</vt:lpstr>
      <vt:lpstr>characteristics </vt:lpstr>
      <vt:lpstr>PowerPoint Presentation</vt:lpstr>
      <vt:lpstr>Theory of characteristics:</vt:lpstr>
      <vt:lpstr>PowerPoint Presentation</vt:lpstr>
      <vt:lpstr>PowerPoint Presentation</vt:lpstr>
      <vt:lpstr>Calculation Procedures 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104</cp:revision>
  <dcterms:created xsi:type="dcterms:W3CDTF">2024-07-31T20:56:00Z</dcterms:created>
  <dcterms:modified xsi:type="dcterms:W3CDTF">2024-11-03T16:36:49Z</dcterms:modified>
</cp:coreProperties>
</file>