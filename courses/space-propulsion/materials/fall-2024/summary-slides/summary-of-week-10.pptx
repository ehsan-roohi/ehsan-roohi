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8" r:id="rId3"/>
    <p:sldId id="270" r:id="rId4"/>
    <p:sldId id="272" r:id="rId5"/>
    <p:sldId id="27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28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58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8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1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7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1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6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2.emf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421-45CE-4249-8D36-3BC6C15BF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980" y="538247"/>
            <a:ext cx="9966960" cy="292608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propellant rocket engines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81025-24F6-4F5E-ABE2-880F1CA22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78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5FDA8-9903-40EB-91E4-8C0A32666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3429000"/>
            <a:ext cx="9872871" cy="4038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Burning rate: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186DD-3341-4F26-BDD2-3BC69D374501}"/>
              </a:ext>
            </a:extLst>
          </p:cNvPr>
          <p:cNvSpPr txBox="1"/>
          <p:nvPr/>
        </p:nvSpPr>
        <p:spPr>
          <a:xfrm>
            <a:off x="600635" y="904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propellants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2F4086B-827F-4AC2-81BF-F848AF6A3DF7}"/>
              </a:ext>
            </a:extLst>
          </p:cNvPr>
          <p:cNvSpPr/>
          <p:nvPr/>
        </p:nvSpPr>
        <p:spPr>
          <a:xfrm>
            <a:off x="2805985" y="809081"/>
            <a:ext cx="292249" cy="615877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EF01A9-8A5D-44A3-B261-3F9C73AA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499" y="653089"/>
            <a:ext cx="1272650" cy="281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75019F-EC26-4982-B945-AACE92CC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234" y="1177691"/>
            <a:ext cx="1486029" cy="3429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6A1746-014B-4A0A-A4A5-B3DCDE2FF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326" y="2188602"/>
            <a:ext cx="3025402" cy="1447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6F896F-3AA8-4DB2-9449-6ED1D8EF2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2189" y="2537033"/>
            <a:ext cx="1280271" cy="403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7A031E-ED92-4AB6-AF35-DE15C7FCC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0585" y="3476285"/>
            <a:ext cx="876376" cy="3581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3EFFB1-BB73-4784-8182-CF4A857BCA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5976" y="4384221"/>
            <a:ext cx="1447925" cy="7773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79452C-407B-4615-945F-44D273899C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23" y="5448299"/>
            <a:ext cx="2564145" cy="4501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CF77400-B59E-42BD-B74E-5788DCFF3F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7606" y="5308296"/>
            <a:ext cx="1946655" cy="7239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5518C06-7895-4F7E-84E3-7F02572E4E1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7549" t="68073" b="2852"/>
          <a:stretch/>
        </p:blipFill>
        <p:spPr>
          <a:xfrm>
            <a:off x="6085633" y="3860372"/>
            <a:ext cx="3022507" cy="14479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40A09FB-E130-451E-9F0C-0D1BF9A81C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513" y="3986060"/>
            <a:ext cx="4877223" cy="28958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4D481E8-2095-4492-9B57-37ADB9C399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7733" y="3373716"/>
            <a:ext cx="1752752" cy="243861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EDD99DC3-E970-4AEA-A937-6D1857F4A7C1}"/>
              </a:ext>
            </a:extLst>
          </p:cNvPr>
          <p:cNvSpPr/>
          <p:nvPr/>
        </p:nvSpPr>
        <p:spPr>
          <a:xfrm>
            <a:off x="3805389" y="3495647"/>
            <a:ext cx="94258" cy="1719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C4D9F93-74D4-4E56-8FFB-AF166ED926BD}"/>
              </a:ext>
            </a:extLst>
          </p:cNvPr>
          <p:cNvCxnSpPr>
            <a:cxnSpLocks/>
            <a:stCxn id="37" idx="7"/>
            <a:endCxn id="36" idx="1"/>
          </p:cNvCxnSpPr>
          <p:nvPr/>
        </p:nvCxnSpPr>
        <p:spPr>
          <a:xfrm flipV="1">
            <a:off x="3885843" y="3495647"/>
            <a:ext cx="321890" cy="25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4857E66B-585D-48C8-B92A-8937AB00DD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9774" y="514263"/>
            <a:ext cx="3284505" cy="128027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3173194-6982-48AE-A231-F1CA1D19004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30287" b="36766"/>
          <a:stretch/>
        </p:blipFill>
        <p:spPr>
          <a:xfrm>
            <a:off x="1900518" y="1894603"/>
            <a:ext cx="6976628" cy="2873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DC9ABF8-87BA-4E87-A985-0781ECE2F0F5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72580" t="8655" r="4296" b="65801"/>
          <a:stretch/>
        </p:blipFill>
        <p:spPr>
          <a:xfrm>
            <a:off x="385481" y="1907176"/>
            <a:ext cx="1640544" cy="22650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D5F6BCC-66A5-43C8-A07A-CFD423A2204C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2354" t="55902" r="87074" b="18554"/>
          <a:stretch/>
        </p:blipFill>
        <p:spPr>
          <a:xfrm>
            <a:off x="8733128" y="1879535"/>
            <a:ext cx="750024" cy="22650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2A17DD4-93B0-46D3-82E1-10B9E7AE84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1527" y="1278403"/>
            <a:ext cx="2027096" cy="23624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BB5DBE4-CC55-42D0-B15A-D329F69CEF2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8165" y="772121"/>
            <a:ext cx="2293819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63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C127BDF-7F8A-4B74-808C-9FB87BB775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09" t="52764" r="28516" b="15552"/>
          <a:stretch/>
        </p:blipFill>
        <p:spPr>
          <a:xfrm>
            <a:off x="572843" y="3539325"/>
            <a:ext cx="3058130" cy="138229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EB27C5F-5051-4C2E-91D9-69FC88859F46}"/>
              </a:ext>
            </a:extLst>
          </p:cNvPr>
          <p:cNvSpPr txBox="1"/>
          <p:nvPr/>
        </p:nvSpPr>
        <p:spPr>
          <a:xfrm>
            <a:off x="412376" y="415880"/>
            <a:ext cx="76110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Quasi –steady model: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Steady state operation pressure of the rocket motor: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0A6ECC2-5DF0-4BEA-8458-7ED2DF925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53" y="1118509"/>
            <a:ext cx="2679693" cy="66366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A7EA4B9-D9BC-4C2A-BCD9-7250F6CE1F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28" t="9046" r="64709" b="81183"/>
          <a:stretch/>
        </p:blipFill>
        <p:spPr>
          <a:xfrm>
            <a:off x="3137647" y="1118509"/>
            <a:ext cx="1183341" cy="457906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1780E9-E3EA-4F18-BE9D-63A6BEBD9CCC}"/>
              </a:ext>
            </a:extLst>
          </p:cNvPr>
          <p:cNvCxnSpPr>
            <a:cxnSpLocks/>
          </p:cNvCxnSpPr>
          <p:nvPr/>
        </p:nvCxnSpPr>
        <p:spPr>
          <a:xfrm>
            <a:off x="4364423" y="1347462"/>
            <a:ext cx="255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70D397BF-028A-4FD8-8B0E-311DD36F09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079" r="49667"/>
          <a:stretch/>
        </p:blipFill>
        <p:spPr>
          <a:xfrm>
            <a:off x="3958868" y="3817801"/>
            <a:ext cx="3067408" cy="897039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043383-6A5E-41C4-8B25-4E10058313F1}"/>
              </a:ext>
            </a:extLst>
          </p:cNvPr>
          <p:cNvCxnSpPr>
            <a:cxnSpLocks/>
          </p:cNvCxnSpPr>
          <p:nvPr/>
        </p:nvCxnSpPr>
        <p:spPr>
          <a:xfrm flipH="1" flipV="1">
            <a:off x="2719670" y="1347462"/>
            <a:ext cx="4179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C5C93526-3087-43D9-9480-3500806DB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73" y="2933952"/>
            <a:ext cx="4995890" cy="24173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B9F31A3-E00C-417E-89CA-E68EF632B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104" y="1782171"/>
            <a:ext cx="4244708" cy="12726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4BED497-2DEE-4FE6-BB9F-8CAEF1553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236" y="1053398"/>
            <a:ext cx="662997" cy="4648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F6DD48-6E10-5184-C9EB-039DA07AAD6C}"/>
              </a:ext>
            </a:extLst>
          </p:cNvPr>
          <p:cNvSpPr txBox="1"/>
          <p:nvPr/>
        </p:nvSpPr>
        <p:spPr>
          <a:xfrm>
            <a:off x="6685936" y="3226050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0: data at combustion chamber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189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F736D8-1970-49A3-A181-D5DB56301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32" y="1084693"/>
            <a:ext cx="7163421" cy="274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6ED619-0317-494E-A315-57FC968E40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19" b="2015"/>
          <a:stretch/>
        </p:blipFill>
        <p:spPr>
          <a:xfrm>
            <a:off x="8202204" y="1099213"/>
            <a:ext cx="3555338" cy="23261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734D48-3F65-44D4-A31D-44324AF7B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830" y="1099213"/>
            <a:ext cx="1237935" cy="278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142EAE-1DF7-47BA-86B2-110203DFBC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812" r="29299"/>
          <a:stretch/>
        </p:blipFill>
        <p:spPr>
          <a:xfrm>
            <a:off x="595832" y="1795226"/>
            <a:ext cx="2855580" cy="681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8AB500-00E4-45CB-97F3-AC2C1BB951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6916"/>
          <a:stretch/>
        </p:blipFill>
        <p:spPr>
          <a:xfrm>
            <a:off x="3558989" y="1745396"/>
            <a:ext cx="932358" cy="7315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A375036-E150-42B7-89D8-B23F65F91D3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0216"/>
          <a:stretch/>
        </p:blipFill>
        <p:spPr>
          <a:xfrm>
            <a:off x="720319" y="3425387"/>
            <a:ext cx="2187130" cy="7252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97DB715-FA39-493F-A248-46D50CBFAA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94" y="3425387"/>
            <a:ext cx="3261643" cy="64775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CF0D52B-B23D-4726-9C3F-3511E71B8CA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88757" b="67857"/>
          <a:stretch/>
        </p:blipFill>
        <p:spPr>
          <a:xfrm>
            <a:off x="2438399" y="2887394"/>
            <a:ext cx="888525" cy="27434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3AB6D1-63C5-4346-AFB7-BD181B2E081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17" t="34940" r="35593" b="32917"/>
          <a:stretch/>
        </p:blipFill>
        <p:spPr>
          <a:xfrm>
            <a:off x="2983615" y="2955799"/>
            <a:ext cx="4962080" cy="2743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149C3A1-98B9-44F3-B773-9D8985659D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1635" y="1972234"/>
            <a:ext cx="3580569" cy="70881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4B09B9F-24C5-4529-B3E6-3ED13F05A0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006"/>
          <a:stretch/>
        </p:blipFill>
        <p:spPr>
          <a:xfrm>
            <a:off x="717287" y="2913168"/>
            <a:ext cx="1718758" cy="27434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9267BAD-C617-485A-8DA7-DA41CDE96E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8982" y="3898824"/>
            <a:ext cx="5074023" cy="259227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56EC451-82C5-459C-AFCF-10E91F8575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424" y="4509725"/>
            <a:ext cx="5715495" cy="198137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4CA0522-6F87-41D7-A517-641CF4D0EDA4}"/>
              </a:ext>
            </a:extLst>
          </p:cNvPr>
          <p:cNvSpPr txBox="1"/>
          <p:nvPr/>
        </p:nvSpPr>
        <p:spPr>
          <a:xfrm>
            <a:off x="372024" y="407182"/>
            <a:ext cx="761103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Burning stability: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705794-4741-8FF4-070A-88F51633A5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4171" y="449815"/>
            <a:ext cx="876376" cy="358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E19565-1A1B-B8DC-00EB-903AF2F6FE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40692" y="240246"/>
            <a:ext cx="1447925" cy="777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0C17AA-A837-33D5-0C5A-37AD16EE00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36891" y="314714"/>
            <a:ext cx="3013753" cy="184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1F7496-72D8-373D-94FB-F7C011F7355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17717" y="588199"/>
            <a:ext cx="2452099" cy="1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5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9ED6F8-B85E-4CB0-AEBC-77C64071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035" y="2647741"/>
            <a:ext cx="3729317" cy="156251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E3758A48-C016-4C2B-96A5-023E97DFCE44}"/>
              </a:ext>
            </a:extLst>
          </p:cNvPr>
          <p:cNvSpPr/>
          <p:nvPr/>
        </p:nvSpPr>
        <p:spPr>
          <a:xfrm>
            <a:off x="2488202" y="5489791"/>
            <a:ext cx="1230304" cy="2108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62C2F2-CA4C-45AD-B9B6-94ED77469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25" y="5307414"/>
            <a:ext cx="1882303" cy="5182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F88C8D-ECD0-41F3-BF90-90373C818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580" y="4986827"/>
            <a:ext cx="1013548" cy="5029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22CB64-4F09-4E8A-A307-0BDE83D4D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914" y="5244455"/>
            <a:ext cx="1479556" cy="5526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0AF1F8-D684-4C4C-B8C3-21598BB57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4878" y="5017310"/>
            <a:ext cx="1165961" cy="472481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A35A3D88-49A1-4603-9CBC-A9F15F85916C}"/>
              </a:ext>
            </a:extLst>
          </p:cNvPr>
          <p:cNvSpPr/>
          <p:nvPr/>
        </p:nvSpPr>
        <p:spPr>
          <a:xfrm>
            <a:off x="5835752" y="5489791"/>
            <a:ext cx="1230304" cy="2108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91A148A-DB4F-4C37-9C38-15EC6EF70E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5514" y="5894844"/>
            <a:ext cx="4138019" cy="9221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0506C5D-F0E8-4F30-A9F0-938EA1921E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8085" y="4636223"/>
            <a:ext cx="1775614" cy="23624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1616C8-B391-4165-9B31-81B76C6FBD58}"/>
              </a:ext>
            </a:extLst>
          </p:cNvPr>
          <p:cNvCxnSpPr>
            <a:cxnSpLocks/>
          </p:cNvCxnSpPr>
          <p:nvPr/>
        </p:nvCxnSpPr>
        <p:spPr>
          <a:xfrm flipV="1">
            <a:off x="6405185" y="4872463"/>
            <a:ext cx="180460" cy="330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4D90FF3A-6BFB-4E28-B6DC-8D2F6F92B70C}"/>
              </a:ext>
            </a:extLst>
          </p:cNvPr>
          <p:cNvSpPr/>
          <p:nvPr/>
        </p:nvSpPr>
        <p:spPr>
          <a:xfrm>
            <a:off x="6316163" y="5220379"/>
            <a:ext cx="134741" cy="2514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5FFF59-9D19-459B-B476-E0E37B2F34C0}"/>
              </a:ext>
            </a:extLst>
          </p:cNvPr>
          <p:cNvSpPr txBox="1"/>
          <p:nvPr/>
        </p:nvSpPr>
        <p:spPr>
          <a:xfrm>
            <a:off x="349623" y="3546033"/>
            <a:ext cx="761103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Axial pressure variation: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X-momentum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4F7BBF5-0216-404B-B7C4-ACBB04D7516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38014"/>
          <a:stretch/>
        </p:blipFill>
        <p:spPr>
          <a:xfrm>
            <a:off x="627344" y="373460"/>
            <a:ext cx="5248494" cy="26422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1881956-9142-48AE-BCF7-6E2322FD913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61059"/>
          <a:stretch/>
        </p:blipFill>
        <p:spPr>
          <a:xfrm>
            <a:off x="6277858" y="912857"/>
            <a:ext cx="5248494" cy="165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6969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827</TotalTime>
  <Words>39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Corbel</vt:lpstr>
      <vt:lpstr>Times New Roman</vt:lpstr>
      <vt:lpstr>Wingdings</vt:lpstr>
      <vt:lpstr>Basis</vt:lpstr>
      <vt:lpstr>solid propellant rocket engines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32</cp:revision>
  <dcterms:created xsi:type="dcterms:W3CDTF">2024-10-05T20:41:39Z</dcterms:created>
  <dcterms:modified xsi:type="dcterms:W3CDTF">2024-10-27T00:52:48Z</dcterms:modified>
</cp:coreProperties>
</file>