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8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421-45CE-4249-8D36-3BC6C15BF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PROPELLANT ROCKETS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1025-24F6-4F5E-ABE2-880F1CA22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Ehsan Roohi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37712198-0CE2-A3C4-DFE0-E3310BA9CB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3578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06"/>
    </mc:Choice>
    <mc:Fallback>
      <p:transition spd="slow" advTm="105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74" x="10152063" y="849313"/>
          <p14:tracePt t="891" x="10134600" y="849313"/>
          <p14:tracePt t="915" x="10121900" y="873125"/>
          <p14:tracePt t="929" x="10083800" y="898525"/>
          <p14:tracePt t="944" x="10028238" y="922338"/>
          <p14:tracePt t="956" x="9991725" y="947738"/>
          <p14:tracePt t="969" x="9923463" y="973138"/>
          <p14:tracePt t="973" x="9886950" y="990600"/>
          <p14:tracePt t="979" x="9842500" y="1028700"/>
          <p14:tracePt t="987" x="9812338" y="1052513"/>
          <p14:tracePt t="994" x="9793288" y="1071563"/>
          <p14:tracePt t="1013" x="9699625" y="1133475"/>
          <p14:tracePt t="1025" x="9613900" y="1201738"/>
          <p14:tracePt t="1053" x="9477375" y="1289050"/>
          <p14:tracePt t="1059" x="9409113" y="1319213"/>
          <p14:tracePt t="1074" x="9321800" y="1344613"/>
          <p14:tracePt t="1087" x="9086850" y="1393825"/>
          <p14:tracePt t="1099" x="8813800" y="1436688"/>
          <p14:tracePt t="1116" x="8702675" y="1449388"/>
          <p14:tracePt t="1131" x="8256588" y="1474788"/>
          <p14:tracePt t="1142" x="8088313" y="1474788"/>
          <p14:tracePt t="1157" x="7940675" y="1474788"/>
          <p14:tracePt t="1172" x="7419975" y="1474788"/>
          <p14:tracePt t="1182" x="7251700" y="1474788"/>
          <p14:tracePt t="1192" x="7102475" y="1455738"/>
          <p14:tracePt t="1203" x="6818313" y="1412875"/>
          <p14:tracePt t="1211" x="6700838" y="1387475"/>
          <p14:tracePt t="1224" x="6581775" y="1350963"/>
          <p14:tracePt t="1234" x="6359525" y="1270000"/>
          <p14:tracePt t="1252" x="6099175" y="1165225"/>
          <p14:tracePt t="1260" x="5962650" y="1109663"/>
          <p14:tracePt t="1287" x="5578475" y="860425"/>
          <p14:tracePt t="1310" x="5237163" y="557213"/>
          <p14:tracePt t="1317" x="5145088" y="465138"/>
          <p14:tracePt t="1332" x="5070475" y="390525"/>
          <p14:tracePt t="1351" x="4959350" y="198438"/>
          <p14:tracePt t="1370" x="4946650" y="80963"/>
          <p14:tracePt t="1564" x="9451975" y="49213"/>
          <p14:tracePt t="1576" x="10004425" y="334963"/>
          <p14:tracePt t="1590" x="10152063" y="465138"/>
          <p14:tracePt t="1605" x="10356850" y="774700"/>
          <p14:tracePt t="1618" x="10512425" y="1146175"/>
          <p14:tracePt t="1626" x="10574338" y="1363663"/>
          <p14:tracePt t="1642" x="10599738" y="1511300"/>
          <p14:tracePt t="1657" x="10642600" y="1889125"/>
          <p14:tracePt t="1676" x="10636250" y="2187575"/>
          <p14:tracePt t="1689" x="10599738" y="2452688"/>
          <p14:tracePt t="1705" x="10499725" y="2725738"/>
          <p14:tracePt t="1722" x="10382250" y="2936875"/>
          <p14:tracePt t="1735" x="10313988" y="3041650"/>
          <p14:tracePt t="1752" x="10128250" y="3270250"/>
          <p14:tracePt t="1770" x="9991725" y="3382963"/>
          <p14:tracePt t="1789" x="9842500" y="3481388"/>
          <p14:tracePt t="1804" x="9607550" y="3592513"/>
          <p14:tracePt t="1817" x="9520238" y="3630613"/>
          <p14:tracePt t="1835" x="9278938" y="3711575"/>
          <p14:tracePt t="1846" x="9012238" y="3760788"/>
          <p14:tracePt t="1855" x="8875713" y="3790950"/>
          <p14:tracePt t="1860" x="8670925" y="3803650"/>
          <p14:tracePt t="1867" x="8491538" y="3816350"/>
          <p14:tracePt t="1882" x="8305800" y="3829050"/>
          <p14:tracePt t="1897" x="7964488" y="3829050"/>
          <p14:tracePt t="1908" x="7697788" y="3829050"/>
          <p14:tracePt t="1922" x="7586663" y="3829050"/>
          <p14:tracePt t="1932" x="7388225" y="3829050"/>
          <p14:tracePt t="1936" x="7300913" y="3829050"/>
          <p14:tracePt t="1996" x="6700838" y="3829050"/>
          <p14:tracePt t="2010" x="6656388" y="3829050"/>
          <p14:tracePt t="2017" x="6632575" y="3829050"/>
          <p14:tracePt t="2031" x="6626225" y="3829050"/>
          <p14:tracePt t="2048" x="6600825" y="3822700"/>
          <p14:tracePt t="2067" x="6570663" y="3816350"/>
          <p14:tracePt t="2081" x="6526213" y="3797300"/>
          <p14:tracePt t="2101" x="6489700" y="3773488"/>
          <p14:tracePt t="2116" x="6470650" y="3760788"/>
          <p14:tracePt t="2189" x="6396038" y="3692525"/>
          <p14:tracePt t="2210" x="6389688" y="3673475"/>
          <p14:tracePt t="2221" x="6372225" y="3673475"/>
          <p14:tracePt t="2301" x="6365875" y="3667125"/>
          <p14:tracePt t="2319" x="6353175" y="3667125"/>
          <p14:tracePt t="2324" x="6353175" y="3660775"/>
          <p14:tracePt t="2332" x="6346825" y="3660775"/>
          <p14:tracePt t="2387" x="6346825" y="3654425"/>
          <p14:tracePt t="2401" x="6340475" y="3630613"/>
          <p14:tracePt t="2414" x="6327775" y="3630613"/>
          <p14:tracePt t="2427" x="6297613" y="3624263"/>
          <p14:tracePt t="2439" x="6284913" y="3624263"/>
          <p14:tracePt t="2446" x="6278563" y="3624263"/>
          <p14:tracePt t="2475" x="6242050" y="3605213"/>
          <p14:tracePt t="2489" x="6210300" y="3587750"/>
          <p14:tracePt t="2501" x="6167438" y="3568700"/>
          <p14:tracePt t="2508" x="6148388" y="3549650"/>
          <p14:tracePt t="2516" x="6129338" y="3519488"/>
          <p14:tracePt t="2521" x="6080125" y="3513138"/>
          <p14:tracePt t="2534" x="6024563" y="3487738"/>
          <p14:tracePt t="2542" x="5988050" y="3475038"/>
          <p14:tracePt t="2547" x="5956300" y="3468688"/>
          <p14:tracePt t="2552" x="5932488" y="3457575"/>
          <p14:tracePt t="2565" x="5894388" y="3451225"/>
          <p14:tracePt t="2575" x="5864225" y="3438525"/>
          <p14:tracePt t="2583" x="5826125" y="3419475"/>
          <p14:tracePt t="2596" x="5757863" y="3395663"/>
          <p14:tracePt t="2604" x="5708650" y="3382963"/>
          <p14:tracePt t="2612" x="5665788" y="3370263"/>
          <p14:tracePt t="2620" x="5653088" y="3370263"/>
          <p14:tracePt t="2630" x="5610225" y="3351213"/>
          <p14:tracePt t="2641" x="5578475" y="3344863"/>
          <p14:tracePt t="2655" x="5559425" y="3333750"/>
          <p14:tracePt t="2667" x="5541963" y="3327400"/>
          <p14:tracePt t="2680" x="5535613" y="3321050"/>
          <p14:tracePt t="2694" x="5516563" y="3314700"/>
          <p14:tracePt t="2706" x="5491163" y="3289300"/>
          <p14:tracePt t="2718" x="5467350" y="3259138"/>
          <p14:tracePt t="2723" x="5461000" y="3252788"/>
          <p14:tracePt t="2729" x="5435600" y="3227388"/>
          <p14:tracePt t="2775" x="5292725" y="3122613"/>
          <p14:tracePt t="2789" x="5262563" y="3097213"/>
          <p14:tracePt t="2801" x="5237163" y="3073400"/>
          <p14:tracePt t="2811" x="5219700" y="3060700"/>
          <p14:tracePt t="2819" x="5200650" y="3041650"/>
          <p14:tracePt t="2830" x="5175250" y="3035300"/>
          <p14:tracePt t="2848" x="5126038" y="3011488"/>
          <p14:tracePt t="2864" x="5113338" y="2992438"/>
          <p14:tracePt t="2879" x="5106988" y="2992438"/>
          <p14:tracePt t="3112" x="5106988" y="2986088"/>
          <p14:tracePt t="3253" x="5113338" y="2986088"/>
          <p14:tracePt t="3271" x="5168900" y="2986088"/>
          <p14:tracePt t="3285" x="5268913" y="2986088"/>
          <p14:tracePt t="3294" x="5337175" y="2992438"/>
          <p14:tracePt t="3299" x="5405438" y="3005138"/>
          <p14:tracePt t="3316" x="5503863" y="3016250"/>
          <p14:tracePt t="3330" x="5584825" y="3022600"/>
          <p14:tracePt t="3343" x="5672138" y="3048000"/>
          <p14:tracePt t="3353" x="5857875" y="3084513"/>
          <p14:tracePt t="3362" x="5962650" y="3109913"/>
          <p14:tracePt t="3372" x="6062663" y="3141663"/>
          <p14:tracePt t="3385" x="6284913" y="3214688"/>
          <p14:tracePt t="3394" x="6389688" y="3240088"/>
          <p14:tracePt t="3403" x="6464300" y="3276600"/>
          <p14:tracePt t="3416" x="6538913" y="3314700"/>
          <p14:tracePt t="3421" x="6607175" y="3351213"/>
          <p14:tracePt t="3433" x="6775450" y="3438525"/>
          <p14:tracePt t="3443" x="6848475" y="3475038"/>
          <p14:tracePt t="3448" x="6905625" y="3524250"/>
          <p14:tracePt t="3474" x="7078663" y="3630613"/>
          <p14:tracePt t="3482" x="7140575" y="3660775"/>
          <p14:tracePt t="3495" x="7165975" y="3679825"/>
          <p14:tracePt t="3500" x="7183438" y="3698875"/>
          <p14:tracePt t="3529" x="7215188" y="3741738"/>
          <p14:tracePt t="3542" x="7221538" y="3754438"/>
          <p14:tracePt t="3561" x="7221538" y="3760788"/>
          <p14:tracePt t="3568" x="7227888" y="3760788"/>
          <p14:tracePt t="3591" x="7227888" y="3767138"/>
          <p14:tracePt t="3606" x="7227888" y="3773488"/>
          <p14:tracePt t="3622" x="7227888" y="3790950"/>
          <p14:tracePt t="3643" x="7227888" y="3797300"/>
          <p14:tracePt t="3775" x="7177088" y="3835400"/>
          <p14:tracePt t="3790" x="7127875" y="3852863"/>
          <p14:tracePt t="3800" x="7004050" y="3871913"/>
          <p14:tracePt t="3817" x="6935788" y="3884613"/>
          <p14:tracePt t="3833" x="6818313" y="3897313"/>
          <p14:tracePt t="3851" x="6632575" y="3908425"/>
          <p14:tracePt t="3867" x="6434138" y="3908425"/>
          <p14:tracePt t="3878" x="6334125" y="3908425"/>
          <p14:tracePt t="3896" x="6167438" y="3908425"/>
          <p14:tracePt t="3902" x="6099175" y="3908425"/>
          <p14:tracePt t="3908" x="6030913" y="3908425"/>
          <p14:tracePt t="3913" x="5981700" y="3908425"/>
          <p14:tracePt t="3926" x="5949950" y="3908425"/>
          <p14:tracePt t="3931" x="5926138" y="3908425"/>
          <p14:tracePt t="3937" x="5907088" y="3897313"/>
          <p14:tracePt t="3951" x="5894388" y="3897313"/>
          <p14:tracePt t="3977" x="5764213" y="3865563"/>
          <p14:tracePt t="3986" x="5727700" y="3859213"/>
          <p14:tracePt t="4001" x="5715000" y="3852863"/>
          <p14:tracePt t="4011" x="5646738" y="3822700"/>
          <p14:tracePt t="4021" x="5627688" y="3816350"/>
          <p14:tracePt t="4035" x="5572125" y="3797300"/>
          <p14:tracePt t="4042" x="5553075" y="3784600"/>
          <p14:tracePt t="4053" x="5541963" y="3784600"/>
          <p14:tracePt t="4070" x="5535613" y="3778250"/>
          <p14:tracePt t="4076" x="5522913" y="3778250"/>
          <p14:tracePt t="4123" x="5491163" y="3767138"/>
          <p14:tracePt t="4131" x="5484813" y="3760788"/>
          <p14:tracePt t="4137" x="5461000" y="3748088"/>
          <p14:tracePt t="4151" x="5448300" y="3741738"/>
          <p14:tracePt t="4163" x="5429250" y="3735388"/>
          <p14:tracePt t="4244" x="5422900" y="3729038"/>
          <p14:tracePt t="4257" x="5411788" y="3711575"/>
          <p14:tracePt t="4261" x="5392738" y="3692525"/>
          <p14:tracePt t="4274" x="5373688" y="3686175"/>
          <p14:tracePt t="4284" x="5367338" y="3667125"/>
          <p14:tracePt t="4297" x="5360988" y="3667125"/>
          <p14:tracePt t="4397" x="5349875" y="3660775"/>
          <p14:tracePt t="4410" x="5343525" y="3660775"/>
          <p14:tracePt t="4442" x="5337175" y="3660775"/>
          <p14:tracePt t="4490" x="5337175" y="3654425"/>
          <p14:tracePt t="4503" x="5324475" y="3649663"/>
          <p14:tracePt t="4507" x="5318125" y="3636963"/>
          <p14:tracePt t="4513" x="5305425" y="3636963"/>
          <p14:tracePt t="4532" x="5292725" y="3636963"/>
          <p14:tracePt t="4536" x="5286375" y="3630613"/>
          <p14:tracePt t="4556" x="5243513" y="3624263"/>
          <p14:tracePt t="4561" x="5219700" y="3624263"/>
          <p14:tracePt t="4583" x="5113338" y="3611563"/>
          <p14:tracePt t="4593" x="5076825" y="3611563"/>
          <p14:tracePt t="4604" x="4946650" y="3605213"/>
          <p14:tracePt t="4613" x="4846638" y="3605213"/>
          <p14:tracePt t="4627" x="4716463" y="3605213"/>
          <p14:tracePt t="4634" x="4692650" y="3611563"/>
          <p14:tracePt t="4644" x="4673600" y="3624263"/>
          <p14:tracePt t="4657" x="4654550" y="3630613"/>
          <p14:tracePt t="4668" x="4641850" y="3636963"/>
          <p14:tracePt t="4701" x="4637088" y="3636963"/>
          <p14:tracePt t="4730" x="4511675" y="3654425"/>
          <p14:tracePt t="4744" x="4425950" y="3667125"/>
          <p14:tracePt t="4757" x="4289425" y="3667125"/>
          <p14:tracePt t="4764" x="4221163" y="3667125"/>
          <p14:tracePt t="4784" x="4133850" y="3667125"/>
          <p14:tracePt t="4805" x="4065588" y="3667125"/>
          <p14:tracePt t="4818" x="3929063" y="3667125"/>
          <p14:tracePt t="4827" x="3917950" y="3667125"/>
          <p14:tracePt t="5254" x="3948113" y="3667125"/>
          <p14:tracePt t="5263" x="3990975" y="3667125"/>
          <p14:tracePt t="5269" x="4016375" y="3667125"/>
          <p14:tracePt t="5293" x="4357688" y="3667125"/>
          <p14:tracePt t="5310" x="4667250" y="3673475"/>
          <p14:tracePt t="5323" x="5026025" y="3686175"/>
          <p14:tracePt t="5330" x="5194300" y="3686175"/>
          <p14:tracePt t="5340" x="5343525" y="3698875"/>
          <p14:tracePt t="5354" x="5621338" y="3698875"/>
          <p14:tracePt t="5365" x="5770563" y="3711575"/>
          <p14:tracePt t="5380" x="5868988" y="3722688"/>
          <p14:tracePt t="5394" x="6297613" y="3722688"/>
          <p14:tracePt t="5403" x="6415088" y="3735388"/>
          <p14:tracePt t="5416" x="6515100" y="3735388"/>
          <p14:tracePt t="5428" x="6650038" y="3735388"/>
          <p14:tracePt t="5434" x="6662738" y="3735388"/>
          <p14:tracePt t="5443" x="6681788" y="3735388"/>
          <p14:tracePt t="5453" x="6688138" y="3735388"/>
          <p14:tracePt t="5506" x="6707188" y="3735388"/>
          <p14:tracePt t="5524" x="6743700" y="3735388"/>
          <p14:tracePt t="5537" x="6762750" y="3735388"/>
          <p14:tracePt t="5549" x="6786563" y="3735388"/>
          <p14:tracePt t="5556" x="6792913" y="3735388"/>
          <p14:tracePt t="5563" x="6805613" y="3735388"/>
          <p14:tracePt t="5569" x="6824663" y="3735388"/>
          <p14:tracePt t="5582" x="6837363" y="3735388"/>
          <p14:tracePt t="5592" x="6867525" y="3735388"/>
          <p14:tracePt t="5613" x="6991350" y="3722688"/>
          <p14:tracePt t="5621" x="7059613" y="3722688"/>
          <p14:tracePt t="5626" x="7127875" y="3711575"/>
          <p14:tracePt t="5641" x="7251700" y="3711575"/>
          <p14:tracePt t="5653" x="7313613" y="3711575"/>
          <p14:tracePt t="5665" x="7394575" y="3711575"/>
          <p14:tracePt t="5687" x="7443788" y="3711575"/>
          <p14:tracePt t="5692" x="7475538" y="3711575"/>
          <p14:tracePt t="5715" x="7586663" y="3711575"/>
          <p14:tracePt t="5724" x="7623175" y="3711575"/>
          <p14:tracePt t="5738" x="7685088" y="3711575"/>
          <p14:tracePt t="5746" x="7821613" y="3711575"/>
          <p14:tracePt t="5759" x="7902575" y="3711575"/>
          <p14:tracePt t="5769" x="7921625" y="3711575"/>
          <p14:tracePt t="5778" x="7964488" y="3711575"/>
          <p14:tracePt t="5786" x="7977188" y="3711575"/>
          <p14:tracePt t="5798" x="7996238" y="3711575"/>
          <p14:tracePt t="5809" x="8008938" y="3711575"/>
          <p14:tracePt t="5834" x="8032750" y="3711575"/>
          <p14:tracePt t="5852" x="8094663" y="3705225"/>
          <p14:tracePt t="5860" x="8162925" y="3692525"/>
          <p14:tracePt t="5870" x="8212138" y="3692525"/>
          <p14:tracePt t="5877" x="8250238" y="3686175"/>
          <p14:tracePt t="5889" x="8293100" y="3686175"/>
          <p14:tracePt t="5913" x="8299450" y="3686175"/>
          <p14:tracePt t="6149" x="8299450" y="3673475"/>
          <p14:tracePt t="6168" x="8299450" y="3667125"/>
          <p14:tracePt t="6334" x="8293100" y="3667125"/>
          <p14:tracePt t="6341" x="8280400" y="3667125"/>
          <p14:tracePt t="6350" x="8256588" y="3686175"/>
          <p14:tracePt t="6356" x="8243888" y="3692525"/>
          <p14:tracePt t="6369" x="8194675" y="3722688"/>
          <p14:tracePt t="6381" x="8181975" y="3729038"/>
          <p14:tracePt t="6384" x="8162925" y="3748088"/>
          <p14:tracePt t="6398" x="8143875" y="3784600"/>
          <p14:tracePt t="6412" x="8008938" y="3983038"/>
          <p14:tracePt t="6428" x="7580313" y="4467225"/>
          <p14:tracePt t="6440" x="7264400" y="4764088"/>
          <p14:tracePt t="6451" x="6972300" y="5030788"/>
          <p14:tracePt t="6465" x="6210300" y="5686425"/>
          <p14:tracePt t="6479" x="5392738" y="6300788"/>
          <p14:tracePt t="6493" x="5051425" y="6529388"/>
          <p14:tracePt t="6869" x="2236788" y="6721475"/>
          <p14:tracePt t="6882" x="2232025" y="6684963"/>
          <p14:tracePt t="6908" x="2219325" y="6561138"/>
          <p14:tracePt t="6931" x="2219325" y="6505575"/>
          <p14:tracePt t="6944" x="2219325" y="6499225"/>
          <p14:tracePt t="6956" x="2219325" y="6486525"/>
          <p14:tracePt t="7004" x="2232025" y="6486525"/>
          <p14:tracePt t="7023" x="2236788" y="6486525"/>
          <p14:tracePt t="7036" x="2243138" y="6486525"/>
          <p14:tracePt t="7066" x="2255838" y="6499225"/>
          <p14:tracePt t="7079" x="2293938" y="6542088"/>
          <p14:tracePt t="7094" x="2355850" y="6629400"/>
          <p14:tracePt t="7106" x="2417763" y="6740525"/>
          <p14:tracePt t="7135" x="2447925" y="68453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0AEB270A-491C-4468-8E95-8220735FD3A0}"/>
              </a:ext>
            </a:extLst>
          </p:cNvPr>
          <p:cNvSpPr txBox="1"/>
          <p:nvPr/>
        </p:nvSpPr>
        <p:spPr>
          <a:xfrm>
            <a:off x="376913" y="433351"/>
            <a:ext cx="29386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rate of fuel (r) :</a:t>
            </a:r>
          </a:p>
        </p:txBody>
      </p:sp>
      <p:pic>
        <p:nvPicPr>
          <p:cNvPr id="57" name="Content Placeholder 56">
            <a:extLst>
              <a:ext uri="{FF2B5EF4-FFF2-40B4-BE49-F238E27FC236}">
                <a16:creationId xmlns:a16="http://schemas.microsoft.com/office/drawing/2014/main" id="{B34C7BA9-2CED-4A56-8B2F-902B6DC4B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4009" t="7692" r="4348" b="57309"/>
          <a:stretch/>
        </p:blipFill>
        <p:spPr>
          <a:xfrm>
            <a:off x="8993205" y="1387483"/>
            <a:ext cx="2634018" cy="1448981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335A15F-8D6D-4667-A877-4A1ABFBD473A}"/>
              </a:ext>
            </a:extLst>
          </p:cNvPr>
          <p:cNvSpPr txBox="1"/>
          <p:nvPr/>
        </p:nvSpPr>
        <p:spPr>
          <a:xfrm>
            <a:off x="352002" y="1043747"/>
            <a:ext cx="61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Cylindrical arrangement: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D41BF3-75FC-4BF0-BAD0-C6A55FC65B56}"/>
              </a:ext>
            </a:extLst>
          </p:cNvPr>
          <p:cNvSpPr txBox="1"/>
          <p:nvPr/>
        </p:nvSpPr>
        <p:spPr>
          <a:xfrm>
            <a:off x="6522280" y="456947"/>
            <a:ext cx="13013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 Flux: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7F886E-63CB-40B1-9B6B-466012FB553C}"/>
              </a:ext>
            </a:extLst>
          </p:cNvPr>
          <p:cNvSpPr txBox="1"/>
          <p:nvPr/>
        </p:nvSpPr>
        <p:spPr>
          <a:xfrm>
            <a:off x="299281" y="2400191"/>
            <a:ext cx="6154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from t=0 (R=Ri) to t=t (R=R)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CC413259-17EC-4631-BDE5-EE7FC081F460}"/>
              </a:ext>
            </a:extLst>
          </p:cNvPr>
          <p:cNvSpPr/>
          <p:nvPr/>
        </p:nvSpPr>
        <p:spPr>
          <a:xfrm rot="16200000">
            <a:off x="5212948" y="1670826"/>
            <a:ext cx="365760" cy="4761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FA4883-CE3C-4A16-B2F0-99D9F722965E}"/>
              </a:ext>
            </a:extLst>
          </p:cNvPr>
          <p:cNvSpPr txBox="1"/>
          <p:nvPr/>
        </p:nvSpPr>
        <p:spPr>
          <a:xfrm>
            <a:off x="440800" y="2920110"/>
            <a:ext cx="2745604" cy="3693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Combustion port radius R 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7BD398A-C666-40A6-9389-9F97B928A236}"/>
                  </a:ext>
                </a:extLst>
              </p:cNvPr>
              <p:cNvSpPr txBox="1"/>
              <p:nvPr/>
            </p:nvSpPr>
            <p:spPr>
              <a:xfrm>
                <a:off x="649190" y="1583453"/>
                <a:ext cx="4281398" cy="678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𝑂𝑥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𝑂𝑥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𝑂𝑥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7BD398A-C666-40A6-9389-9F97B928A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0" y="1583453"/>
                <a:ext cx="4281398" cy="67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7A1F26-0F1A-4AA9-92B5-2B7DE7412956}"/>
                  </a:ext>
                </a:extLst>
              </p:cNvPr>
              <p:cNvSpPr txBox="1"/>
              <p:nvPr/>
            </p:nvSpPr>
            <p:spPr>
              <a:xfrm>
                <a:off x="3913897" y="1583453"/>
                <a:ext cx="6096000" cy="67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𝑑𝑅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𝑂𝑥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7A1F26-0F1A-4AA9-92B5-2B7DE741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897" y="1583453"/>
                <a:ext cx="6096000" cy="6741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9F12C9A-4EED-40FC-8F23-0B350C5E9915}"/>
                  </a:ext>
                </a:extLst>
              </p:cNvPr>
              <p:cNvSpPr txBox="1"/>
              <p:nvPr/>
            </p:nvSpPr>
            <p:spPr>
              <a:xfrm>
                <a:off x="3773814" y="2739578"/>
                <a:ext cx="6096000" cy="674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Arial" panose="020B0604020202020204" pitchFamily="34" charset="0"/>
                                              </a:rPr>
                                              <m:t>𝑂𝑥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			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9F12C9A-4EED-40FC-8F23-0B350C5E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814" y="2739578"/>
                <a:ext cx="6096000" cy="6749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F173B8D-690A-4F3B-94CA-B6192C1EF1F7}"/>
                  </a:ext>
                </a:extLst>
              </p:cNvPr>
              <p:cNvSpPr txBox="1"/>
              <p:nvPr/>
            </p:nvSpPr>
            <p:spPr>
              <a:xfrm>
                <a:off x="2032585" y="456947"/>
                <a:ext cx="4420966" cy="414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́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/>
                        <m:sup>
                          <m:acc>
                            <m:accPr>
                              <m:chr m:val="́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F173B8D-690A-4F3B-94CA-B6192C1EF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585" y="456947"/>
                <a:ext cx="4420966" cy="4149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D61FF-5EB4-4290-AEA8-668CD4E8A140}"/>
                  </a:ext>
                </a:extLst>
              </p:cNvPr>
              <p:cNvSpPr txBox="1"/>
              <p:nvPr/>
            </p:nvSpPr>
            <p:spPr>
              <a:xfrm>
                <a:off x="8628591" y="366959"/>
                <a:ext cx="2056653" cy="519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D61FF-5EB4-4290-AEA8-668CD4E8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591" y="366959"/>
                <a:ext cx="2056653" cy="5196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44910010-3BA1-4C76-A41B-93A2F197F7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3666" y="3619110"/>
            <a:ext cx="4092295" cy="1806097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8F67E07-C7D6-4196-B2AC-760677AAA31D}"/>
              </a:ext>
            </a:extLst>
          </p:cNvPr>
          <p:cNvSpPr txBox="1"/>
          <p:nvPr/>
        </p:nvSpPr>
        <p:spPr>
          <a:xfrm>
            <a:off x="482303" y="3674409"/>
            <a:ext cx="654202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production rate of fuel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 the solid fuel is being vaporized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613DDC2D-DEB3-4FD5-9DAA-BFE59BE51066}"/>
              </a:ext>
            </a:extLst>
          </p:cNvPr>
          <p:cNvSpPr/>
          <p:nvPr/>
        </p:nvSpPr>
        <p:spPr>
          <a:xfrm>
            <a:off x="3647923" y="4443790"/>
            <a:ext cx="1217000" cy="35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27E9FA-E616-45A2-B8FA-C25BE9EE0F5E}"/>
              </a:ext>
            </a:extLst>
          </p:cNvPr>
          <p:cNvSpPr txBox="1"/>
          <p:nvPr/>
        </p:nvSpPr>
        <p:spPr>
          <a:xfrm>
            <a:off x="3566434" y="4214382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43DF8B-7EF7-4418-A032-9C64B00AB8A3}"/>
              </a:ext>
            </a:extLst>
          </p:cNvPr>
          <p:cNvSpPr txBox="1"/>
          <p:nvPr/>
        </p:nvSpPr>
        <p:spPr>
          <a:xfrm>
            <a:off x="440800" y="5950777"/>
            <a:ext cx="2803941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Instantaneous mixture ratio: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E423679-4372-4206-A457-706A39943FB3}"/>
                  </a:ext>
                </a:extLst>
              </p:cNvPr>
              <p:cNvSpPr txBox="1"/>
              <p:nvPr/>
            </p:nvSpPr>
            <p:spPr>
              <a:xfrm>
                <a:off x="-1131072" y="4272144"/>
                <a:ext cx="6096000" cy="67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𝑂𝑥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𝑅𝐿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E423679-4372-4206-A457-706A39943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1072" y="4272144"/>
                <a:ext cx="6096000" cy="6741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495BA0E-DFCF-4AD7-987A-C9A4763E084D}"/>
                  </a:ext>
                </a:extLst>
              </p:cNvPr>
              <p:cNvSpPr txBox="1"/>
              <p:nvPr/>
            </p:nvSpPr>
            <p:spPr>
              <a:xfrm>
                <a:off x="440800" y="4882930"/>
                <a:ext cx="10244444" cy="675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𝐿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𝑂𝑥</m:t>
                            </m:r>
                          </m:sub>
                        </m:sSub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𝐿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𝑂𝑥</m:t>
                            </m:r>
                          </m:sub>
                        </m:sSub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Arial" panose="020B0604020202020204" pitchFamily="34" charset="0"/>
                                              </a:rPr>
                                              <m:t>𝑂𝑥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	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495BA0E-DFCF-4AD7-987A-C9A4763E0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00" y="4882930"/>
                <a:ext cx="10244444" cy="675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B78B23D-26AC-4E80-94A8-E37B90449AE2}"/>
                  </a:ext>
                </a:extLst>
              </p:cNvPr>
              <p:cNvSpPr txBox="1"/>
              <p:nvPr/>
            </p:nvSpPr>
            <p:spPr>
              <a:xfrm>
                <a:off x="2986777" y="5690799"/>
                <a:ext cx="6414246" cy="867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𝑂𝑥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𝑂𝑥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𝑂𝑥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B78B23D-26AC-4E80-94A8-E37B90449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77" y="5690799"/>
                <a:ext cx="6414246" cy="8670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633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77"/>
    </mc:Choice>
    <mc:Fallback>
      <p:transition spd="slow" advTm="15677"/>
    </mc:Fallback>
  </mc:AlternateContent>
  <p:extLst>
    <p:ext uri="{3A86A75C-4F4B-4683-9AE1-C65F6400EC91}">
      <p14:laserTraceLst xmlns:p14="http://schemas.microsoft.com/office/powerpoint/2010/main">
        <p14:tracePtLst>
          <p14:tracePt t="676" x="7667625" y="1524000"/>
          <p14:tracePt t="685" x="7673975" y="1536700"/>
          <p14:tracePt t="697" x="7680325" y="1555750"/>
          <p14:tracePt t="708" x="7691438" y="1573213"/>
          <p14:tracePt t="713" x="7697788" y="1585913"/>
          <p14:tracePt t="730" x="7704138" y="1598613"/>
          <p14:tracePt t="735" x="7710488" y="1617663"/>
          <p14:tracePt t="748" x="7742238" y="1647825"/>
          <p14:tracePt t="772" x="7791450" y="1735138"/>
          <p14:tracePt t="780" x="7827963" y="1790700"/>
          <p14:tracePt t="790" x="7847013" y="1827213"/>
          <p14:tracePt t="803" x="7915275" y="1944688"/>
          <p14:tracePt t="810" x="7940675" y="1989138"/>
          <p14:tracePt t="823" x="7945438" y="2025650"/>
          <p14:tracePt t="833" x="7996238" y="2093913"/>
          <p14:tracePt t="841" x="8013700" y="2125663"/>
          <p14:tracePt t="851" x="8026400" y="2149475"/>
          <p14:tracePt t="864" x="8045450" y="2168525"/>
          <p14:tracePt t="871" x="8051800" y="2192338"/>
          <p14:tracePt t="901" x="8070850" y="2266950"/>
          <p14:tracePt t="919" x="8070850" y="2305050"/>
          <p14:tracePt t="934" x="8070850" y="2347913"/>
          <p14:tracePt t="941" x="8070850" y="2366963"/>
          <p14:tracePt t="947" x="8058150" y="2379663"/>
          <p14:tracePt t="957" x="8032750" y="2409825"/>
          <p14:tracePt t="963" x="7970838" y="2471738"/>
          <p14:tracePt t="976" x="7896225" y="2508250"/>
          <p14:tracePt t="987" x="7785100" y="2552700"/>
          <p14:tracePt t="993" x="7635875" y="2595563"/>
          <p14:tracePt t="1038" x="5480050" y="2738438"/>
          <p14:tracePt t="1053" x="4116388" y="2620963"/>
          <p14:tracePt t="1068" x="2962275" y="2409825"/>
          <p14:tracePt t="1084" x="2398713" y="2266950"/>
          <p14:tracePt t="1100" x="1419225" y="1976438"/>
          <p14:tracePt t="1115" x="384175" y="1455738"/>
          <p14:tracePt t="1125" x="142875" y="1295400"/>
          <p14:tracePt t="1312" x="25400" y="433388"/>
          <p14:tracePt t="1329" x="247650" y="396875"/>
          <p14:tracePt t="1356" x="644525" y="396875"/>
          <p14:tracePt t="1379" x="898525" y="414338"/>
          <p14:tracePt t="1405" x="1054100" y="452438"/>
          <p14:tracePt t="1418" x="1146175" y="471488"/>
          <p14:tracePt t="1438" x="1270000" y="514350"/>
          <p14:tracePt t="1446" x="1357313" y="539750"/>
          <p14:tracePt t="1458" x="1493838" y="595313"/>
          <p14:tracePt t="1471" x="1735138" y="687388"/>
          <p14:tracePt t="1480" x="1890713" y="742950"/>
          <p14:tracePt t="1495" x="2112963" y="823913"/>
          <p14:tracePt t="1506" x="2305050" y="885825"/>
          <p14:tracePt t="1541" x="2547938" y="1003300"/>
          <p14:tracePt t="1558" x="2616200" y="1022350"/>
          <p14:tracePt t="1573" x="2627313" y="1028700"/>
          <p14:tracePt t="1587" x="2740025" y="1071563"/>
          <p14:tracePt t="1600" x="2801938" y="1103313"/>
          <p14:tracePt t="1608" x="2832100" y="1109663"/>
          <p14:tracePt t="1622" x="2925763" y="1152525"/>
          <p14:tracePt t="1630" x="2981325" y="1171575"/>
          <p14:tracePt t="1640" x="3055938" y="1195388"/>
          <p14:tracePt t="1651" x="3216275" y="1257300"/>
          <p14:tracePt t="1660" x="3316288" y="1282700"/>
          <p14:tracePt t="1671" x="3403600" y="1306513"/>
          <p14:tracePt t="1678" x="3508375" y="1338263"/>
          <p14:tracePt t="1687" x="3657600" y="1374775"/>
          <p14:tracePt t="1692" x="3824288" y="1419225"/>
          <p14:tracePt t="1721" x="4351338" y="1549400"/>
          <p14:tracePt t="1730" x="4710113" y="1604963"/>
          <p14:tracePt t="1738" x="4970463" y="1660525"/>
          <p14:tracePt t="1742" x="5256213" y="1690688"/>
          <p14:tracePt t="1760" x="5875338" y="1803400"/>
          <p14:tracePt t="1767" x="6161088" y="1839913"/>
          <p14:tracePt t="1804" x="7847013" y="2112963"/>
          <p14:tracePt t="1811" x="8274050" y="2174875"/>
          <p14:tracePt t="1821" x="8559800" y="2211388"/>
          <p14:tracePt t="1832" x="8845550" y="2249488"/>
          <p14:tracePt t="1839" x="9136063" y="2305050"/>
          <p14:tracePt t="1844" x="9490075" y="2341563"/>
          <p14:tracePt t="1854" x="9744075" y="2379663"/>
          <p14:tracePt t="1861" x="9966325" y="2409825"/>
          <p14:tracePt t="1865" x="10190163" y="2441575"/>
          <p14:tracePt t="1884" x="10469563" y="2465388"/>
          <p14:tracePt t="1895" x="10555288" y="2478088"/>
          <p14:tracePt t="1900" x="10655300" y="2490788"/>
          <p14:tracePt t="1914" x="10798175" y="2514600"/>
          <p14:tracePt t="1935" x="10909300" y="2546350"/>
          <p14:tracePt t="1940" x="10964863" y="2571750"/>
          <p14:tracePt t="1947" x="11020425" y="2595563"/>
          <p14:tracePt t="1981" x="11101388" y="2627313"/>
          <p14:tracePt t="2051" x="11144250" y="2644775"/>
          <p14:tracePt t="2056" x="11182350" y="2657475"/>
          <p14:tracePt t="2072" x="11250613" y="2682875"/>
          <p14:tracePt t="2085" x="11342688" y="2700338"/>
          <p14:tracePt t="2100" x="11361738" y="2706688"/>
          <p14:tracePt t="2182" x="11361738" y="2700338"/>
          <p14:tracePt t="2199" x="11342688" y="2682875"/>
          <p14:tracePt t="2224" x="11176000" y="2608263"/>
          <p14:tracePt t="2231" x="11125200" y="2595563"/>
          <p14:tracePt t="2243" x="10983913" y="2546350"/>
          <p14:tracePt t="2257" x="10821988" y="2484438"/>
          <p14:tracePt t="2275" x="10710863" y="2441575"/>
          <p14:tracePt t="2285" x="10685463" y="2435225"/>
          <p14:tracePt t="2290" x="10648950" y="2422525"/>
          <p14:tracePt t="2303" x="10593388" y="2416175"/>
          <p14:tracePt t="2313" x="10537825" y="2403475"/>
          <p14:tracePt t="2328" x="10350500" y="2366963"/>
          <p14:tracePt t="2338" x="10245725" y="2341563"/>
          <p14:tracePt t="2352" x="10040938" y="2298700"/>
          <p14:tracePt t="2363" x="9959975" y="2286000"/>
          <p14:tracePt t="2375" x="9861550" y="2266950"/>
          <p14:tracePt t="2387" x="9842500" y="2260600"/>
          <p14:tracePt t="2414" x="9836150" y="2260600"/>
          <p14:tracePt t="2563" x="9836150" y="2243138"/>
          <p14:tracePt t="2576" x="9829800" y="2224088"/>
          <p14:tracePt t="2591" x="9829800" y="2217738"/>
          <p14:tracePt t="2606" x="9829800" y="2198688"/>
          <p14:tracePt t="2621" x="9829800" y="2149475"/>
          <p14:tracePt t="2636" x="9848850" y="2032000"/>
          <p14:tracePt t="2646" x="9855200" y="1989138"/>
          <p14:tracePt t="2660" x="9917113" y="1876425"/>
          <p14:tracePt t="2673" x="9966325" y="1803400"/>
          <p14:tracePt t="2687" x="10040938" y="1735138"/>
          <p14:tracePt t="2701" x="10102850" y="1703388"/>
          <p14:tracePt t="2709" x="10134600" y="1703388"/>
          <p14:tracePt t="2721" x="10147300" y="1703388"/>
          <p14:tracePt t="2728" x="10183813" y="1703388"/>
          <p14:tracePt t="2731" x="10245725" y="1703388"/>
          <p14:tracePt t="2742" x="10277475" y="1703388"/>
          <p14:tracePt t="2754" x="10326688" y="1703388"/>
          <p14:tracePt t="2760" x="10463213" y="1722438"/>
          <p14:tracePt t="2781" x="10636250" y="1758950"/>
          <p14:tracePt t="2803" x="10760075" y="1784350"/>
          <p14:tracePt t="2816" x="10815638" y="1809750"/>
          <p14:tracePt t="2827" x="10828338" y="1827213"/>
          <p14:tracePt t="2866" x="10828338" y="1833563"/>
          <p14:tracePt t="2881" x="10841038" y="1852613"/>
          <p14:tracePt t="2898" x="10853738" y="1895475"/>
          <p14:tracePt t="2912" x="10853738" y="1951038"/>
          <p14:tracePt t="2924" x="10853738" y="2012950"/>
          <p14:tracePt t="2929" x="10853738" y="2038350"/>
          <p14:tracePt t="2942" x="10853738" y="2068513"/>
          <p14:tracePt t="2965" x="10847388" y="2136775"/>
          <p14:tracePt t="2980" x="10828338" y="2162175"/>
          <p14:tracePt t="2988" x="10815638" y="2168525"/>
          <p14:tracePt t="2993" x="10798175" y="2187575"/>
          <p14:tracePt t="3005" x="10766425" y="2217738"/>
          <p14:tracePt t="3023" x="10668000" y="2273300"/>
          <p14:tracePt t="3037" x="10599738" y="2311400"/>
          <p14:tracePt t="3049" x="10561638" y="2317750"/>
          <p14:tracePt t="3055" x="10525125" y="2328863"/>
          <p14:tracePt t="3068" x="10382250" y="2366963"/>
          <p14:tracePt t="3081" x="10313988" y="2373313"/>
          <p14:tracePt t="3092" x="10190163" y="2397125"/>
          <p14:tracePt t="3106" x="10140950" y="2409825"/>
          <p14:tracePt t="3119" x="10072688" y="2416175"/>
          <p14:tracePt t="3128" x="10010775" y="2416175"/>
          <p14:tracePt t="3144" x="9972675" y="2416175"/>
          <p14:tracePt t="3147" x="9923463" y="2416175"/>
          <p14:tracePt t="3161" x="9836150" y="2416175"/>
          <p14:tracePt t="3178" x="9774238" y="2416175"/>
          <p14:tracePt t="3189" x="9737725" y="2416175"/>
          <p14:tracePt t="3193" x="9731375" y="2416175"/>
          <p14:tracePt t="3209" x="9705975" y="2416175"/>
          <p14:tracePt t="3222" x="9650413" y="2409825"/>
          <p14:tracePt t="3235" x="9626600" y="2409825"/>
          <p14:tracePt t="3244" x="9620250" y="2409825"/>
          <p14:tracePt t="3253" x="9613900" y="2409825"/>
          <p14:tracePt t="3434" x="9613900" y="2416175"/>
          <p14:tracePt t="3444" x="9699625" y="2478088"/>
          <p14:tracePt t="3450" x="9744075" y="2508250"/>
          <p14:tracePt t="3458" x="9799638" y="2546350"/>
          <p14:tracePt t="3470" x="9836150" y="2565400"/>
          <p14:tracePt t="3476" x="9867900" y="2582863"/>
          <p14:tracePt t="3482" x="9904413" y="2608263"/>
          <p14:tracePt t="3496" x="9936163" y="2614613"/>
          <p14:tracePt t="3507" x="9991725" y="2651125"/>
          <p14:tracePt t="3516" x="10017125" y="2657475"/>
          <p14:tracePt t="3533" x="10053638" y="2689225"/>
          <p14:tracePt t="3543" x="10053638" y="2700338"/>
          <p14:tracePt t="3574" x="10053638" y="2706688"/>
          <p14:tracePt t="3587" x="10059988" y="2706688"/>
          <p14:tracePt t="4714" x="10059988" y="2700338"/>
          <p14:tracePt t="4722" x="10053638" y="2695575"/>
          <p14:tracePt t="4733" x="10034588" y="2695575"/>
          <p14:tracePt t="4739" x="10034588" y="2689225"/>
          <p14:tracePt t="4755" x="10021888" y="2689225"/>
          <p14:tracePt t="4773" x="10021888" y="2682875"/>
          <p14:tracePt t="4851" x="10004425" y="2682875"/>
          <p14:tracePt t="4870" x="9985375" y="2689225"/>
          <p14:tracePt t="4873" x="9979025" y="2689225"/>
          <p14:tracePt t="4881" x="9972675" y="2695575"/>
          <p14:tracePt t="4894" x="9959975" y="2695575"/>
          <p14:tracePt t="4987" x="9955213" y="2700338"/>
          <p14:tracePt t="4997" x="9942513" y="2719388"/>
          <p14:tracePt t="5005" x="9936163" y="2725738"/>
          <p14:tracePt t="5009" x="9923463" y="2725738"/>
          <p14:tracePt t="5058" x="9917113" y="2732088"/>
          <p14:tracePt t="5078" x="9855200" y="2768600"/>
          <p14:tracePt t="5084" x="9799638" y="2787650"/>
          <p14:tracePt t="5089" x="9744075" y="2800350"/>
          <p14:tracePt t="5105" x="9694863" y="2813050"/>
          <p14:tracePt t="5108" x="9656763" y="2819400"/>
          <p14:tracePt t="5115" x="9637713" y="2819400"/>
          <p14:tracePt t="5124" x="9613900" y="2830513"/>
          <p14:tracePt t="5143" x="9594850" y="2830513"/>
          <p14:tracePt t="5186" x="9588500" y="2830513"/>
          <p14:tracePt t="6852" x="9582150" y="2830513"/>
          <p14:tracePt t="6861" x="9575800" y="2830513"/>
          <p14:tracePt t="6879" x="9526588" y="2813050"/>
          <p14:tracePt t="6883" x="9496425" y="2800350"/>
          <p14:tracePt t="6895" x="9471025" y="2800350"/>
          <p14:tracePt t="6907" x="9428163" y="2794000"/>
          <p14:tracePt t="6927" x="9415463" y="2794000"/>
          <p14:tracePt t="6932" x="9409113" y="2794000"/>
          <p14:tracePt t="6939" x="9390063" y="2806700"/>
          <p14:tracePt t="6965" x="9353550" y="2855913"/>
          <p14:tracePt t="6970" x="9334500" y="2881313"/>
          <p14:tracePt t="6980" x="9334500" y="2892425"/>
          <p14:tracePt t="6989" x="9328150" y="2911475"/>
          <p14:tracePt t="6993" x="9328150" y="2924175"/>
          <p14:tracePt t="7012" x="9304338" y="2936875"/>
          <p14:tracePt t="7017" x="9304338" y="2943225"/>
          <p14:tracePt t="7025" x="9297988" y="2943225"/>
          <p14:tracePt t="7049" x="9285288" y="2949575"/>
          <p14:tracePt t="7062" x="9278938" y="2949575"/>
          <p14:tracePt t="7102" x="9272588" y="2943225"/>
          <p14:tracePt t="7113" x="9247188" y="2924175"/>
          <p14:tracePt t="7126" x="9229725" y="2917825"/>
          <p14:tracePt t="7131" x="9223375" y="2898775"/>
          <p14:tracePt t="7148" x="9185275" y="2868613"/>
          <p14:tracePt t="7154" x="9167813" y="2836863"/>
          <p14:tracePt t="7160" x="9142413" y="2813050"/>
          <p14:tracePt t="7178" x="9099550" y="2732088"/>
          <p14:tracePt t="7188" x="9080500" y="2676525"/>
          <p14:tracePt t="7205" x="9055100" y="2576513"/>
          <p14:tracePt t="7208" x="9055100" y="2559050"/>
          <p14:tracePt t="7224" x="9055100" y="2520950"/>
          <p14:tracePt t="7240" x="9129713" y="2435225"/>
          <p14:tracePt t="7257" x="9229725" y="2354263"/>
          <p14:tracePt t="7265" x="9266238" y="2341563"/>
          <p14:tracePt t="7273" x="9340850" y="2322513"/>
          <p14:tracePt t="7291" x="9513888" y="2266950"/>
          <p14:tracePt t="7301" x="9663113" y="2254250"/>
          <p14:tracePt t="7312" x="9793288" y="2243138"/>
          <p14:tracePt t="7319" x="9891713" y="2243138"/>
          <p14:tracePt t="7335" x="10079038" y="2243138"/>
          <p14:tracePt t="7351" x="10226675" y="2243138"/>
          <p14:tracePt t="7363" x="10307638" y="2243138"/>
          <p14:tracePt t="7378" x="10339388" y="2243138"/>
          <p14:tracePt t="7503" x="10339388" y="2249488"/>
          <p14:tracePt t="7513" x="10339388" y="2260600"/>
          <p14:tracePt t="7531" x="10339388" y="2273300"/>
          <p14:tracePt t="7541" x="10339388" y="2279650"/>
          <p14:tracePt t="7550" x="10339388" y="2298700"/>
          <p14:tracePt t="7564" x="10339388" y="2317750"/>
          <p14:tracePt t="7571" x="10339388" y="2335213"/>
          <p14:tracePt t="7577" x="10333038" y="2360613"/>
          <p14:tracePt t="7592" x="10326688" y="2384425"/>
          <p14:tracePt t="7601" x="10277475" y="2446338"/>
          <p14:tracePt t="7610" x="10264775" y="2459038"/>
          <p14:tracePt t="7625" x="10245725" y="2484438"/>
          <p14:tracePt t="7639" x="10239375" y="2490788"/>
          <p14:tracePt t="7644" x="10220325" y="2508250"/>
          <p14:tracePt t="7654" x="10213975" y="2514600"/>
          <p14:tracePt t="7663" x="10213975" y="2520950"/>
          <p14:tracePt t="7684" x="10202863" y="2533650"/>
          <p14:tracePt t="7695" x="10196513" y="2533650"/>
          <p14:tracePt t="7699" x="10190163" y="2533650"/>
          <p14:tracePt t="7756" x="10183813" y="2533650"/>
          <p14:tracePt t="7764" x="10177463" y="2533650"/>
          <p14:tracePt t="7776" x="10164763" y="2533650"/>
          <p14:tracePt t="7784" x="10158413" y="2533650"/>
          <p14:tracePt t="7800" x="10152063" y="2533650"/>
          <p14:tracePt t="7835" x="10140950" y="2533650"/>
          <p14:tracePt t="7846" x="10134600" y="2527300"/>
          <p14:tracePt t="7851" x="10128250" y="2527300"/>
          <p14:tracePt t="7862" x="10115550" y="2520950"/>
          <p14:tracePt t="7879" x="10109200" y="2514600"/>
          <p14:tracePt t="7892" x="10096500" y="2503488"/>
          <p14:tracePt t="7913" x="10079038" y="2497138"/>
          <p14:tracePt t="7974" x="10066338" y="2490788"/>
          <p14:tracePt t="7979" x="10066338" y="2484438"/>
          <p14:tracePt t="8116" x="10053638" y="2478088"/>
          <p14:tracePt t="8126" x="10034588" y="2471738"/>
          <p14:tracePt t="8142" x="10017125" y="2452688"/>
          <p14:tracePt t="8150" x="10010775" y="2452688"/>
          <p14:tracePt t="8154" x="9991725" y="2446338"/>
          <p14:tracePt t="8162" x="9972675" y="2441575"/>
          <p14:tracePt t="8168" x="9959975" y="2428875"/>
          <p14:tracePt t="8182" x="9923463" y="2422525"/>
          <p14:tracePt t="8191" x="9891713" y="2409825"/>
          <p14:tracePt t="8199" x="9874250" y="2403475"/>
          <p14:tracePt t="8210" x="9848850" y="2403475"/>
          <p14:tracePt t="8217" x="9842500" y="2403475"/>
          <p14:tracePt t="8405" x="9842500" y="2397125"/>
          <p14:tracePt t="8685" x="9836150" y="2397125"/>
          <p14:tracePt t="9979" x="9825038" y="2384425"/>
          <p14:tracePt t="10048" x="9812338" y="2366963"/>
          <p14:tracePt t="10056" x="9799638" y="2360613"/>
          <p14:tracePt t="10066" x="9786938" y="2341563"/>
          <p14:tracePt t="10076" x="9786938" y="2335213"/>
          <p14:tracePt t="10092" x="9774238" y="2317750"/>
          <p14:tracePt t="10097" x="9767888" y="2311400"/>
          <p14:tracePt t="10108" x="9767888" y="2305050"/>
          <p14:tracePt t="10126" x="9761538" y="2292350"/>
          <p14:tracePt t="10210" x="9761538" y="2286000"/>
          <p14:tracePt t="10216" x="9756775" y="2279650"/>
          <p14:tracePt t="10223" x="9756775" y="2273300"/>
          <p14:tracePt t="10245" x="9756775" y="2260600"/>
          <p14:tracePt t="10258" x="9756775" y="2254250"/>
          <p14:tracePt t="10265" x="9744075" y="2254250"/>
          <p14:tracePt t="10283" x="9744075" y="2249488"/>
          <p14:tracePt t="10297" x="9744075" y="2243138"/>
          <p14:tracePt t="10397" x="9744075" y="2236788"/>
          <p14:tracePt t="10523" x="9737725" y="2230438"/>
          <p14:tracePt t="10536" x="9737725" y="2224088"/>
          <p14:tracePt t="10549" x="9737725" y="2211388"/>
          <p14:tracePt t="10648" x="9731375" y="2211388"/>
          <p14:tracePt t="10678" x="9731375" y="2205038"/>
          <p14:tracePt t="10797" x="9725025" y="2198688"/>
          <p14:tracePt t="10811" x="9725025" y="2187575"/>
          <p14:tracePt t="10881" x="9725025" y="2181225"/>
          <p14:tracePt t="10897" x="9718675" y="2168525"/>
          <p14:tracePt t="10919" x="9718675" y="2162175"/>
          <p14:tracePt t="10948" x="9718675" y="2149475"/>
          <p14:tracePt t="10970" x="9712325" y="2136775"/>
          <p14:tracePt t="11015" x="9712325" y="2125663"/>
          <p14:tracePt t="11050" x="9705975" y="2119313"/>
          <p14:tracePt t="11079" x="9705975" y="2112963"/>
          <p14:tracePt t="11085" x="9705975" y="2106613"/>
          <p14:tracePt t="11094" x="9705975" y="2100263"/>
          <p14:tracePt t="11098" x="9694863" y="2093913"/>
          <p14:tracePt t="11110" x="9694863" y="2087563"/>
          <p14:tracePt t="11126" x="9694863" y="2081213"/>
          <p14:tracePt t="11192" x="9694863" y="2068513"/>
          <p14:tracePt t="11200" x="9688513" y="2063750"/>
          <p14:tracePt t="11208" x="9688513" y="2044700"/>
          <p14:tracePt t="11222" x="9688513" y="2038350"/>
          <p14:tracePt t="11225" x="9682163" y="2038350"/>
          <p14:tracePt t="11234" x="9682163" y="2025650"/>
          <p14:tracePt t="11274" x="9682163" y="2019300"/>
          <p14:tracePt t="11500" x="9682163" y="2032000"/>
          <p14:tracePt t="11509" x="9682163" y="2038350"/>
          <p14:tracePt t="11523" x="9682163" y="2044700"/>
          <p14:tracePt t="11527" x="9682163" y="2057400"/>
          <p14:tracePt t="11532" x="9688513" y="2063750"/>
          <p14:tracePt t="11541" x="9699625" y="2074863"/>
          <p14:tracePt t="11563" x="9699625" y="2093913"/>
          <p14:tracePt t="11568" x="9699625" y="2100263"/>
          <p14:tracePt t="11583" x="9699625" y="2106613"/>
          <p14:tracePt t="11595" x="9699625" y="2112963"/>
          <p14:tracePt t="11604" x="9699625" y="2119313"/>
          <p14:tracePt t="11616" x="9699625" y="2130425"/>
          <p14:tracePt t="11649" x="9705975" y="2130425"/>
          <p14:tracePt t="11680" x="9705975" y="2136775"/>
          <p14:tracePt t="11943" x="9705975" y="2143125"/>
          <p14:tracePt t="11960" x="9705975" y="2162175"/>
          <p14:tracePt t="11976" x="9712325" y="2192338"/>
          <p14:tracePt t="11986" x="9712325" y="2211388"/>
          <p14:tracePt t="11993" x="9718675" y="2217738"/>
          <p14:tracePt t="12002" x="9718675" y="2224088"/>
          <p14:tracePt t="12010" x="9718675" y="2236788"/>
          <p14:tracePt t="12018" x="9718675" y="2243138"/>
          <p14:tracePt t="12026" x="9725025" y="2254250"/>
          <p14:tracePt t="12238" x="9725025" y="2260600"/>
          <p14:tracePt t="12261" x="9718675" y="2260600"/>
          <p14:tracePt t="12268" x="9712325" y="2260600"/>
          <p14:tracePt t="12274" x="9705975" y="2260600"/>
          <p14:tracePt t="12294" x="9682163" y="2249488"/>
          <p14:tracePt t="12301" x="9669463" y="2249488"/>
          <p14:tracePt t="12308" x="9663113" y="2243138"/>
          <p14:tracePt t="12312" x="9650413" y="2243138"/>
          <p14:tracePt t="12320" x="9644063" y="2236788"/>
          <p14:tracePt t="12329" x="9637713" y="2230438"/>
          <p14:tracePt t="12342" x="9626600" y="2211388"/>
          <p14:tracePt t="12346" x="9607550" y="2198688"/>
          <p14:tracePt t="12361" x="9582150" y="2168525"/>
          <p14:tracePt t="12375" x="9569450" y="2155825"/>
          <p14:tracePt t="12379" x="9564688" y="2136775"/>
          <p14:tracePt t="12394" x="9539288" y="2112963"/>
          <p14:tracePt t="12410" x="9532938" y="2100263"/>
          <p14:tracePt t="12417" x="9520238" y="2087563"/>
          <p14:tracePt t="12463" x="9520238" y="2081213"/>
          <p14:tracePt t="12540" x="9520238" y="2074863"/>
          <p14:tracePt t="12730" x="9526588" y="2081213"/>
          <p14:tracePt t="13256" x="9532938" y="2081213"/>
          <p14:tracePt t="13260" x="9545638" y="2081213"/>
          <p14:tracePt t="13272" x="9564688" y="2081213"/>
          <p14:tracePt t="13284" x="9575800" y="2081213"/>
          <p14:tracePt t="13321" x="9575800" y="2074863"/>
          <p14:tracePt t="13348" x="9582150" y="2074863"/>
          <p14:tracePt t="13358" x="9607550" y="2074863"/>
          <p14:tracePt t="13362" x="9613900" y="2074863"/>
          <p14:tracePt t="13372" x="9650413" y="2074863"/>
          <p14:tracePt t="13377" x="9675813" y="2074863"/>
          <p14:tracePt t="13397" x="9705975" y="2074863"/>
          <p14:tracePt t="13400" x="9712325" y="2074863"/>
          <p14:tracePt t="13411" x="9725025" y="2074863"/>
          <p14:tracePt t="14761" x="9718675" y="2136775"/>
          <p14:tracePt t="14770" x="9705975" y="2224088"/>
          <p14:tracePt t="14780" x="9694863" y="2279650"/>
          <p14:tracePt t="14797" x="9594850" y="2428875"/>
          <p14:tracePt t="14803" x="9551988" y="2459038"/>
          <p14:tracePt t="14808" x="9483725" y="2484438"/>
          <p14:tracePt t="14820" x="9347200" y="2478088"/>
          <p14:tracePt t="14834" x="8937625" y="2366963"/>
          <p14:tracePt t="14847" x="8591550" y="2224088"/>
          <p14:tracePt t="14850" x="8231188" y="2032000"/>
          <p14:tracePt t="14869" x="7481888" y="1504950"/>
          <p14:tracePt t="14878" x="7159625" y="1182688"/>
        </p14:tracePtLst>
      </p14:laserTraceLst>
    </p:ext>
  </p:extLst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726</TotalTime>
  <Words>133</Words>
  <Application>Microsoft Office PowerPoint</Application>
  <PresentationFormat>Widescreen</PresentationFormat>
  <Paragraphs>18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Cambria Math</vt:lpstr>
      <vt:lpstr>Corbel</vt:lpstr>
      <vt:lpstr>Times New Roman</vt:lpstr>
      <vt:lpstr>Basis</vt:lpstr>
      <vt:lpstr>HYBRID PROPELLANT ROCKETS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37</cp:revision>
  <dcterms:created xsi:type="dcterms:W3CDTF">2024-10-05T20:41:39Z</dcterms:created>
  <dcterms:modified xsi:type="dcterms:W3CDTF">2024-11-16T21:40:29Z</dcterms:modified>
</cp:coreProperties>
</file>