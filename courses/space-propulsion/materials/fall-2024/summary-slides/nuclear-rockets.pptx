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65" r:id="rId3"/>
    <p:sldId id="266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mid" initials="H" lastIdx="1" clrIdx="0">
    <p:extLst>
      <p:ext uri="{19B8F6BF-5375-455C-9EA6-DF929625EA0E}">
        <p15:presenceInfo xmlns:p15="http://schemas.microsoft.com/office/powerpoint/2012/main" userId="Hami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942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0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77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06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3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78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3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7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9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D034EA4-F4FA-4879-89CA-F39062D7C7EC}" type="datetimeFigureOut">
              <a:rPr lang="en-US" smtClean="0"/>
              <a:t>11/30/2024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752FAED-51C8-4559-935A-C6C651BA1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0728-12A4-4D82-B445-B16279969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864447"/>
            <a:ext cx="9966960" cy="2926080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r>
              <a:rPr lang="en-US" sz="32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Nuclear </a:t>
            </a:r>
            <a:r>
              <a:rPr lang="fa-IR" sz="32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32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rockets</a:t>
            </a:r>
            <a:br>
              <a:rPr lang="en-US" sz="24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17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D41271E-22E6-422F-BE89-BEDADB861002}"/>
              </a:ext>
            </a:extLst>
          </p:cNvPr>
          <p:cNvSpPr txBox="1">
            <a:spLocks/>
          </p:cNvSpPr>
          <p:nvPr/>
        </p:nvSpPr>
        <p:spPr>
          <a:xfrm>
            <a:off x="-736952" y="363314"/>
            <a:ext cx="4930660" cy="369332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rgbClr val="CD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Nuclear heated rocket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D8830B-DB31-4ECF-973C-E272C015C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457200" y="1317055"/>
            <a:ext cx="3174473" cy="7588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14815-F4FE-4CAB-8BB7-2458A1F66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492" y="790107"/>
            <a:ext cx="3797805" cy="25716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776262-B036-42D6-9A25-558A0DC06140}"/>
              </a:ext>
            </a:extLst>
          </p:cNvPr>
          <p:cNvSpPr txBox="1"/>
          <p:nvPr/>
        </p:nvSpPr>
        <p:spPr>
          <a:xfrm>
            <a:off x="3838575" y="163054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inner radius of the heat exchanger tube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89A5C2-DEFB-49FD-B5BE-B6A73B91230B}"/>
              </a:ext>
            </a:extLst>
          </p:cNvPr>
          <p:cNvSpPr txBox="1"/>
          <p:nvPr/>
        </p:nvSpPr>
        <p:spPr>
          <a:xfrm>
            <a:off x="664360" y="888976"/>
            <a:ext cx="3022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density of the nuclear reactor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9BAE0C-91BF-49D9-8FB1-B6D397E2DCD6}"/>
              </a:ext>
            </a:extLst>
          </p:cNvPr>
          <p:cNvSpPr txBox="1"/>
          <p:nvPr/>
        </p:nvSpPr>
        <p:spPr>
          <a:xfrm>
            <a:off x="425874" y="213271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heat transfer coefficient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ECAC30-0FE3-42FC-9B01-F795AEC88A53}"/>
              </a:ext>
            </a:extLst>
          </p:cNvPr>
          <p:cNvSpPr txBox="1"/>
          <p:nvPr/>
        </p:nvSpPr>
        <p:spPr>
          <a:xfrm>
            <a:off x="3836990" y="244049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exchanger tube's perimeter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DBE0045-3654-44CE-BCE4-75A4F18CB79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117" r="6346" b="10892"/>
          <a:stretch/>
        </p:blipFill>
        <p:spPr>
          <a:xfrm>
            <a:off x="398620" y="2698910"/>
            <a:ext cx="3554256" cy="63297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4EF545B-791F-46F5-9691-20D044A6559A}"/>
              </a:ext>
            </a:extLst>
          </p:cNvPr>
          <p:cNvSpPr txBox="1"/>
          <p:nvPr/>
        </p:nvSpPr>
        <p:spPr>
          <a:xfrm>
            <a:off x="324845" y="398431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Reynold's analogy between skin friction and hear transfer: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4D474FB-8DF6-4EF6-9B5F-9448A19AD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913" y="3836427"/>
            <a:ext cx="3704508" cy="75708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523A85-8829-4875-B300-52AC76A08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331" y="4977928"/>
            <a:ext cx="4869406" cy="78423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1122AE8-7689-432E-A70E-15AB569B9D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0845" y="4937884"/>
            <a:ext cx="3543607" cy="1082134"/>
          </a:xfrm>
          <a:prstGeom prst="rect">
            <a:avLst/>
          </a:prstGeom>
        </p:spPr>
      </p:pic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85FDBB13-AA7C-438C-A96E-41091D79B873}"/>
              </a:ext>
            </a:extLst>
          </p:cNvPr>
          <p:cNvCxnSpPr/>
          <p:nvPr/>
        </p:nvCxnSpPr>
        <p:spPr>
          <a:xfrm rot="5400000" flipH="1" flipV="1">
            <a:off x="1683185" y="1237593"/>
            <a:ext cx="186455" cy="10477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2EDE328-D87B-4128-810B-D9A75BA8974D}"/>
              </a:ext>
            </a:extLst>
          </p:cNvPr>
          <p:cNvSpPr txBox="1"/>
          <p:nvPr/>
        </p:nvSpPr>
        <p:spPr>
          <a:xfrm>
            <a:off x="4590378" y="837982"/>
            <a:ext cx="6591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radius of the heat exchanger tube</a:t>
            </a:r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7A4A48E1-EF7B-40F6-9A82-71A7957DB6E9}"/>
              </a:ext>
            </a:extLst>
          </p:cNvPr>
          <p:cNvCxnSpPr>
            <a:cxnSpLocks/>
          </p:cNvCxnSpPr>
          <p:nvPr/>
        </p:nvCxnSpPr>
        <p:spPr>
          <a:xfrm flipV="1">
            <a:off x="2767266" y="1041871"/>
            <a:ext cx="1758168" cy="3723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B4B4D116-9771-4746-BF44-4A44288F01CC}"/>
              </a:ext>
            </a:extLst>
          </p:cNvPr>
          <p:cNvCxnSpPr/>
          <p:nvPr/>
        </p:nvCxnSpPr>
        <p:spPr>
          <a:xfrm>
            <a:off x="3245223" y="1558648"/>
            <a:ext cx="707652" cy="17387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9A63AB6-B72E-4F0C-A623-C6D65C430386}"/>
              </a:ext>
            </a:extLst>
          </p:cNvPr>
          <p:cNvSpPr txBox="1"/>
          <p:nvPr/>
        </p:nvSpPr>
        <p:spPr>
          <a:xfrm>
            <a:off x="2767266" y="3444178"/>
            <a:ext cx="6591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 temperature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EE04F92-6885-4117-9D2F-46029E49D612}"/>
              </a:ext>
            </a:extLst>
          </p:cNvPr>
          <p:cNvCxnSpPr/>
          <p:nvPr/>
        </p:nvCxnSpPr>
        <p:spPr>
          <a:xfrm flipV="1">
            <a:off x="3914776" y="2741207"/>
            <a:ext cx="754733" cy="204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A063A2B-537A-4280-9728-EDFCCB863760}"/>
              </a:ext>
            </a:extLst>
          </p:cNvPr>
          <p:cNvCxnSpPr/>
          <p:nvPr/>
        </p:nvCxnSpPr>
        <p:spPr>
          <a:xfrm>
            <a:off x="2968840" y="3139101"/>
            <a:ext cx="117260" cy="241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1DB954C-86D9-4119-A436-F09D00EEA11F}"/>
              </a:ext>
            </a:extLst>
          </p:cNvPr>
          <p:cNvCxnSpPr>
            <a:cxnSpLocks/>
          </p:cNvCxnSpPr>
          <p:nvPr/>
        </p:nvCxnSpPr>
        <p:spPr>
          <a:xfrm flipH="1">
            <a:off x="6238933" y="5675645"/>
            <a:ext cx="586157" cy="344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99616D3-394F-4163-9271-6276A221CB7D}"/>
              </a:ext>
            </a:extLst>
          </p:cNvPr>
          <p:cNvCxnSpPr/>
          <p:nvPr/>
        </p:nvCxnSpPr>
        <p:spPr>
          <a:xfrm flipV="1">
            <a:off x="8136133" y="4937884"/>
            <a:ext cx="312542" cy="252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0E231A19-F9AC-4CB0-8E09-5A4FC1009345}"/>
              </a:ext>
            </a:extLst>
          </p:cNvPr>
          <p:cNvSpPr txBox="1"/>
          <p:nvPr/>
        </p:nvSpPr>
        <p:spPr>
          <a:xfrm>
            <a:off x="8297522" y="4566508"/>
            <a:ext cx="3022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47B2054-2F21-49B5-846F-9C8AB14D2364}"/>
              </a:ext>
            </a:extLst>
          </p:cNvPr>
          <p:cNvSpPr/>
          <p:nvPr/>
        </p:nvSpPr>
        <p:spPr>
          <a:xfrm>
            <a:off x="8010525" y="5223933"/>
            <a:ext cx="125608" cy="2520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0E72863-B340-4786-BFD0-3DD8453B097D}"/>
              </a:ext>
            </a:extLst>
          </p:cNvPr>
          <p:cNvSpPr/>
          <p:nvPr/>
        </p:nvSpPr>
        <p:spPr>
          <a:xfrm>
            <a:off x="6822186" y="5423566"/>
            <a:ext cx="125608" cy="2520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4E0379-33E2-422F-BAAF-9254B4E0D31F}"/>
              </a:ext>
            </a:extLst>
          </p:cNvPr>
          <p:cNvSpPr txBox="1"/>
          <p:nvPr/>
        </p:nvSpPr>
        <p:spPr>
          <a:xfrm>
            <a:off x="5811497" y="6079028"/>
            <a:ext cx="3022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0962393-85C8-49D2-98CE-1AAFBF6F2237}"/>
              </a:ext>
            </a:extLst>
          </p:cNvPr>
          <p:cNvCxnSpPr>
            <a:cxnSpLocks/>
          </p:cNvCxnSpPr>
          <p:nvPr/>
        </p:nvCxnSpPr>
        <p:spPr>
          <a:xfrm flipH="1" flipV="1">
            <a:off x="1782640" y="2484253"/>
            <a:ext cx="269542" cy="24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265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DAC2A5-2784-474D-BC5D-FAD836C5824F}"/>
              </a:ext>
            </a:extLst>
          </p:cNvPr>
          <p:cNvSpPr txBox="1"/>
          <p:nvPr/>
        </p:nvSpPr>
        <p:spPr>
          <a:xfrm>
            <a:off x="475130" y="5181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Pressure-drop in heat exchanger: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FF0788-C234-4585-8681-E05588F64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30" y="1618353"/>
            <a:ext cx="2949196" cy="9906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59AE14-92D7-4D77-915F-985280563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130" y="1832775"/>
            <a:ext cx="1539373" cy="7011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FCF535-540A-42BB-94A6-7BEAD3E38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822" y="1868376"/>
            <a:ext cx="2415749" cy="6172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4CF8A3C-E519-4F74-B164-6A22DA4A35AB}"/>
              </a:ext>
            </a:extLst>
          </p:cNvPr>
          <p:cNvSpPr txBox="1"/>
          <p:nvPr/>
        </p:nvSpPr>
        <p:spPr>
          <a:xfrm>
            <a:off x="475130" y="283087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 force across the exchanger: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A15DC4F-B24D-4937-8EE8-16A77B42E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472" y="2582117"/>
            <a:ext cx="3109229" cy="7773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E10607-8129-4015-B436-137228BA0A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4351" y="518160"/>
            <a:ext cx="3582520" cy="115152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C0055C-90D7-4C72-9F6B-B7B711C9FD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0000">
            <a:off x="559778" y="3852787"/>
            <a:ext cx="4656223" cy="5791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7735D96-8B83-48FE-B9C2-B7595909CA2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038" t="5588" b="6431"/>
          <a:stretch/>
        </p:blipFill>
        <p:spPr>
          <a:xfrm rot="60000">
            <a:off x="809625" y="4634576"/>
            <a:ext cx="3419475" cy="81372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04A3834-B1D5-4D15-A8B3-3750055B02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60000">
            <a:off x="5040483" y="4352770"/>
            <a:ext cx="3292125" cy="108213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EA82B10-9CA5-4146-ADF3-342CEDFA036A}"/>
              </a:ext>
            </a:extLst>
          </p:cNvPr>
          <p:cNvSpPr txBox="1"/>
          <p:nvPr/>
        </p:nvSpPr>
        <p:spPr>
          <a:xfrm>
            <a:off x="475130" y="113870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shear stress across the heat exchanger: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F72785-9535-40B8-9800-84432D255345}"/>
              </a:ext>
            </a:extLst>
          </p:cNvPr>
          <p:cNvSpPr txBox="1"/>
          <p:nvPr/>
        </p:nvSpPr>
        <p:spPr>
          <a:xfrm>
            <a:off x="475130" y="341818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Momentum equation: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B5A11D0-F7F0-43EA-848F-87DF3FE6C2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60000">
            <a:off x="4070544" y="5520206"/>
            <a:ext cx="2324301" cy="105165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C41CD02-B6E8-425A-9D66-5E62AE634F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20000">
            <a:off x="6976048" y="5505648"/>
            <a:ext cx="3101609" cy="101354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EBA8DBC-0834-4BB8-99CC-4672A5D87E6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586" y="5848325"/>
            <a:ext cx="1996613" cy="571550"/>
          </a:xfrm>
          <a:prstGeom prst="rect">
            <a:avLst/>
          </a:prstGeom>
        </p:spPr>
      </p:pic>
      <p:sp>
        <p:nvSpPr>
          <p:cNvPr id="41" name="Arrow: Right 40">
            <a:extLst>
              <a:ext uri="{FF2B5EF4-FFF2-40B4-BE49-F238E27FC236}">
                <a16:creationId xmlns:a16="http://schemas.microsoft.com/office/drawing/2014/main" id="{6E5C684C-95EA-4FF8-92F0-56CC4D278BE6}"/>
              </a:ext>
            </a:extLst>
          </p:cNvPr>
          <p:cNvSpPr/>
          <p:nvPr/>
        </p:nvSpPr>
        <p:spPr>
          <a:xfrm>
            <a:off x="2610979" y="6030933"/>
            <a:ext cx="757238" cy="388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8270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1742</TotalTime>
  <Words>73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Corbel</vt:lpstr>
      <vt:lpstr>Times New Roman</vt:lpstr>
      <vt:lpstr>Basis</vt:lpstr>
      <vt:lpstr>Nuclear  rockets 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Hamid</dc:creator>
  <cp:lastModifiedBy>Roohi Golkhatmi, Ehsan</cp:lastModifiedBy>
  <cp:revision>73</cp:revision>
  <dcterms:created xsi:type="dcterms:W3CDTF">2024-07-31T20:56:00Z</dcterms:created>
  <dcterms:modified xsi:type="dcterms:W3CDTF">2024-11-30T21:25:52Z</dcterms:modified>
</cp:coreProperties>
</file>